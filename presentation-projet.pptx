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Lst>
  <p:notesMasterIdLst>
    <p:notesMasterId r:id="rId20"/>
  </p:notesMasterIdLst>
  <p:sldIdLst>
    <p:sldId id="324" r:id="rId2"/>
    <p:sldId id="259" r:id="rId3"/>
    <p:sldId id="261" r:id="rId4"/>
    <p:sldId id="262" r:id="rId5"/>
    <p:sldId id="273" r:id="rId6"/>
    <p:sldId id="263" r:id="rId7"/>
    <p:sldId id="274" r:id="rId8"/>
    <p:sldId id="264" r:id="rId9"/>
    <p:sldId id="275" r:id="rId10"/>
    <p:sldId id="265" r:id="rId11"/>
    <p:sldId id="266" r:id="rId12"/>
    <p:sldId id="276" r:id="rId13"/>
    <p:sldId id="267" r:id="rId14"/>
    <p:sldId id="268" r:id="rId15"/>
    <p:sldId id="269" r:id="rId16"/>
    <p:sldId id="270" r:id="rId17"/>
    <p:sldId id="271" r:id="rId18"/>
    <p:sldId id="272" r:id="rId19"/>
  </p:sldIdLst>
  <p:sldSz cx="9144000" cy="5143500" type="screen16x9"/>
  <p:notesSz cx="6858000" cy="9144000"/>
  <p:embeddedFontLst>
    <p:embeddedFont>
      <p:font typeface="Zen Antique" panose="020B0604020202020204" charset="-128"/>
      <p:regular r:id="rId21"/>
    </p:embeddedFont>
    <p:embeddedFont>
      <p:font typeface="Amasis MT Pro" panose="02040504050005020304" pitchFamily="18" charset="0"/>
      <p:regular r:id="rId22"/>
    </p:embeddedFont>
    <p:embeddedFont>
      <p:font typeface="Amasis MT Pro Light" panose="02040304050005020304" pitchFamily="18" charset="0"/>
      <p:regular r:id="rId23"/>
    </p:embeddedFont>
    <p:embeddedFont>
      <p:font typeface="Amasis MT Pro Medium" panose="02040604050005020304" pitchFamily="18" charset="0"/>
      <p:regular r:id="rId24"/>
      <p:italic r:id="rId25"/>
    </p:embeddedFont>
    <p:embeddedFont>
      <p:font typeface="Roboto" panose="02000000000000000000" pitchFamily="2" charset="0"/>
      <p:regular r:id="rId26"/>
      <p:bold r:id="rId27"/>
      <p:italic r:id="rId28"/>
      <p:boldItalic r:id="rId29"/>
    </p:embeddedFont>
    <p:embeddedFont>
      <p:font typeface="Roboto Mono" panose="00000009000000000000" pitchFamily="49" charset="0"/>
      <p:regular r:id="rId30"/>
      <p:bold r:id="rId31"/>
      <p:italic r:id="rId32"/>
      <p:boldItalic r:id="rId33"/>
    </p:embeddedFont>
    <p:embeddedFont>
      <p:font typeface="Roboto Mono SemiBold" panose="020B0604020202020204"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FF13538-1441-4A9C-AAF9-98F2FF4B43A7}">
  <a:tblStyle styleId="{AFF13538-1441-4A9C-AAF9-98F2FF4B43A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843" autoAdjust="0"/>
  </p:normalViewPr>
  <p:slideViewPr>
    <p:cSldViewPr snapToGrid="0">
      <p:cViewPr varScale="1">
        <p:scale>
          <a:sx n="74" d="100"/>
          <a:sy n="74" d="100"/>
        </p:scale>
        <p:origin x="1266" y="54"/>
      </p:cViewPr>
      <p:guideLst>
        <p:guide orient="horz" pos="162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9" Type="http://schemas.openxmlformats.org/officeDocument/2006/relationships/viewProps" Target="viewProps.xml"/><Relationship Id="rId21" Type="http://schemas.openxmlformats.org/officeDocument/2006/relationships/font" Target="fonts/font1.fntdata"/><Relationship Id="rId34" Type="http://schemas.openxmlformats.org/officeDocument/2006/relationships/font" Target="fonts/font14.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font" Target="fonts/font17.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font" Target="fonts/font1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2"/>
        <p:cNvGrpSpPr/>
        <p:nvPr/>
      </p:nvGrpSpPr>
      <p:grpSpPr>
        <a:xfrm>
          <a:off x="0" y="0"/>
          <a:ext cx="0" cy="0"/>
          <a:chOff x="0" y="0"/>
          <a:chExt cx="0" cy="0"/>
        </a:xfrm>
      </p:grpSpPr>
      <p:sp>
        <p:nvSpPr>
          <p:cNvPr id="2333" name="Google Shape;2333;gf463f165c1_0_2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4" name="Google Shape;2334;gf463f165c1_0_2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7"/>
        <p:cNvGrpSpPr/>
        <p:nvPr/>
      </p:nvGrpSpPr>
      <p:grpSpPr>
        <a:xfrm>
          <a:off x="0" y="0"/>
          <a:ext cx="0" cy="0"/>
          <a:chOff x="0" y="0"/>
          <a:chExt cx="0" cy="0"/>
        </a:xfrm>
      </p:grpSpPr>
      <p:sp>
        <p:nvSpPr>
          <p:cNvPr id="2358" name="Google Shape;2358;g13b49936e2d_0_1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9" name="Google Shape;2359;g13b49936e2d_0_1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r>
              <a:rPr lang="fr-FR" dirty="0"/>
              <a:t>Dans ce contexte de forte production de données sur les réseaux sociaux, </a:t>
            </a:r>
            <a:r>
              <a:rPr lang="fr-FR" dirty="0" err="1"/>
              <a:t>Bluesky</a:t>
            </a:r>
            <a:r>
              <a:rPr lang="fr-FR" dirty="0"/>
              <a:t> représente une plateforme décentralisée particulièrement intéressante à étudier, notamment pour l’analyse en temps réel des discussions.</a:t>
            </a:r>
          </a:p>
          <a:p>
            <a:endParaRPr lang="fr-FR" dirty="0"/>
          </a:p>
        </p:txBody>
      </p:sp>
    </p:spTree>
    <p:extLst>
      <p:ext uri="{BB962C8B-B14F-4D97-AF65-F5344CB8AC3E}">
        <p14:creationId xmlns:p14="http://schemas.microsoft.com/office/powerpoint/2010/main" val="24540188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r>
              <a:rPr lang="fr-FR" dirty="0"/>
              <a:t>Le thème des voitures électriques y génère des discussions riches et parfois controversées, ce qui en fait un excellent cas d’étude pour une analyse Big Data en temps réel. </a:t>
            </a:r>
          </a:p>
        </p:txBody>
      </p:sp>
    </p:spTree>
    <p:extLst>
      <p:ext uri="{BB962C8B-B14F-4D97-AF65-F5344CB8AC3E}">
        <p14:creationId xmlns:p14="http://schemas.microsoft.com/office/powerpoint/2010/main" val="6779564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7">
          <a:extLst>
            <a:ext uri="{FF2B5EF4-FFF2-40B4-BE49-F238E27FC236}">
              <a16:creationId xmlns:a16="http://schemas.microsoft.com/office/drawing/2014/main" id="{02A19CDA-A8A5-1226-7994-D2E9B5D90AEA}"/>
            </a:ext>
          </a:extLst>
        </p:cNvPr>
        <p:cNvGrpSpPr/>
        <p:nvPr/>
      </p:nvGrpSpPr>
      <p:grpSpPr>
        <a:xfrm>
          <a:off x="0" y="0"/>
          <a:ext cx="0" cy="0"/>
          <a:chOff x="0" y="0"/>
          <a:chExt cx="0" cy="0"/>
        </a:xfrm>
      </p:grpSpPr>
      <p:sp>
        <p:nvSpPr>
          <p:cNvPr id="2358" name="Google Shape;2358;g13b49936e2d_0_1029:notes">
            <a:extLst>
              <a:ext uri="{FF2B5EF4-FFF2-40B4-BE49-F238E27FC236}">
                <a16:creationId xmlns:a16="http://schemas.microsoft.com/office/drawing/2014/main" id="{C5AE9269-24E7-059B-40F8-8B9C3566F6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9" name="Google Shape;2359;g13b49936e2d_0_1029:notes">
            <a:extLst>
              <a:ext uri="{FF2B5EF4-FFF2-40B4-BE49-F238E27FC236}">
                <a16:creationId xmlns:a16="http://schemas.microsoft.com/office/drawing/2014/main" id="{ED52A54E-EF10-CE1D-B734-1444A49572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77019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r>
              <a:rPr lang="fr-FR" dirty="0"/>
              <a:t>La principale problématique réside dans la capacité à exploiter efficacement les données massives et non structurées générées en continu sur les réseaux sociaux. Dans le cas de </a:t>
            </a:r>
            <a:r>
              <a:rPr lang="fr-FR" dirty="0" err="1"/>
              <a:t>Bluesky</a:t>
            </a:r>
            <a:r>
              <a:rPr lang="fr-FR" dirty="0"/>
              <a:t>, il s’agit de collecter et traiter en temps réel des discussions complexes autour des voitures électriques, afin d’identifier les sujets dominants, les communautés et les dynamiques d’interaction, tout en garantissant la scalabilité et la performance du système.</a:t>
            </a:r>
          </a:p>
          <a:p>
            <a:r>
              <a:rPr lang="fr-FR" dirty="0"/>
              <a:t>Comment collecter, traiter et analyser en temps réel les discussions massives et non structurées de </a:t>
            </a:r>
            <a:r>
              <a:rPr lang="fr-FR" dirty="0" err="1"/>
              <a:t>Bluesky</a:t>
            </a:r>
            <a:r>
              <a:rPr lang="fr-FR" dirty="0"/>
              <a:t> afin d’identifier les tendances, les communautés et les dynamiques autour des voitures électriques ?</a:t>
            </a:r>
          </a:p>
        </p:txBody>
      </p:sp>
    </p:spTree>
    <p:extLst>
      <p:ext uri="{BB962C8B-B14F-4D97-AF65-F5344CB8AC3E}">
        <p14:creationId xmlns:p14="http://schemas.microsoft.com/office/powerpoint/2010/main" val="19491027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7">
          <a:extLst>
            <a:ext uri="{FF2B5EF4-FFF2-40B4-BE49-F238E27FC236}">
              <a16:creationId xmlns:a16="http://schemas.microsoft.com/office/drawing/2014/main" id="{58A82D23-9981-EC1E-7B16-2C60A7452580}"/>
            </a:ext>
          </a:extLst>
        </p:cNvPr>
        <p:cNvGrpSpPr/>
        <p:nvPr/>
      </p:nvGrpSpPr>
      <p:grpSpPr>
        <a:xfrm>
          <a:off x="0" y="0"/>
          <a:ext cx="0" cy="0"/>
          <a:chOff x="0" y="0"/>
          <a:chExt cx="0" cy="0"/>
        </a:xfrm>
      </p:grpSpPr>
      <p:sp>
        <p:nvSpPr>
          <p:cNvPr id="2358" name="Google Shape;2358;g13b49936e2d_0_1029:notes">
            <a:extLst>
              <a:ext uri="{FF2B5EF4-FFF2-40B4-BE49-F238E27FC236}">
                <a16:creationId xmlns:a16="http://schemas.microsoft.com/office/drawing/2014/main" id="{E86114B4-0FF3-C6D9-5429-3E5556CEE9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9" name="Google Shape;2359;g13b49936e2d_0_1029:notes">
            <a:extLst>
              <a:ext uri="{FF2B5EF4-FFF2-40B4-BE49-F238E27FC236}">
                <a16:creationId xmlns:a16="http://schemas.microsoft.com/office/drawing/2014/main" id="{C351BD30-F754-A918-8E04-C43C7C04B3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179350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7">
          <a:extLst>
            <a:ext uri="{FF2B5EF4-FFF2-40B4-BE49-F238E27FC236}">
              <a16:creationId xmlns:a16="http://schemas.microsoft.com/office/drawing/2014/main" id="{BE869355-E3F2-BC9C-9D5D-C08C524C81C4}"/>
            </a:ext>
          </a:extLst>
        </p:cNvPr>
        <p:cNvGrpSpPr/>
        <p:nvPr/>
      </p:nvGrpSpPr>
      <p:grpSpPr>
        <a:xfrm>
          <a:off x="0" y="0"/>
          <a:ext cx="0" cy="0"/>
          <a:chOff x="0" y="0"/>
          <a:chExt cx="0" cy="0"/>
        </a:xfrm>
      </p:grpSpPr>
      <p:sp>
        <p:nvSpPr>
          <p:cNvPr id="2358" name="Google Shape;2358;g13b49936e2d_0_1029:notes">
            <a:extLst>
              <a:ext uri="{FF2B5EF4-FFF2-40B4-BE49-F238E27FC236}">
                <a16:creationId xmlns:a16="http://schemas.microsoft.com/office/drawing/2014/main" id="{6C6518F6-7A29-146E-AB98-045C4AAC4B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9" name="Google Shape;2359;g13b49936e2d_0_1029:notes">
            <a:extLst>
              <a:ext uri="{FF2B5EF4-FFF2-40B4-BE49-F238E27FC236}">
                <a16:creationId xmlns:a16="http://schemas.microsoft.com/office/drawing/2014/main" id="{2CB24B50-AFF5-E0FB-70AA-60E2DB25DE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509700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7">
          <a:extLst>
            <a:ext uri="{FF2B5EF4-FFF2-40B4-BE49-F238E27FC236}">
              <a16:creationId xmlns:a16="http://schemas.microsoft.com/office/drawing/2014/main" id="{25323E5F-0264-8CFD-F972-B4DA52C83F51}"/>
            </a:ext>
          </a:extLst>
        </p:cNvPr>
        <p:cNvGrpSpPr/>
        <p:nvPr/>
      </p:nvGrpSpPr>
      <p:grpSpPr>
        <a:xfrm>
          <a:off x="0" y="0"/>
          <a:ext cx="0" cy="0"/>
          <a:chOff x="0" y="0"/>
          <a:chExt cx="0" cy="0"/>
        </a:xfrm>
      </p:grpSpPr>
      <p:sp>
        <p:nvSpPr>
          <p:cNvPr id="2358" name="Google Shape;2358;g13b49936e2d_0_1029:notes">
            <a:extLst>
              <a:ext uri="{FF2B5EF4-FFF2-40B4-BE49-F238E27FC236}">
                <a16:creationId xmlns:a16="http://schemas.microsoft.com/office/drawing/2014/main" id="{CD3A929C-F8D2-7514-D72A-A18DB81CC4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9" name="Google Shape;2359;g13b49936e2d_0_1029:notes">
            <a:extLst>
              <a:ext uri="{FF2B5EF4-FFF2-40B4-BE49-F238E27FC236}">
                <a16:creationId xmlns:a16="http://schemas.microsoft.com/office/drawing/2014/main" id="{48DA954D-15A3-FEE4-B5DB-F241B3F69A9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864623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r>
              <a:rPr lang="fr-FR" dirty="0"/>
              <a:t>l’architecture globale de la solution Big Data mise en place pour analyser en temps réel les discussions de </a:t>
            </a:r>
            <a:r>
              <a:rPr lang="fr-FR" dirty="0" err="1"/>
              <a:t>Bluesky</a:t>
            </a:r>
            <a:r>
              <a:rPr lang="fr-FR" dirty="0"/>
              <a:t> liées aux voitures électriques. L’architecture est basée sur un pipeline de streaming, allant de la collecte des données jusqu’à leur visualisation.</a:t>
            </a:r>
          </a:p>
          <a:p>
            <a:r>
              <a:rPr lang="fr-FR" dirty="0"/>
              <a:t>Un </a:t>
            </a:r>
            <a:r>
              <a:rPr lang="fr-FR" dirty="0" err="1"/>
              <a:t>producer</a:t>
            </a:r>
            <a:r>
              <a:rPr lang="fr-FR" dirty="0"/>
              <a:t> développé en Python est chargé de la collecte des données.</a:t>
            </a:r>
          </a:p>
          <a:p>
            <a:r>
              <a:rPr lang="fr-FR" dirty="0"/>
              <a:t>Apache Kafka joue le rôle de couche de médiation. Il permet de gérer le flux continu de données, d’assurer le découplage entre la phase de collecte et la phase de traitement, et de garantir la scalabilité ainsi que la tolérance aux pannes. </a:t>
            </a:r>
          </a:p>
          <a:p>
            <a:r>
              <a:rPr lang="fr-FR" dirty="0"/>
              <a:t>Les données sont ensuite traitées par Apache Spark en mode streaming. Cette étape permet d’effectuer le nettoyage des données, les transformations nécessaires, ainsi que les analyses telles que l’extraction de thèmes, l’analyse des interactions et des indicateurs analytiques. </a:t>
            </a:r>
          </a:p>
        </p:txBody>
      </p:sp>
    </p:spTree>
    <p:extLst>
      <p:ext uri="{BB962C8B-B14F-4D97-AF65-F5344CB8AC3E}">
        <p14:creationId xmlns:p14="http://schemas.microsoft.com/office/powerpoint/2010/main" val="29158057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7">
          <a:extLst>
            <a:ext uri="{FF2B5EF4-FFF2-40B4-BE49-F238E27FC236}">
              <a16:creationId xmlns:a16="http://schemas.microsoft.com/office/drawing/2014/main" id="{7790C8CA-0090-B249-387C-3ABD07A60D94}"/>
            </a:ext>
          </a:extLst>
        </p:cNvPr>
        <p:cNvGrpSpPr/>
        <p:nvPr/>
      </p:nvGrpSpPr>
      <p:grpSpPr>
        <a:xfrm>
          <a:off x="0" y="0"/>
          <a:ext cx="0" cy="0"/>
          <a:chOff x="0" y="0"/>
          <a:chExt cx="0" cy="0"/>
        </a:xfrm>
      </p:grpSpPr>
      <p:sp>
        <p:nvSpPr>
          <p:cNvPr id="2358" name="Google Shape;2358;g13b49936e2d_0_1029:notes">
            <a:extLst>
              <a:ext uri="{FF2B5EF4-FFF2-40B4-BE49-F238E27FC236}">
                <a16:creationId xmlns:a16="http://schemas.microsoft.com/office/drawing/2014/main" id="{CC58BB49-7F5E-F8B6-2DC7-6DE249491A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9" name="Google Shape;2359;g13b49936e2d_0_1029:notes">
            <a:extLst>
              <a:ext uri="{FF2B5EF4-FFF2-40B4-BE49-F238E27FC236}">
                <a16:creationId xmlns:a16="http://schemas.microsoft.com/office/drawing/2014/main" id="{FB8EB535-C5E9-2CBC-FAAA-482F6BB236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497386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r>
              <a:rPr lang="fr-FR" dirty="0"/>
              <a:t>2. La Source : </a:t>
            </a:r>
            <a:r>
              <a:rPr lang="fr-FR" dirty="0" err="1"/>
              <a:t>Bluesky</a:t>
            </a:r>
            <a:r>
              <a:rPr lang="fr-FR" dirty="0"/>
              <a:t> Jetstream (À gauche)</a:t>
            </a:r>
          </a:p>
          <a:p>
            <a:endParaRPr lang="fr-FR" dirty="0"/>
          </a:p>
          <a:p>
            <a:r>
              <a:rPr lang="fr-FR" dirty="0"/>
              <a:t>"Tout commence ici avec </a:t>
            </a:r>
            <a:r>
              <a:rPr lang="fr-FR" dirty="0" err="1"/>
              <a:t>Bluesky</a:t>
            </a:r>
            <a:r>
              <a:rPr lang="fr-FR" dirty="0"/>
              <a:t>. Contrairement aux API classiques où l'on doit demander la donnée (Polling), nous utilisons le Jetstream." </a:t>
            </a:r>
          </a:p>
          <a:p>
            <a:r>
              <a:rPr lang="fr-FR" dirty="0"/>
              <a:t>+2</a:t>
            </a:r>
          </a:p>
          <a:p>
            <a:endParaRPr lang="fr-FR" dirty="0"/>
          </a:p>
          <a:p>
            <a:r>
              <a:rPr lang="fr-FR" dirty="0"/>
              <a:t>"C'est un flux </a:t>
            </a:r>
            <a:r>
              <a:rPr lang="fr-FR" dirty="0" err="1"/>
              <a:t>WebSocket</a:t>
            </a:r>
            <a:r>
              <a:rPr lang="fr-FR" dirty="0"/>
              <a:t> permanent. Imaginez un robinet ouvert : </a:t>
            </a:r>
            <a:r>
              <a:rPr lang="fr-FR" dirty="0" err="1"/>
              <a:t>Bluesky</a:t>
            </a:r>
            <a:r>
              <a:rPr lang="fr-FR" dirty="0"/>
              <a:t> nous 'pousse' (Push) les données instantanément dès qu'un post est publié." </a:t>
            </a:r>
          </a:p>
          <a:p>
            <a:r>
              <a:rPr lang="fr-FR" dirty="0"/>
              <a:t>+1</a:t>
            </a:r>
          </a:p>
          <a:p>
            <a:endParaRPr lang="fr-FR" dirty="0"/>
          </a:p>
          <a:p>
            <a:r>
              <a:rPr lang="fr-FR" dirty="0"/>
              <a:t>3. Ingestion &amp; Filtrage : Python (Le Gardien)</a:t>
            </a:r>
          </a:p>
          <a:p>
            <a:endParaRPr lang="fr-FR" dirty="0"/>
          </a:p>
          <a:p>
            <a:r>
              <a:rPr lang="fr-FR" dirty="0"/>
              <a:t>"Recevoir tout le flux serait inutile et coûteux. Notre script Python Producer agit comme un gardien." </a:t>
            </a:r>
          </a:p>
          <a:p>
            <a:endParaRPr lang="fr-FR" dirty="0"/>
          </a:p>
          <a:p>
            <a:r>
              <a:rPr lang="fr-FR" dirty="0"/>
              <a:t>"Il effectue un filtrage sémantique à la source. Il ne laisse passer que les messages contenant nos mots-clés cibles comme 'Tesla', 'Batterie' ou 'EV'." </a:t>
            </a:r>
          </a:p>
          <a:p>
            <a:endParaRPr lang="fr-FR" dirty="0"/>
          </a:p>
          <a:p>
            <a:r>
              <a:rPr lang="fr-FR" dirty="0"/>
              <a:t>"Résultat : On élimine 99% du bruit (politique, sport) avant même d'entrer dans le système." </a:t>
            </a:r>
          </a:p>
          <a:p>
            <a:endParaRPr lang="fr-FR" dirty="0"/>
          </a:p>
          <a:p>
            <a:r>
              <a:rPr lang="fr-FR" dirty="0"/>
              <a:t>4. Médiation : Apache Kafka (La Sécurité)</a:t>
            </a:r>
          </a:p>
          <a:p>
            <a:endParaRPr lang="fr-FR" dirty="0"/>
          </a:p>
          <a:p>
            <a:r>
              <a:rPr lang="fr-FR" dirty="0"/>
              <a:t>"Les données validées entrent dans Kafka. C'est notre tampon de sécurité." </a:t>
            </a:r>
          </a:p>
          <a:p>
            <a:endParaRPr lang="fr-FR" dirty="0"/>
          </a:p>
          <a:p>
            <a:r>
              <a:rPr lang="fr-FR" dirty="0"/>
              <a:t>"Son rôle est crucial : il découple la collecte du traitement. Si notre moteur d'analyse ralentit ou redémarre, Kafka retient les messages pour qu'aucune donnée ne soit perdue."</a:t>
            </a:r>
          </a:p>
          <a:p>
            <a:endParaRPr lang="fr-FR" dirty="0"/>
          </a:p>
          <a:p>
            <a:r>
              <a:rPr lang="fr-FR" dirty="0"/>
              <a:t>5. Traitement : Apache Spark (Le Moteur)</a:t>
            </a:r>
          </a:p>
          <a:p>
            <a:endParaRPr lang="fr-FR" dirty="0"/>
          </a:p>
          <a:p>
            <a:r>
              <a:rPr lang="fr-FR" dirty="0"/>
              <a:t>"Voici le cerveau du système : Spark </a:t>
            </a:r>
            <a:r>
              <a:rPr lang="fr-FR" dirty="0" err="1"/>
              <a:t>Structured</a:t>
            </a:r>
            <a:r>
              <a:rPr lang="fr-FR" dirty="0"/>
              <a:t> Streaming." </a:t>
            </a:r>
          </a:p>
          <a:p>
            <a:endParaRPr lang="fr-FR" dirty="0"/>
          </a:p>
          <a:p>
            <a:r>
              <a:rPr lang="fr-FR" dirty="0"/>
              <a:t>"Il consomme les données Kafka par micro-lots (micro-</a:t>
            </a:r>
            <a:r>
              <a:rPr lang="fr-FR" dirty="0" err="1"/>
              <a:t>batches</a:t>
            </a:r>
            <a:r>
              <a:rPr lang="fr-FR" dirty="0"/>
              <a:t>). C'est ici que la donnée brute est nettoyée, structurée et enrichie (extraction des mentions, dates, langue)."</a:t>
            </a:r>
          </a:p>
        </p:txBody>
      </p:sp>
    </p:spTree>
    <p:extLst>
      <p:ext uri="{BB962C8B-B14F-4D97-AF65-F5344CB8AC3E}">
        <p14:creationId xmlns:p14="http://schemas.microsoft.com/office/powerpoint/2010/main" val="35160991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gradFill>
          <a:gsLst>
            <a:gs pos="0">
              <a:schemeClr val="dk2"/>
            </a:gs>
            <a:gs pos="100000">
              <a:schemeClr val="lt1"/>
            </a:gs>
          </a:gsLst>
          <a:lin ang="5400012" scaled="0"/>
        </a:gradFill>
        <a:effectLst/>
      </p:bgPr>
    </p:bg>
    <p:spTree>
      <p:nvGrpSpPr>
        <p:cNvPr id="1" name="Shape 222"/>
        <p:cNvGrpSpPr/>
        <p:nvPr/>
      </p:nvGrpSpPr>
      <p:grpSpPr>
        <a:xfrm>
          <a:off x="0" y="0"/>
          <a:ext cx="0" cy="0"/>
          <a:chOff x="0" y="0"/>
          <a:chExt cx="0" cy="0"/>
        </a:xfrm>
      </p:grpSpPr>
      <p:sp>
        <p:nvSpPr>
          <p:cNvPr id="223" name="Google Shape;223;p3"/>
          <p:cNvSpPr txBox="1">
            <a:spLocks noGrp="1"/>
          </p:cNvSpPr>
          <p:nvPr>
            <p:ph type="title"/>
          </p:nvPr>
        </p:nvSpPr>
        <p:spPr>
          <a:xfrm>
            <a:off x="709606" y="2763975"/>
            <a:ext cx="5115000" cy="10506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4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24" name="Google Shape;224;p3"/>
          <p:cNvSpPr txBox="1">
            <a:spLocks noGrp="1"/>
          </p:cNvSpPr>
          <p:nvPr>
            <p:ph type="title" idx="2" hasCustomPrompt="1"/>
          </p:nvPr>
        </p:nvSpPr>
        <p:spPr>
          <a:xfrm>
            <a:off x="709618" y="1328925"/>
            <a:ext cx="1626600" cy="12861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7500" b="1">
                <a:latin typeface="Roboto Mono"/>
                <a:ea typeface="Roboto Mono"/>
                <a:cs typeface="Roboto Mono"/>
                <a:sym typeface="Roboto Mono"/>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25" name="Google Shape;225;p3"/>
          <p:cNvSpPr>
            <a:spLocks noGrp="1"/>
          </p:cNvSpPr>
          <p:nvPr>
            <p:ph type="pic" idx="3"/>
          </p:nvPr>
        </p:nvSpPr>
        <p:spPr>
          <a:xfrm>
            <a:off x="5796194" y="819150"/>
            <a:ext cx="2638200" cy="3505200"/>
          </a:xfrm>
          <a:prstGeom prst="snip2DiagRect">
            <a:avLst>
              <a:gd name="adj1" fmla="val 0"/>
              <a:gd name="adj2" fmla="val 16667"/>
            </a:avLst>
          </a:prstGeom>
          <a:noFill/>
          <a:ln>
            <a:noFill/>
          </a:ln>
        </p:spPr>
        <p:txBody>
          <a:bodyPr/>
          <a:lstStyle/>
          <a:p>
            <a:endParaRPr lang="fr-FR"/>
          </a:p>
        </p:txBody>
      </p:sp>
      <p:grpSp>
        <p:nvGrpSpPr>
          <p:cNvPr id="226" name="Google Shape;226;p3"/>
          <p:cNvGrpSpPr/>
          <p:nvPr/>
        </p:nvGrpSpPr>
        <p:grpSpPr>
          <a:xfrm flipH="1">
            <a:off x="-7" y="4095759"/>
            <a:ext cx="2638315" cy="4402295"/>
            <a:chOff x="238125" y="1025750"/>
            <a:chExt cx="844450" cy="1409050"/>
          </a:xfrm>
        </p:grpSpPr>
        <p:sp>
          <p:nvSpPr>
            <p:cNvPr id="227" name="Google Shape;227;p3"/>
            <p:cNvSpPr/>
            <p:nvPr/>
          </p:nvSpPr>
          <p:spPr>
            <a:xfrm>
              <a:off x="1028550" y="1271875"/>
              <a:ext cx="54025" cy="1162925"/>
            </a:xfrm>
            <a:custGeom>
              <a:avLst/>
              <a:gdLst/>
              <a:ahLst/>
              <a:cxnLst/>
              <a:rect l="l" t="t" r="r" b="b"/>
              <a:pathLst>
                <a:path w="2161" h="46517" extrusionOk="0">
                  <a:moveTo>
                    <a:pt x="159" y="1"/>
                  </a:moveTo>
                  <a:lnTo>
                    <a:pt x="100" y="21"/>
                  </a:lnTo>
                  <a:lnTo>
                    <a:pt x="41" y="60"/>
                  </a:lnTo>
                  <a:lnTo>
                    <a:pt x="1" y="100"/>
                  </a:lnTo>
                  <a:lnTo>
                    <a:pt x="1" y="179"/>
                  </a:lnTo>
                  <a:lnTo>
                    <a:pt x="1" y="219"/>
                  </a:lnTo>
                  <a:lnTo>
                    <a:pt x="41" y="278"/>
                  </a:lnTo>
                  <a:lnTo>
                    <a:pt x="80" y="298"/>
                  </a:lnTo>
                  <a:lnTo>
                    <a:pt x="120" y="338"/>
                  </a:lnTo>
                  <a:lnTo>
                    <a:pt x="120" y="4478"/>
                  </a:lnTo>
                  <a:lnTo>
                    <a:pt x="2081" y="6439"/>
                  </a:lnTo>
                  <a:lnTo>
                    <a:pt x="2081" y="46516"/>
                  </a:lnTo>
                  <a:lnTo>
                    <a:pt x="2160" y="46516"/>
                  </a:lnTo>
                  <a:lnTo>
                    <a:pt x="2160" y="6400"/>
                  </a:lnTo>
                  <a:lnTo>
                    <a:pt x="199" y="4438"/>
                  </a:lnTo>
                  <a:lnTo>
                    <a:pt x="199" y="338"/>
                  </a:lnTo>
                  <a:lnTo>
                    <a:pt x="258" y="298"/>
                  </a:lnTo>
                  <a:lnTo>
                    <a:pt x="298" y="278"/>
                  </a:lnTo>
                  <a:lnTo>
                    <a:pt x="318" y="219"/>
                  </a:lnTo>
                  <a:lnTo>
                    <a:pt x="338" y="179"/>
                  </a:lnTo>
                  <a:lnTo>
                    <a:pt x="318" y="100"/>
                  </a:lnTo>
                  <a:lnTo>
                    <a:pt x="278" y="60"/>
                  </a:lnTo>
                  <a:lnTo>
                    <a:pt x="239" y="21"/>
                  </a:lnTo>
                  <a:lnTo>
                    <a:pt x="159"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3"/>
            <p:cNvSpPr/>
            <p:nvPr/>
          </p:nvSpPr>
          <p:spPr>
            <a:xfrm>
              <a:off x="1028550" y="1271875"/>
              <a:ext cx="54025" cy="1162925"/>
            </a:xfrm>
            <a:custGeom>
              <a:avLst/>
              <a:gdLst/>
              <a:ahLst/>
              <a:cxnLst/>
              <a:rect l="l" t="t" r="r" b="b"/>
              <a:pathLst>
                <a:path w="2161" h="46517" fill="none" extrusionOk="0">
                  <a:moveTo>
                    <a:pt x="159" y="1"/>
                  </a:moveTo>
                  <a:lnTo>
                    <a:pt x="159" y="1"/>
                  </a:lnTo>
                  <a:lnTo>
                    <a:pt x="100" y="21"/>
                  </a:lnTo>
                  <a:lnTo>
                    <a:pt x="41" y="60"/>
                  </a:lnTo>
                  <a:lnTo>
                    <a:pt x="1" y="100"/>
                  </a:lnTo>
                  <a:lnTo>
                    <a:pt x="1" y="179"/>
                  </a:lnTo>
                  <a:lnTo>
                    <a:pt x="1" y="179"/>
                  </a:lnTo>
                  <a:lnTo>
                    <a:pt x="1" y="219"/>
                  </a:lnTo>
                  <a:lnTo>
                    <a:pt x="41" y="278"/>
                  </a:lnTo>
                  <a:lnTo>
                    <a:pt x="80" y="298"/>
                  </a:lnTo>
                  <a:lnTo>
                    <a:pt x="120" y="338"/>
                  </a:lnTo>
                  <a:lnTo>
                    <a:pt x="120" y="4478"/>
                  </a:lnTo>
                  <a:lnTo>
                    <a:pt x="2081" y="6439"/>
                  </a:lnTo>
                  <a:lnTo>
                    <a:pt x="2081" y="46516"/>
                  </a:lnTo>
                  <a:lnTo>
                    <a:pt x="2160" y="46516"/>
                  </a:lnTo>
                  <a:lnTo>
                    <a:pt x="2160" y="6400"/>
                  </a:lnTo>
                  <a:lnTo>
                    <a:pt x="199" y="4438"/>
                  </a:lnTo>
                  <a:lnTo>
                    <a:pt x="199" y="338"/>
                  </a:lnTo>
                  <a:lnTo>
                    <a:pt x="199" y="338"/>
                  </a:lnTo>
                  <a:lnTo>
                    <a:pt x="258" y="298"/>
                  </a:lnTo>
                  <a:lnTo>
                    <a:pt x="298" y="278"/>
                  </a:lnTo>
                  <a:lnTo>
                    <a:pt x="318" y="219"/>
                  </a:lnTo>
                  <a:lnTo>
                    <a:pt x="338" y="179"/>
                  </a:lnTo>
                  <a:lnTo>
                    <a:pt x="338" y="179"/>
                  </a:lnTo>
                  <a:lnTo>
                    <a:pt x="318" y="100"/>
                  </a:lnTo>
                  <a:lnTo>
                    <a:pt x="278" y="60"/>
                  </a:lnTo>
                  <a:lnTo>
                    <a:pt x="239" y="21"/>
                  </a:lnTo>
                  <a:lnTo>
                    <a:pt x="159"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3"/>
            <p:cNvSpPr/>
            <p:nvPr/>
          </p:nvSpPr>
          <p:spPr>
            <a:xfrm>
              <a:off x="333700" y="1515050"/>
              <a:ext cx="54500" cy="919750"/>
            </a:xfrm>
            <a:custGeom>
              <a:avLst/>
              <a:gdLst/>
              <a:ahLst/>
              <a:cxnLst/>
              <a:rect l="l" t="t" r="r" b="b"/>
              <a:pathLst>
                <a:path w="2180" h="36790" extrusionOk="0">
                  <a:moveTo>
                    <a:pt x="2021" y="1"/>
                  </a:moveTo>
                  <a:lnTo>
                    <a:pt x="1942" y="21"/>
                  </a:lnTo>
                  <a:lnTo>
                    <a:pt x="1902" y="60"/>
                  </a:lnTo>
                  <a:lnTo>
                    <a:pt x="1863" y="100"/>
                  </a:lnTo>
                  <a:lnTo>
                    <a:pt x="1843" y="179"/>
                  </a:lnTo>
                  <a:lnTo>
                    <a:pt x="1863" y="239"/>
                  </a:lnTo>
                  <a:lnTo>
                    <a:pt x="1882" y="278"/>
                  </a:lnTo>
                  <a:lnTo>
                    <a:pt x="1922" y="318"/>
                  </a:lnTo>
                  <a:lnTo>
                    <a:pt x="1962" y="338"/>
                  </a:lnTo>
                  <a:lnTo>
                    <a:pt x="1962" y="4458"/>
                  </a:lnTo>
                  <a:lnTo>
                    <a:pt x="0" y="6420"/>
                  </a:lnTo>
                  <a:lnTo>
                    <a:pt x="0" y="36789"/>
                  </a:lnTo>
                  <a:lnTo>
                    <a:pt x="100" y="36789"/>
                  </a:lnTo>
                  <a:lnTo>
                    <a:pt x="100" y="6439"/>
                  </a:lnTo>
                  <a:lnTo>
                    <a:pt x="2061" y="4478"/>
                  </a:lnTo>
                  <a:lnTo>
                    <a:pt x="2061" y="338"/>
                  </a:lnTo>
                  <a:lnTo>
                    <a:pt x="2100" y="318"/>
                  </a:lnTo>
                  <a:lnTo>
                    <a:pt x="2140" y="278"/>
                  </a:lnTo>
                  <a:lnTo>
                    <a:pt x="2180" y="239"/>
                  </a:lnTo>
                  <a:lnTo>
                    <a:pt x="2180" y="179"/>
                  </a:lnTo>
                  <a:lnTo>
                    <a:pt x="2160" y="120"/>
                  </a:lnTo>
                  <a:lnTo>
                    <a:pt x="2140" y="60"/>
                  </a:lnTo>
                  <a:lnTo>
                    <a:pt x="2081" y="21"/>
                  </a:lnTo>
                  <a:lnTo>
                    <a:pt x="2021"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3"/>
            <p:cNvSpPr/>
            <p:nvPr/>
          </p:nvSpPr>
          <p:spPr>
            <a:xfrm>
              <a:off x="333700" y="1515050"/>
              <a:ext cx="54500" cy="919750"/>
            </a:xfrm>
            <a:custGeom>
              <a:avLst/>
              <a:gdLst/>
              <a:ahLst/>
              <a:cxnLst/>
              <a:rect l="l" t="t" r="r" b="b"/>
              <a:pathLst>
                <a:path w="2180" h="36790" fill="none" extrusionOk="0">
                  <a:moveTo>
                    <a:pt x="2021" y="1"/>
                  </a:moveTo>
                  <a:lnTo>
                    <a:pt x="2021" y="1"/>
                  </a:lnTo>
                  <a:lnTo>
                    <a:pt x="1942" y="21"/>
                  </a:lnTo>
                  <a:lnTo>
                    <a:pt x="1902" y="60"/>
                  </a:lnTo>
                  <a:lnTo>
                    <a:pt x="1863" y="100"/>
                  </a:lnTo>
                  <a:lnTo>
                    <a:pt x="1843" y="179"/>
                  </a:lnTo>
                  <a:lnTo>
                    <a:pt x="1843" y="179"/>
                  </a:lnTo>
                  <a:lnTo>
                    <a:pt x="1863" y="239"/>
                  </a:lnTo>
                  <a:lnTo>
                    <a:pt x="1882" y="278"/>
                  </a:lnTo>
                  <a:lnTo>
                    <a:pt x="1922" y="318"/>
                  </a:lnTo>
                  <a:lnTo>
                    <a:pt x="1962" y="338"/>
                  </a:lnTo>
                  <a:lnTo>
                    <a:pt x="1962" y="4458"/>
                  </a:lnTo>
                  <a:lnTo>
                    <a:pt x="0" y="6420"/>
                  </a:lnTo>
                  <a:lnTo>
                    <a:pt x="0" y="36789"/>
                  </a:lnTo>
                  <a:lnTo>
                    <a:pt x="100" y="36789"/>
                  </a:lnTo>
                  <a:lnTo>
                    <a:pt x="100" y="6439"/>
                  </a:lnTo>
                  <a:lnTo>
                    <a:pt x="2061" y="4478"/>
                  </a:lnTo>
                  <a:lnTo>
                    <a:pt x="2061" y="338"/>
                  </a:lnTo>
                  <a:lnTo>
                    <a:pt x="2061" y="338"/>
                  </a:lnTo>
                  <a:lnTo>
                    <a:pt x="2100" y="318"/>
                  </a:lnTo>
                  <a:lnTo>
                    <a:pt x="2140" y="278"/>
                  </a:lnTo>
                  <a:lnTo>
                    <a:pt x="2180" y="239"/>
                  </a:lnTo>
                  <a:lnTo>
                    <a:pt x="2180" y="179"/>
                  </a:lnTo>
                  <a:lnTo>
                    <a:pt x="2180" y="179"/>
                  </a:lnTo>
                  <a:lnTo>
                    <a:pt x="2160" y="120"/>
                  </a:lnTo>
                  <a:lnTo>
                    <a:pt x="2140" y="60"/>
                  </a:lnTo>
                  <a:lnTo>
                    <a:pt x="2081" y="21"/>
                  </a:lnTo>
                  <a:lnTo>
                    <a:pt x="2021"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3"/>
            <p:cNvSpPr/>
            <p:nvPr/>
          </p:nvSpPr>
          <p:spPr>
            <a:xfrm>
              <a:off x="238125" y="1088150"/>
              <a:ext cx="76275" cy="1346650"/>
            </a:xfrm>
            <a:custGeom>
              <a:avLst/>
              <a:gdLst/>
              <a:ahLst/>
              <a:cxnLst/>
              <a:rect l="l" t="t" r="r" b="b"/>
              <a:pathLst>
                <a:path w="3051" h="53866" extrusionOk="0">
                  <a:moveTo>
                    <a:pt x="1525" y="0"/>
                  </a:moveTo>
                  <a:lnTo>
                    <a:pt x="1466" y="20"/>
                  </a:lnTo>
                  <a:lnTo>
                    <a:pt x="1407" y="60"/>
                  </a:lnTo>
                  <a:lnTo>
                    <a:pt x="1367" y="119"/>
                  </a:lnTo>
                  <a:lnTo>
                    <a:pt x="1367" y="178"/>
                  </a:lnTo>
                  <a:lnTo>
                    <a:pt x="1367" y="238"/>
                  </a:lnTo>
                  <a:lnTo>
                    <a:pt x="1407" y="277"/>
                  </a:lnTo>
                  <a:lnTo>
                    <a:pt x="1446" y="317"/>
                  </a:lnTo>
                  <a:lnTo>
                    <a:pt x="1506" y="337"/>
                  </a:lnTo>
                  <a:lnTo>
                    <a:pt x="1506" y="19731"/>
                  </a:lnTo>
                  <a:lnTo>
                    <a:pt x="198" y="21039"/>
                  </a:lnTo>
                  <a:lnTo>
                    <a:pt x="198" y="5488"/>
                  </a:lnTo>
                  <a:lnTo>
                    <a:pt x="258" y="5468"/>
                  </a:lnTo>
                  <a:lnTo>
                    <a:pt x="297" y="5428"/>
                  </a:lnTo>
                  <a:lnTo>
                    <a:pt x="317" y="5389"/>
                  </a:lnTo>
                  <a:lnTo>
                    <a:pt x="317" y="5329"/>
                  </a:lnTo>
                  <a:lnTo>
                    <a:pt x="317" y="5270"/>
                  </a:lnTo>
                  <a:lnTo>
                    <a:pt x="277" y="5210"/>
                  </a:lnTo>
                  <a:lnTo>
                    <a:pt x="218" y="5171"/>
                  </a:lnTo>
                  <a:lnTo>
                    <a:pt x="99" y="5171"/>
                  </a:lnTo>
                  <a:lnTo>
                    <a:pt x="40" y="5210"/>
                  </a:lnTo>
                  <a:lnTo>
                    <a:pt x="0" y="5270"/>
                  </a:lnTo>
                  <a:lnTo>
                    <a:pt x="0" y="5329"/>
                  </a:lnTo>
                  <a:lnTo>
                    <a:pt x="0" y="5389"/>
                  </a:lnTo>
                  <a:lnTo>
                    <a:pt x="20" y="5428"/>
                  </a:lnTo>
                  <a:lnTo>
                    <a:pt x="59" y="5468"/>
                  </a:lnTo>
                  <a:lnTo>
                    <a:pt x="119" y="5488"/>
                  </a:lnTo>
                  <a:lnTo>
                    <a:pt x="119" y="33975"/>
                  </a:lnTo>
                  <a:lnTo>
                    <a:pt x="1882" y="35738"/>
                  </a:lnTo>
                  <a:lnTo>
                    <a:pt x="1882" y="53865"/>
                  </a:lnTo>
                  <a:lnTo>
                    <a:pt x="1961" y="53865"/>
                  </a:lnTo>
                  <a:lnTo>
                    <a:pt x="1961" y="35719"/>
                  </a:lnTo>
                  <a:lnTo>
                    <a:pt x="198" y="33936"/>
                  </a:lnTo>
                  <a:lnTo>
                    <a:pt x="198" y="30370"/>
                  </a:lnTo>
                  <a:lnTo>
                    <a:pt x="1466" y="29102"/>
                  </a:lnTo>
                  <a:lnTo>
                    <a:pt x="1506" y="29102"/>
                  </a:lnTo>
                  <a:lnTo>
                    <a:pt x="1545" y="29122"/>
                  </a:lnTo>
                  <a:lnTo>
                    <a:pt x="1624" y="29102"/>
                  </a:lnTo>
                  <a:lnTo>
                    <a:pt x="1664" y="29062"/>
                  </a:lnTo>
                  <a:lnTo>
                    <a:pt x="1704" y="29023"/>
                  </a:lnTo>
                  <a:lnTo>
                    <a:pt x="1724" y="28943"/>
                  </a:lnTo>
                  <a:lnTo>
                    <a:pt x="1704" y="28884"/>
                  </a:lnTo>
                  <a:lnTo>
                    <a:pt x="1664" y="28825"/>
                  </a:lnTo>
                  <a:lnTo>
                    <a:pt x="1624" y="28805"/>
                  </a:lnTo>
                  <a:lnTo>
                    <a:pt x="1545" y="28785"/>
                  </a:lnTo>
                  <a:lnTo>
                    <a:pt x="1486" y="28805"/>
                  </a:lnTo>
                  <a:lnTo>
                    <a:pt x="1426" y="28825"/>
                  </a:lnTo>
                  <a:lnTo>
                    <a:pt x="1407" y="28884"/>
                  </a:lnTo>
                  <a:lnTo>
                    <a:pt x="1387" y="28943"/>
                  </a:lnTo>
                  <a:lnTo>
                    <a:pt x="1387" y="29003"/>
                  </a:lnTo>
                  <a:lnTo>
                    <a:pt x="1407" y="29042"/>
                  </a:lnTo>
                  <a:lnTo>
                    <a:pt x="198" y="30251"/>
                  </a:lnTo>
                  <a:lnTo>
                    <a:pt x="198" y="23119"/>
                  </a:lnTo>
                  <a:lnTo>
                    <a:pt x="2932" y="20385"/>
                  </a:lnTo>
                  <a:lnTo>
                    <a:pt x="2932" y="12481"/>
                  </a:lnTo>
                  <a:lnTo>
                    <a:pt x="2991" y="12461"/>
                  </a:lnTo>
                  <a:lnTo>
                    <a:pt x="3031" y="12421"/>
                  </a:lnTo>
                  <a:lnTo>
                    <a:pt x="3051" y="12382"/>
                  </a:lnTo>
                  <a:lnTo>
                    <a:pt x="3051" y="12322"/>
                  </a:lnTo>
                  <a:lnTo>
                    <a:pt x="3051" y="12263"/>
                  </a:lnTo>
                  <a:lnTo>
                    <a:pt x="3011" y="12203"/>
                  </a:lnTo>
                  <a:lnTo>
                    <a:pt x="2952" y="12164"/>
                  </a:lnTo>
                  <a:lnTo>
                    <a:pt x="2833" y="12164"/>
                  </a:lnTo>
                  <a:lnTo>
                    <a:pt x="2774" y="12203"/>
                  </a:lnTo>
                  <a:lnTo>
                    <a:pt x="2734" y="12263"/>
                  </a:lnTo>
                  <a:lnTo>
                    <a:pt x="2734" y="12322"/>
                  </a:lnTo>
                  <a:lnTo>
                    <a:pt x="2734" y="12382"/>
                  </a:lnTo>
                  <a:lnTo>
                    <a:pt x="2754" y="12421"/>
                  </a:lnTo>
                  <a:lnTo>
                    <a:pt x="2793" y="12461"/>
                  </a:lnTo>
                  <a:lnTo>
                    <a:pt x="2853" y="12481"/>
                  </a:lnTo>
                  <a:lnTo>
                    <a:pt x="2853" y="20346"/>
                  </a:lnTo>
                  <a:lnTo>
                    <a:pt x="198" y="23000"/>
                  </a:lnTo>
                  <a:lnTo>
                    <a:pt x="198" y="21158"/>
                  </a:lnTo>
                  <a:lnTo>
                    <a:pt x="1585" y="19771"/>
                  </a:lnTo>
                  <a:lnTo>
                    <a:pt x="1585" y="337"/>
                  </a:lnTo>
                  <a:lnTo>
                    <a:pt x="1624" y="317"/>
                  </a:lnTo>
                  <a:lnTo>
                    <a:pt x="1664" y="277"/>
                  </a:lnTo>
                  <a:lnTo>
                    <a:pt x="1684" y="238"/>
                  </a:lnTo>
                  <a:lnTo>
                    <a:pt x="1684" y="178"/>
                  </a:lnTo>
                  <a:lnTo>
                    <a:pt x="1684" y="119"/>
                  </a:lnTo>
                  <a:lnTo>
                    <a:pt x="1644" y="60"/>
                  </a:lnTo>
                  <a:lnTo>
                    <a:pt x="1585" y="20"/>
                  </a:lnTo>
                  <a:lnTo>
                    <a:pt x="1525"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3"/>
            <p:cNvSpPr/>
            <p:nvPr/>
          </p:nvSpPr>
          <p:spPr>
            <a:xfrm>
              <a:off x="238125" y="1088150"/>
              <a:ext cx="76275" cy="1346650"/>
            </a:xfrm>
            <a:custGeom>
              <a:avLst/>
              <a:gdLst/>
              <a:ahLst/>
              <a:cxnLst/>
              <a:rect l="l" t="t" r="r" b="b"/>
              <a:pathLst>
                <a:path w="3051" h="53866" fill="none" extrusionOk="0">
                  <a:moveTo>
                    <a:pt x="1525" y="0"/>
                  </a:moveTo>
                  <a:lnTo>
                    <a:pt x="1525" y="0"/>
                  </a:lnTo>
                  <a:lnTo>
                    <a:pt x="1466" y="20"/>
                  </a:lnTo>
                  <a:lnTo>
                    <a:pt x="1407" y="60"/>
                  </a:lnTo>
                  <a:lnTo>
                    <a:pt x="1367" y="119"/>
                  </a:lnTo>
                  <a:lnTo>
                    <a:pt x="1367" y="178"/>
                  </a:lnTo>
                  <a:lnTo>
                    <a:pt x="1367" y="178"/>
                  </a:lnTo>
                  <a:lnTo>
                    <a:pt x="1367" y="238"/>
                  </a:lnTo>
                  <a:lnTo>
                    <a:pt x="1407" y="277"/>
                  </a:lnTo>
                  <a:lnTo>
                    <a:pt x="1446" y="317"/>
                  </a:lnTo>
                  <a:lnTo>
                    <a:pt x="1506" y="337"/>
                  </a:lnTo>
                  <a:lnTo>
                    <a:pt x="1506" y="19731"/>
                  </a:lnTo>
                  <a:lnTo>
                    <a:pt x="198" y="21039"/>
                  </a:lnTo>
                  <a:lnTo>
                    <a:pt x="198" y="5488"/>
                  </a:lnTo>
                  <a:lnTo>
                    <a:pt x="198" y="5488"/>
                  </a:lnTo>
                  <a:lnTo>
                    <a:pt x="258" y="5468"/>
                  </a:lnTo>
                  <a:lnTo>
                    <a:pt x="297" y="5428"/>
                  </a:lnTo>
                  <a:lnTo>
                    <a:pt x="317" y="5389"/>
                  </a:lnTo>
                  <a:lnTo>
                    <a:pt x="317" y="5329"/>
                  </a:lnTo>
                  <a:lnTo>
                    <a:pt x="317" y="5329"/>
                  </a:lnTo>
                  <a:lnTo>
                    <a:pt x="317" y="5270"/>
                  </a:lnTo>
                  <a:lnTo>
                    <a:pt x="277" y="5210"/>
                  </a:lnTo>
                  <a:lnTo>
                    <a:pt x="218" y="5171"/>
                  </a:lnTo>
                  <a:lnTo>
                    <a:pt x="158" y="5171"/>
                  </a:lnTo>
                  <a:lnTo>
                    <a:pt x="158" y="5171"/>
                  </a:lnTo>
                  <a:lnTo>
                    <a:pt x="99" y="5171"/>
                  </a:lnTo>
                  <a:lnTo>
                    <a:pt x="40" y="5210"/>
                  </a:lnTo>
                  <a:lnTo>
                    <a:pt x="0" y="5270"/>
                  </a:lnTo>
                  <a:lnTo>
                    <a:pt x="0" y="5329"/>
                  </a:lnTo>
                  <a:lnTo>
                    <a:pt x="0" y="5329"/>
                  </a:lnTo>
                  <a:lnTo>
                    <a:pt x="0" y="5389"/>
                  </a:lnTo>
                  <a:lnTo>
                    <a:pt x="20" y="5428"/>
                  </a:lnTo>
                  <a:lnTo>
                    <a:pt x="59" y="5468"/>
                  </a:lnTo>
                  <a:lnTo>
                    <a:pt x="119" y="5488"/>
                  </a:lnTo>
                  <a:lnTo>
                    <a:pt x="119" y="33975"/>
                  </a:lnTo>
                  <a:lnTo>
                    <a:pt x="1882" y="35738"/>
                  </a:lnTo>
                  <a:lnTo>
                    <a:pt x="1882" y="53865"/>
                  </a:lnTo>
                  <a:lnTo>
                    <a:pt x="1961" y="53865"/>
                  </a:lnTo>
                  <a:lnTo>
                    <a:pt x="1961" y="35719"/>
                  </a:lnTo>
                  <a:lnTo>
                    <a:pt x="198" y="33936"/>
                  </a:lnTo>
                  <a:lnTo>
                    <a:pt x="198" y="30370"/>
                  </a:lnTo>
                  <a:lnTo>
                    <a:pt x="1466" y="29102"/>
                  </a:lnTo>
                  <a:lnTo>
                    <a:pt x="1466" y="29102"/>
                  </a:lnTo>
                  <a:lnTo>
                    <a:pt x="1506" y="29102"/>
                  </a:lnTo>
                  <a:lnTo>
                    <a:pt x="1545" y="29122"/>
                  </a:lnTo>
                  <a:lnTo>
                    <a:pt x="1545" y="29122"/>
                  </a:lnTo>
                  <a:lnTo>
                    <a:pt x="1624" y="29102"/>
                  </a:lnTo>
                  <a:lnTo>
                    <a:pt x="1664" y="29062"/>
                  </a:lnTo>
                  <a:lnTo>
                    <a:pt x="1704" y="29023"/>
                  </a:lnTo>
                  <a:lnTo>
                    <a:pt x="1724" y="28943"/>
                  </a:lnTo>
                  <a:lnTo>
                    <a:pt x="1724" y="28943"/>
                  </a:lnTo>
                  <a:lnTo>
                    <a:pt x="1704" y="28884"/>
                  </a:lnTo>
                  <a:lnTo>
                    <a:pt x="1664" y="28825"/>
                  </a:lnTo>
                  <a:lnTo>
                    <a:pt x="1624" y="28805"/>
                  </a:lnTo>
                  <a:lnTo>
                    <a:pt x="1545" y="28785"/>
                  </a:lnTo>
                  <a:lnTo>
                    <a:pt x="1545" y="28785"/>
                  </a:lnTo>
                  <a:lnTo>
                    <a:pt x="1486" y="28805"/>
                  </a:lnTo>
                  <a:lnTo>
                    <a:pt x="1426" y="28825"/>
                  </a:lnTo>
                  <a:lnTo>
                    <a:pt x="1407" y="28884"/>
                  </a:lnTo>
                  <a:lnTo>
                    <a:pt x="1387" y="28943"/>
                  </a:lnTo>
                  <a:lnTo>
                    <a:pt x="1387" y="28943"/>
                  </a:lnTo>
                  <a:lnTo>
                    <a:pt x="1387" y="29003"/>
                  </a:lnTo>
                  <a:lnTo>
                    <a:pt x="1407" y="29042"/>
                  </a:lnTo>
                  <a:lnTo>
                    <a:pt x="198" y="30251"/>
                  </a:lnTo>
                  <a:lnTo>
                    <a:pt x="198" y="23119"/>
                  </a:lnTo>
                  <a:lnTo>
                    <a:pt x="2932" y="20385"/>
                  </a:lnTo>
                  <a:lnTo>
                    <a:pt x="2932" y="12481"/>
                  </a:lnTo>
                  <a:lnTo>
                    <a:pt x="2932" y="12481"/>
                  </a:lnTo>
                  <a:lnTo>
                    <a:pt x="2991" y="12461"/>
                  </a:lnTo>
                  <a:lnTo>
                    <a:pt x="3031" y="12421"/>
                  </a:lnTo>
                  <a:lnTo>
                    <a:pt x="3051" y="12382"/>
                  </a:lnTo>
                  <a:lnTo>
                    <a:pt x="3051" y="12322"/>
                  </a:lnTo>
                  <a:lnTo>
                    <a:pt x="3051" y="12322"/>
                  </a:lnTo>
                  <a:lnTo>
                    <a:pt x="3051" y="12263"/>
                  </a:lnTo>
                  <a:lnTo>
                    <a:pt x="3011" y="12203"/>
                  </a:lnTo>
                  <a:lnTo>
                    <a:pt x="2952" y="12164"/>
                  </a:lnTo>
                  <a:lnTo>
                    <a:pt x="2892" y="12164"/>
                  </a:lnTo>
                  <a:lnTo>
                    <a:pt x="2892" y="12164"/>
                  </a:lnTo>
                  <a:lnTo>
                    <a:pt x="2892" y="12164"/>
                  </a:lnTo>
                  <a:lnTo>
                    <a:pt x="2892" y="12164"/>
                  </a:lnTo>
                  <a:lnTo>
                    <a:pt x="2833" y="12164"/>
                  </a:lnTo>
                  <a:lnTo>
                    <a:pt x="2774" y="12203"/>
                  </a:lnTo>
                  <a:lnTo>
                    <a:pt x="2734" y="12263"/>
                  </a:lnTo>
                  <a:lnTo>
                    <a:pt x="2734" y="12322"/>
                  </a:lnTo>
                  <a:lnTo>
                    <a:pt x="2734" y="12322"/>
                  </a:lnTo>
                  <a:lnTo>
                    <a:pt x="2734" y="12382"/>
                  </a:lnTo>
                  <a:lnTo>
                    <a:pt x="2754" y="12421"/>
                  </a:lnTo>
                  <a:lnTo>
                    <a:pt x="2793" y="12461"/>
                  </a:lnTo>
                  <a:lnTo>
                    <a:pt x="2853" y="12481"/>
                  </a:lnTo>
                  <a:lnTo>
                    <a:pt x="2853" y="20346"/>
                  </a:lnTo>
                  <a:lnTo>
                    <a:pt x="198" y="23000"/>
                  </a:lnTo>
                  <a:lnTo>
                    <a:pt x="198" y="21158"/>
                  </a:lnTo>
                  <a:lnTo>
                    <a:pt x="1585" y="19771"/>
                  </a:lnTo>
                  <a:lnTo>
                    <a:pt x="1585" y="337"/>
                  </a:lnTo>
                  <a:lnTo>
                    <a:pt x="1585" y="337"/>
                  </a:lnTo>
                  <a:lnTo>
                    <a:pt x="1624" y="317"/>
                  </a:lnTo>
                  <a:lnTo>
                    <a:pt x="1664" y="277"/>
                  </a:lnTo>
                  <a:lnTo>
                    <a:pt x="1684" y="238"/>
                  </a:lnTo>
                  <a:lnTo>
                    <a:pt x="1684" y="178"/>
                  </a:lnTo>
                  <a:lnTo>
                    <a:pt x="1684" y="178"/>
                  </a:lnTo>
                  <a:lnTo>
                    <a:pt x="1684" y="119"/>
                  </a:lnTo>
                  <a:lnTo>
                    <a:pt x="1644" y="60"/>
                  </a:lnTo>
                  <a:lnTo>
                    <a:pt x="1585" y="20"/>
                  </a:lnTo>
                  <a:lnTo>
                    <a:pt x="1525"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3"/>
            <p:cNvSpPr/>
            <p:nvPr/>
          </p:nvSpPr>
          <p:spPr>
            <a:xfrm>
              <a:off x="979525" y="1078725"/>
              <a:ext cx="54025" cy="1356075"/>
            </a:xfrm>
            <a:custGeom>
              <a:avLst/>
              <a:gdLst/>
              <a:ahLst/>
              <a:cxnLst/>
              <a:rect l="l" t="t" r="r" b="b"/>
              <a:pathLst>
                <a:path w="2161" h="54243" extrusionOk="0">
                  <a:moveTo>
                    <a:pt x="159" y="1"/>
                  </a:moveTo>
                  <a:lnTo>
                    <a:pt x="100" y="21"/>
                  </a:lnTo>
                  <a:lnTo>
                    <a:pt x="40" y="60"/>
                  </a:lnTo>
                  <a:lnTo>
                    <a:pt x="1" y="120"/>
                  </a:lnTo>
                  <a:lnTo>
                    <a:pt x="1" y="179"/>
                  </a:lnTo>
                  <a:lnTo>
                    <a:pt x="1" y="238"/>
                  </a:lnTo>
                  <a:lnTo>
                    <a:pt x="40" y="278"/>
                  </a:lnTo>
                  <a:lnTo>
                    <a:pt x="80" y="318"/>
                  </a:lnTo>
                  <a:lnTo>
                    <a:pt x="120" y="338"/>
                  </a:lnTo>
                  <a:lnTo>
                    <a:pt x="120" y="12996"/>
                  </a:lnTo>
                  <a:lnTo>
                    <a:pt x="2081" y="14958"/>
                  </a:lnTo>
                  <a:lnTo>
                    <a:pt x="2081" y="54242"/>
                  </a:lnTo>
                  <a:lnTo>
                    <a:pt x="2160" y="54242"/>
                  </a:lnTo>
                  <a:lnTo>
                    <a:pt x="2160" y="14938"/>
                  </a:lnTo>
                  <a:lnTo>
                    <a:pt x="199" y="12977"/>
                  </a:lnTo>
                  <a:lnTo>
                    <a:pt x="199" y="338"/>
                  </a:lnTo>
                  <a:lnTo>
                    <a:pt x="258" y="318"/>
                  </a:lnTo>
                  <a:lnTo>
                    <a:pt x="298" y="278"/>
                  </a:lnTo>
                  <a:lnTo>
                    <a:pt x="318" y="238"/>
                  </a:lnTo>
                  <a:lnTo>
                    <a:pt x="337" y="179"/>
                  </a:lnTo>
                  <a:lnTo>
                    <a:pt x="318" y="120"/>
                  </a:lnTo>
                  <a:lnTo>
                    <a:pt x="278" y="60"/>
                  </a:lnTo>
                  <a:lnTo>
                    <a:pt x="219" y="21"/>
                  </a:lnTo>
                  <a:lnTo>
                    <a:pt x="159"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3"/>
            <p:cNvSpPr/>
            <p:nvPr/>
          </p:nvSpPr>
          <p:spPr>
            <a:xfrm>
              <a:off x="979525" y="1078725"/>
              <a:ext cx="54025" cy="1356075"/>
            </a:xfrm>
            <a:custGeom>
              <a:avLst/>
              <a:gdLst/>
              <a:ahLst/>
              <a:cxnLst/>
              <a:rect l="l" t="t" r="r" b="b"/>
              <a:pathLst>
                <a:path w="2161" h="54243" fill="none" extrusionOk="0">
                  <a:moveTo>
                    <a:pt x="159" y="1"/>
                  </a:moveTo>
                  <a:lnTo>
                    <a:pt x="159" y="1"/>
                  </a:lnTo>
                  <a:lnTo>
                    <a:pt x="100" y="21"/>
                  </a:lnTo>
                  <a:lnTo>
                    <a:pt x="40" y="60"/>
                  </a:lnTo>
                  <a:lnTo>
                    <a:pt x="1" y="120"/>
                  </a:lnTo>
                  <a:lnTo>
                    <a:pt x="1" y="179"/>
                  </a:lnTo>
                  <a:lnTo>
                    <a:pt x="1" y="179"/>
                  </a:lnTo>
                  <a:lnTo>
                    <a:pt x="1" y="238"/>
                  </a:lnTo>
                  <a:lnTo>
                    <a:pt x="40" y="278"/>
                  </a:lnTo>
                  <a:lnTo>
                    <a:pt x="80" y="318"/>
                  </a:lnTo>
                  <a:lnTo>
                    <a:pt x="120" y="338"/>
                  </a:lnTo>
                  <a:lnTo>
                    <a:pt x="120" y="12996"/>
                  </a:lnTo>
                  <a:lnTo>
                    <a:pt x="2081" y="14958"/>
                  </a:lnTo>
                  <a:lnTo>
                    <a:pt x="2081" y="54242"/>
                  </a:lnTo>
                  <a:lnTo>
                    <a:pt x="2160" y="54242"/>
                  </a:lnTo>
                  <a:lnTo>
                    <a:pt x="2160" y="14938"/>
                  </a:lnTo>
                  <a:lnTo>
                    <a:pt x="199" y="12977"/>
                  </a:lnTo>
                  <a:lnTo>
                    <a:pt x="199" y="338"/>
                  </a:lnTo>
                  <a:lnTo>
                    <a:pt x="199" y="338"/>
                  </a:lnTo>
                  <a:lnTo>
                    <a:pt x="258" y="318"/>
                  </a:lnTo>
                  <a:lnTo>
                    <a:pt x="298" y="278"/>
                  </a:lnTo>
                  <a:lnTo>
                    <a:pt x="318" y="238"/>
                  </a:lnTo>
                  <a:lnTo>
                    <a:pt x="337" y="179"/>
                  </a:lnTo>
                  <a:lnTo>
                    <a:pt x="337" y="179"/>
                  </a:lnTo>
                  <a:lnTo>
                    <a:pt x="318" y="120"/>
                  </a:lnTo>
                  <a:lnTo>
                    <a:pt x="278" y="60"/>
                  </a:lnTo>
                  <a:lnTo>
                    <a:pt x="219" y="21"/>
                  </a:lnTo>
                  <a:lnTo>
                    <a:pt x="159"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3"/>
            <p:cNvSpPr/>
            <p:nvPr/>
          </p:nvSpPr>
          <p:spPr>
            <a:xfrm>
              <a:off x="1003800" y="1025750"/>
              <a:ext cx="54500" cy="1409050"/>
            </a:xfrm>
            <a:custGeom>
              <a:avLst/>
              <a:gdLst/>
              <a:ahLst/>
              <a:cxnLst/>
              <a:rect l="l" t="t" r="r" b="b"/>
              <a:pathLst>
                <a:path w="2180" h="56362" extrusionOk="0">
                  <a:moveTo>
                    <a:pt x="179" y="0"/>
                  </a:moveTo>
                  <a:lnTo>
                    <a:pt x="99" y="20"/>
                  </a:lnTo>
                  <a:lnTo>
                    <a:pt x="60" y="59"/>
                  </a:lnTo>
                  <a:lnTo>
                    <a:pt x="20" y="119"/>
                  </a:lnTo>
                  <a:lnTo>
                    <a:pt x="0" y="178"/>
                  </a:lnTo>
                  <a:lnTo>
                    <a:pt x="20" y="238"/>
                  </a:lnTo>
                  <a:lnTo>
                    <a:pt x="40" y="277"/>
                  </a:lnTo>
                  <a:lnTo>
                    <a:pt x="80" y="317"/>
                  </a:lnTo>
                  <a:lnTo>
                    <a:pt x="139" y="337"/>
                  </a:lnTo>
                  <a:lnTo>
                    <a:pt x="139" y="14719"/>
                  </a:lnTo>
                  <a:lnTo>
                    <a:pt x="2100" y="16681"/>
                  </a:lnTo>
                  <a:lnTo>
                    <a:pt x="2100" y="56361"/>
                  </a:lnTo>
                  <a:lnTo>
                    <a:pt x="2180" y="56361"/>
                  </a:lnTo>
                  <a:lnTo>
                    <a:pt x="2180" y="16641"/>
                  </a:lnTo>
                  <a:lnTo>
                    <a:pt x="218" y="14680"/>
                  </a:lnTo>
                  <a:lnTo>
                    <a:pt x="218" y="337"/>
                  </a:lnTo>
                  <a:lnTo>
                    <a:pt x="258" y="317"/>
                  </a:lnTo>
                  <a:lnTo>
                    <a:pt x="298" y="277"/>
                  </a:lnTo>
                  <a:lnTo>
                    <a:pt x="337" y="238"/>
                  </a:lnTo>
                  <a:lnTo>
                    <a:pt x="337" y="178"/>
                  </a:lnTo>
                  <a:lnTo>
                    <a:pt x="337" y="119"/>
                  </a:lnTo>
                  <a:lnTo>
                    <a:pt x="298" y="59"/>
                  </a:lnTo>
                  <a:lnTo>
                    <a:pt x="238" y="20"/>
                  </a:lnTo>
                  <a:lnTo>
                    <a:pt x="179"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3"/>
            <p:cNvSpPr/>
            <p:nvPr/>
          </p:nvSpPr>
          <p:spPr>
            <a:xfrm>
              <a:off x="1003800" y="1025750"/>
              <a:ext cx="54500" cy="1409050"/>
            </a:xfrm>
            <a:custGeom>
              <a:avLst/>
              <a:gdLst/>
              <a:ahLst/>
              <a:cxnLst/>
              <a:rect l="l" t="t" r="r" b="b"/>
              <a:pathLst>
                <a:path w="2180" h="56362" fill="none" extrusionOk="0">
                  <a:moveTo>
                    <a:pt x="179" y="0"/>
                  </a:moveTo>
                  <a:lnTo>
                    <a:pt x="179" y="0"/>
                  </a:lnTo>
                  <a:lnTo>
                    <a:pt x="99" y="20"/>
                  </a:lnTo>
                  <a:lnTo>
                    <a:pt x="60" y="59"/>
                  </a:lnTo>
                  <a:lnTo>
                    <a:pt x="20" y="119"/>
                  </a:lnTo>
                  <a:lnTo>
                    <a:pt x="0" y="178"/>
                  </a:lnTo>
                  <a:lnTo>
                    <a:pt x="0" y="178"/>
                  </a:lnTo>
                  <a:lnTo>
                    <a:pt x="20" y="238"/>
                  </a:lnTo>
                  <a:lnTo>
                    <a:pt x="40" y="277"/>
                  </a:lnTo>
                  <a:lnTo>
                    <a:pt x="80" y="317"/>
                  </a:lnTo>
                  <a:lnTo>
                    <a:pt x="139" y="337"/>
                  </a:lnTo>
                  <a:lnTo>
                    <a:pt x="139" y="14719"/>
                  </a:lnTo>
                  <a:lnTo>
                    <a:pt x="2100" y="16681"/>
                  </a:lnTo>
                  <a:lnTo>
                    <a:pt x="2100" y="56361"/>
                  </a:lnTo>
                  <a:lnTo>
                    <a:pt x="2180" y="56361"/>
                  </a:lnTo>
                  <a:lnTo>
                    <a:pt x="2180" y="16641"/>
                  </a:lnTo>
                  <a:lnTo>
                    <a:pt x="218" y="14680"/>
                  </a:lnTo>
                  <a:lnTo>
                    <a:pt x="218" y="337"/>
                  </a:lnTo>
                  <a:lnTo>
                    <a:pt x="218" y="337"/>
                  </a:lnTo>
                  <a:lnTo>
                    <a:pt x="258" y="317"/>
                  </a:lnTo>
                  <a:lnTo>
                    <a:pt x="298" y="277"/>
                  </a:lnTo>
                  <a:lnTo>
                    <a:pt x="337" y="238"/>
                  </a:lnTo>
                  <a:lnTo>
                    <a:pt x="337" y="178"/>
                  </a:lnTo>
                  <a:lnTo>
                    <a:pt x="337" y="178"/>
                  </a:lnTo>
                  <a:lnTo>
                    <a:pt x="337" y="119"/>
                  </a:lnTo>
                  <a:lnTo>
                    <a:pt x="298" y="59"/>
                  </a:lnTo>
                  <a:lnTo>
                    <a:pt x="238" y="20"/>
                  </a:lnTo>
                  <a:lnTo>
                    <a:pt x="179"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3"/>
            <p:cNvSpPr/>
            <p:nvPr/>
          </p:nvSpPr>
          <p:spPr>
            <a:xfrm>
              <a:off x="428800" y="2022200"/>
              <a:ext cx="8425" cy="412600"/>
            </a:xfrm>
            <a:custGeom>
              <a:avLst/>
              <a:gdLst/>
              <a:ahLst/>
              <a:cxnLst/>
              <a:rect l="l" t="t" r="r" b="b"/>
              <a:pathLst>
                <a:path w="337" h="16504" extrusionOk="0">
                  <a:moveTo>
                    <a:pt x="178" y="1"/>
                  </a:moveTo>
                  <a:lnTo>
                    <a:pt x="99" y="21"/>
                  </a:lnTo>
                  <a:lnTo>
                    <a:pt x="60" y="60"/>
                  </a:lnTo>
                  <a:lnTo>
                    <a:pt x="20" y="100"/>
                  </a:lnTo>
                  <a:lnTo>
                    <a:pt x="0" y="179"/>
                  </a:lnTo>
                  <a:lnTo>
                    <a:pt x="20" y="219"/>
                  </a:lnTo>
                  <a:lnTo>
                    <a:pt x="40" y="278"/>
                  </a:lnTo>
                  <a:lnTo>
                    <a:pt x="79" y="318"/>
                  </a:lnTo>
                  <a:lnTo>
                    <a:pt x="139" y="338"/>
                  </a:lnTo>
                  <a:lnTo>
                    <a:pt x="139" y="16503"/>
                  </a:lnTo>
                  <a:lnTo>
                    <a:pt x="218" y="16503"/>
                  </a:lnTo>
                  <a:lnTo>
                    <a:pt x="218" y="338"/>
                  </a:lnTo>
                  <a:lnTo>
                    <a:pt x="258" y="318"/>
                  </a:lnTo>
                  <a:lnTo>
                    <a:pt x="297" y="278"/>
                  </a:lnTo>
                  <a:lnTo>
                    <a:pt x="337" y="219"/>
                  </a:lnTo>
                  <a:lnTo>
                    <a:pt x="337" y="179"/>
                  </a:lnTo>
                  <a:lnTo>
                    <a:pt x="317" y="100"/>
                  </a:lnTo>
                  <a:lnTo>
                    <a:pt x="297" y="60"/>
                  </a:lnTo>
                  <a:lnTo>
                    <a:pt x="238" y="21"/>
                  </a:lnTo>
                  <a:lnTo>
                    <a:pt x="178"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
            <p:cNvSpPr/>
            <p:nvPr/>
          </p:nvSpPr>
          <p:spPr>
            <a:xfrm>
              <a:off x="428800" y="2022200"/>
              <a:ext cx="8425" cy="412600"/>
            </a:xfrm>
            <a:custGeom>
              <a:avLst/>
              <a:gdLst/>
              <a:ahLst/>
              <a:cxnLst/>
              <a:rect l="l" t="t" r="r" b="b"/>
              <a:pathLst>
                <a:path w="337" h="16504" fill="none" extrusionOk="0">
                  <a:moveTo>
                    <a:pt x="178" y="1"/>
                  </a:moveTo>
                  <a:lnTo>
                    <a:pt x="178" y="1"/>
                  </a:lnTo>
                  <a:lnTo>
                    <a:pt x="99" y="21"/>
                  </a:lnTo>
                  <a:lnTo>
                    <a:pt x="60" y="60"/>
                  </a:lnTo>
                  <a:lnTo>
                    <a:pt x="20" y="100"/>
                  </a:lnTo>
                  <a:lnTo>
                    <a:pt x="0" y="179"/>
                  </a:lnTo>
                  <a:lnTo>
                    <a:pt x="0" y="179"/>
                  </a:lnTo>
                  <a:lnTo>
                    <a:pt x="20" y="219"/>
                  </a:lnTo>
                  <a:lnTo>
                    <a:pt x="40" y="278"/>
                  </a:lnTo>
                  <a:lnTo>
                    <a:pt x="79" y="318"/>
                  </a:lnTo>
                  <a:lnTo>
                    <a:pt x="139" y="338"/>
                  </a:lnTo>
                  <a:lnTo>
                    <a:pt x="139" y="16503"/>
                  </a:lnTo>
                  <a:lnTo>
                    <a:pt x="218" y="16503"/>
                  </a:lnTo>
                  <a:lnTo>
                    <a:pt x="218" y="338"/>
                  </a:lnTo>
                  <a:lnTo>
                    <a:pt x="218" y="338"/>
                  </a:lnTo>
                  <a:lnTo>
                    <a:pt x="258" y="318"/>
                  </a:lnTo>
                  <a:lnTo>
                    <a:pt x="297" y="278"/>
                  </a:lnTo>
                  <a:lnTo>
                    <a:pt x="337" y="219"/>
                  </a:lnTo>
                  <a:lnTo>
                    <a:pt x="337" y="179"/>
                  </a:lnTo>
                  <a:lnTo>
                    <a:pt x="337" y="179"/>
                  </a:lnTo>
                  <a:lnTo>
                    <a:pt x="317" y="100"/>
                  </a:lnTo>
                  <a:lnTo>
                    <a:pt x="297" y="60"/>
                  </a:lnTo>
                  <a:lnTo>
                    <a:pt x="238" y="21"/>
                  </a:lnTo>
                  <a:lnTo>
                    <a:pt x="178"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
            <p:cNvSpPr/>
            <p:nvPr/>
          </p:nvSpPr>
          <p:spPr>
            <a:xfrm>
              <a:off x="309425" y="1428400"/>
              <a:ext cx="54500" cy="1006400"/>
            </a:xfrm>
            <a:custGeom>
              <a:avLst/>
              <a:gdLst/>
              <a:ahLst/>
              <a:cxnLst/>
              <a:rect l="l" t="t" r="r" b="b"/>
              <a:pathLst>
                <a:path w="2180" h="40256" extrusionOk="0">
                  <a:moveTo>
                    <a:pt x="1942" y="0"/>
                  </a:moveTo>
                  <a:lnTo>
                    <a:pt x="1883" y="40"/>
                  </a:lnTo>
                  <a:lnTo>
                    <a:pt x="1843" y="99"/>
                  </a:lnTo>
                  <a:lnTo>
                    <a:pt x="1843" y="159"/>
                  </a:lnTo>
                  <a:lnTo>
                    <a:pt x="1843" y="218"/>
                  </a:lnTo>
                  <a:lnTo>
                    <a:pt x="1863" y="258"/>
                  </a:lnTo>
                  <a:lnTo>
                    <a:pt x="1903" y="297"/>
                  </a:lnTo>
                  <a:lnTo>
                    <a:pt x="1962" y="317"/>
                  </a:lnTo>
                  <a:lnTo>
                    <a:pt x="1962" y="7508"/>
                  </a:lnTo>
                  <a:lnTo>
                    <a:pt x="21" y="9469"/>
                  </a:lnTo>
                  <a:lnTo>
                    <a:pt x="40" y="9489"/>
                  </a:lnTo>
                  <a:lnTo>
                    <a:pt x="1" y="9489"/>
                  </a:lnTo>
                  <a:lnTo>
                    <a:pt x="1" y="40255"/>
                  </a:lnTo>
                  <a:lnTo>
                    <a:pt x="80" y="40255"/>
                  </a:lnTo>
                  <a:lnTo>
                    <a:pt x="80" y="9509"/>
                  </a:lnTo>
                  <a:lnTo>
                    <a:pt x="2041" y="7548"/>
                  </a:lnTo>
                  <a:lnTo>
                    <a:pt x="2041" y="317"/>
                  </a:lnTo>
                  <a:lnTo>
                    <a:pt x="2101" y="297"/>
                  </a:lnTo>
                  <a:lnTo>
                    <a:pt x="2140" y="258"/>
                  </a:lnTo>
                  <a:lnTo>
                    <a:pt x="2160" y="218"/>
                  </a:lnTo>
                  <a:lnTo>
                    <a:pt x="2180" y="159"/>
                  </a:lnTo>
                  <a:lnTo>
                    <a:pt x="2160" y="99"/>
                  </a:lnTo>
                  <a:lnTo>
                    <a:pt x="2120" y="40"/>
                  </a:lnTo>
                  <a:lnTo>
                    <a:pt x="2061"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
            <p:cNvSpPr/>
            <p:nvPr/>
          </p:nvSpPr>
          <p:spPr>
            <a:xfrm>
              <a:off x="309425" y="1428400"/>
              <a:ext cx="54500" cy="1006400"/>
            </a:xfrm>
            <a:custGeom>
              <a:avLst/>
              <a:gdLst/>
              <a:ahLst/>
              <a:cxnLst/>
              <a:rect l="l" t="t" r="r" b="b"/>
              <a:pathLst>
                <a:path w="2180" h="40256" fill="none" extrusionOk="0">
                  <a:moveTo>
                    <a:pt x="2002" y="0"/>
                  </a:moveTo>
                  <a:lnTo>
                    <a:pt x="2002" y="0"/>
                  </a:lnTo>
                  <a:lnTo>
                    <a:pt x="2002" y="0"/>
                  </a:lnTo>
                  <a:lnTo>
                    <a:pt x="2002" y="0"/>
                  </a:lnTo>
                  <a:lnTo>
                    <a:pt x="1942" y="0"/>
                  </a:lnTo>
                  <a:lnTo>
                    <a:pt x="1883" y="40"/>
                  </a:lnTo>
                  <a:lnTo>
                    <a:pt x="1843" y="99"/>
                  </a:lnTo>
                  <a:lnTo>
                    <a:pt x="1843" y="159"/>
                  </a:lnTo>
                  <a:lnTo>
                    <a:pt x="1843" y="159"/>
                  </a:lnTo>
                  <a:lnTo>
                    <a:pt x="1843" y="218"/>
                  </a:lnTo>
                  <a:lnTo>
                    <a:pt x="1863" y="258"/>
                  </a:lnTo>
                  <a:lnTo>
                    <a:pt x="1903" y="297"/>
                  </a:lnTo>
                  <a:lnTo>
                    <a:pt x="1962" y="317"/>
                  </a:lnTo>
                  <a:lnTo>
                    <a:pt x="1962" y="7508"/>
                  </a:lnTo>
                  <a:lnTo>
                    <a:pt x="21" y="9469"/>
                  </a:lnTo>
                  <a:lnTo>
                    <a:pt x="40" y="9489"/>
                  </a:lnTo>
                  <a:lnTo>
                    <a:pt x="1" y="9489"/>
                  </a:lnTo>
                  <a:lnTo>
                    <a:pt x="1" y="40255"/>
                  </a:lnTo>
                  <a:lnTo>
                    <a:pt x="80" y="40255"/>
                  </a:lnTo>
                  <a:lnTo>
                    <a:pt x="80" y="9509"/>
                  </a:lnTo>
                  <a:lnTo>
                    <a:pt x="2041" y="7548"/>
                  </a:lnTo>
                  <a:lnTo>
                    <a:pt x="2041" y="317"/>
                  </a:lnTo>
                  <a:lnTo>
                    <a:pt x="2041" y="317"/>
                  </a:lnTo>
                  <a:lnTo>
                    <a:pt x="2101" y="297"/>
                  </a:lnTo>
                  <a:lnTo>
                    <a:pt x="2140" y="258"/>
                  </a:lnTo>
                  <a:lnTo>
                    <a:pt x="2160" y="218"/>
                  </a:lnTo>
                  <a:lnTo>
                    <a:pt x="2180" y="159"/>
                  </a:lnTo>
                  <a:lnTo>
                    <a:pt x="2180" y="159"/>
                  </a:lnTo>
                  <a:lnTo>
                    <a:pt x="2160" y="99"/>
                  </a:lnTo>
                  <a:lnTo>
                    <a:pt x="2120" y="40"/>
                  </a:lnTo>
                  <a:lnTo>
                    <a:pt x="2061" y="0"/>
                  </a:lnTo>
                  <a:lnTo>
                    <a:pt x="2002"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
            <p:cNvSpPr/>
            <p:nvPr/>
          </p:nvSpPr>
          <p:spPr>
            <a:xfrm>
              <a:off x="404525" y="1687900"/>
              <a:ext cx="119875" cy="746900"/>
            </a:xfrm>
            <a:custGeom>
              <a:avLst/>
              <a:gdLst/>
              <a:ahLst/>
              <a:cxnLst/>
              <a:rect l="l" t="t" r="r" b="b"/>
              <a:pathLst>
                <a:path w="4795" h="29876" extrusionOk="0">
                  <a:moveTo>
                    <a:pt x="4636" y="1"/>
                  </a:moveTo>
                  <a:lnTo>
                    <a:pt x="4577" y="21"/>
                  </a:lnTo>
                  <a:lnTo>
                    <a:pt x="4517" y="60"/>
                  </a:lnTo>
                  <a:lnTo>
                    <a:pt x="4478" y="120"/>
                  </a:lnTo>
                  <a:lnTo>
                    <a:pt x="4478" y="179"/>
                  </a:lnTo>
                  <a:lnTo>
                    <a:pt x="4478" y="239"/>
                  </a:lnTo>
                  <a:lnTo>
                    <a:pt x="4497" y="278"/>
                  </a:lnTo>
                  <a:lnTo>
                    <a:pt x="4537" y="318"/>
                  </a:lnTo>
                  <a:lnTo>
                    <a:pt x="4596" y="338"/>
                  </a:lnTo>
                  <a:lnTo>
                    <a:pt x="4596" y="6736"/>
                  </a:lnTo>
                  <a:lnTo>
                    <a:pt x="199" y="11115"/>
                  </a:lnTo>
                  <a:lnTo>
                    <a:pt x="199" y="5825"/>
                  </a:lnTo>
                  <a:lnTo>
                    <a:pt x="258" y="5805"/>
                  </a:lnTo>
                  <a:lnTo>
                    <a:pt x="298" y="5766"/>
                  </a:lnTo>
                  <a:lnTo>
                    <a:pt x="317" y="5706"/>
                  </a:lnTo>
                  <a:lnTo>
                    <a:pt x="337" y="5667"/>
                  </a:lnTo>
                  <a:lnTo>
                    <a:pt x="317" y="5587"/>
                  </a:lnTo>
                  <a:lnTo>
                    <a:pt x="278" y="5548"/>
                  </a:lnTo>
                  <a:lnTo>
                    <a:pt x="218" y="5508"/>
                  </a:lnTo>
                  <a:lnTo>
                    <a:pt x="159" y="5488"/>
                  </a:lnTo>
                  <a:lnTo>
                    <a:pt x="99" y="5508"/>
                  </a:lnTo>
                  <a:lnTo>
                    <a:pt x="40" y="5548"/>
                  </a:lnTo>
                  <a:lnTo>
                    <a:pt x="0" y="5587"/>
                  </a:lnTo>
                  <a:lnTo>
                    <a:pt x="0" y="5667"/>
                  </a:lnTo>
                  <a:lnTo>
                    <a:pt x="0" y="5706"/>
                  </a:lnTo>
                  <a:lnTo>
                    <a:pt x="20" y="5766"/>
                  </a:lnTo>
                  <a:lnTo>
                    <a:pt x="60" y="5805"/>
                  </a:lnTo>
                  <a:lnTo>
                    <a:pt x="119" y="5825"/>
                  </a:lnTo>
                  <a:lnTo>
                    <a:pt x="119" y="29875"/>
                  </a:lnTo>
                  <a:lnTo>
                    <a:pt x="199" y="29875"/>
                  </a:lnTo>
                  <a:lnTo>
                    <a:pt x="199" y="11233"/>
                  </a:lnTo>
                  <a:lnTo>
                    <a:pt x="4676" y="6756"/>
                  </a:lnTo>
                  <a:lnTo>
                    <a:pt x="4676" y="338"/>
                  </a:lnTo>
                  <a:lnTo>
                    <a:pt x="4735" y="318"/>
                  </a:lnTo>
                  <a:lnTo>
                    <a:pt x="4775" y="278"/>
                  </a:lnTo>
                  <a:lnTo>
                    <a:pt x="4795" y="239"/>
                  </a:lnTo>
                  <a:lnTo>
                    <a:pt x="4795" y="179"/>
                  </a:lnTo>
                  <a:lnTo>
                    <a:pt x="4795" y="120"/>
                  </a:lnTo>
                  <a:lnTo>
                    <a:pt x="4755" y="60"/>
                  </a:lnTo>
                  <a:lnTo>
                    <a:pt x="4696" y="21"/>
                  </a:lnTo>
                  <a:lnTo>
                    <a:pt x="4636"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
            <p:cNvSpPr/>
            <p:nvPr/>
          </p:nvSpPr>
          <p:spPr>
            <a:xfrm>
              <a:off x="404525" y="1687900"/>
              <a:ext cx="119875" cy="746900"/>
            </a:xfrm>
            <a:custGeom>
              <a:avLst/>
              <a:gdLst/>
              <a:ahLst/>
              <a:cxnLst/>
              <a:rect l="l" t="t" r="r" b="b"/>
              <a:pathLst>
                <a:path w="4795" h="29876" fill="none" extrusionOk="0">
                  <a:moveTo>
                    <a:pt x="4636" y="1"/>
                  </a:moveTo>
                  <a:lnTo>
                    <a:pt x="4636" y="1"/>
                  </a:lnTo>
                  <a:lnTo>
                    <a:pt x="4577" y="21"/>
                  </a:lnTo>
                  <a:lnTo>
                    <a:pt x="4517" y="60"/>
                  </a:lnTo>
                  <a:lnTo>
                    <a:pt x="4478" y="120"/>
                  </a:lnTo>
                  <a:lnTo>
                    <a:pt x="4478" y="179"/>
                  </a:lnTo>
                  <a:lnTo>
                    <a:pt x="4478" y="179"/>
                  </a:lnTo>
                  <a:lnTo>
                    <a:pt x="4478" y="239"/>
                  </a:lnTo>
                  <a:lnTo>
                    <a:pt x="4497" y="278"/>
                  </a:lnTo>
                  <a:lnTo>
                    <a:pt x="4537" y="318"/>
                  </a:lnTo>
                  <a:lnTo>
                    <a:pt x="4596" y="338"/>
                  </a:lnTo>
                  <a:lnTo>
                    <a:pt x="4596" y="6736"/>
                  </a:lnTo>
                  <a:lnTo>
                    <a:pt x="199" y="11115"/>
                  </a:lnTo>
                  <a:lnTo>
                    <a:pt x="199" y="5825"/>
                  </a:lnTo>
                  <a:lnTo>
                    <a:pt x="199" y="5825"/>
                  </a:lnTo>
                  <a:lnTo>
                    <a:pt x="258" y="5805"/>
                  </a:lnTo>
                  <a:lnTo>
                    <a:pt x="298" y="5766"/>
                  </a:lnTo>
                  <a:lnTo>
                    <a:pt x="317" y="5706"/>
                  </a:lnTo>
                  <a:lnTo>
                    <a:pt x="337" y="5667"/>
                  </a:lnTo>
                  <a:lnTo>
                    <a:pt x="337" y="5667"/>
                  </a:lnTo>
                  <a:lnTo>
                    <a:pt x="317" y="5587"/>
                  </a:lnTo>
                  <a:lnTo>
                    <a:pt x="278" y="5548"/>
                  </a:lnTo>
                  <a:lnTo>
                    <a:pt x="218" y="5508"/>
                  </a:lnTo>
                  <a:lnTo>
                    <a:pt x="159" y="5488"/>
                  </a:lnTo>
                  <a:lnTo>
                    <a:pt x="159" y="5488"/>
                  </a:lnTo>
                  <a:lnTo>
                    <a:pt x="159" y="5488"/>
                  </a:lnTo>
                  <a:lnTo>
                    <a:pt x="159" y="5488"/>
                  </a:lnTo>
                  <a:lnTo>
                    <a:pt x="99" y="5508"/>
                  </a:lnTo>
                  <a:lnTo>
                    <a:pt x="40" y="5548"/>
                  </a:lnTo>
                  <a:lnTo>
                    <a:pt x="0" y="5587"/>
                  </a:lnTo>
                  <a:lnTo>
                    <a:pt x="0" y="5667"/>
                  </a:lnTo>
                  <a:lnTo>
                    <a:pt x="0" y="5667"/>
                  </a:lnTo>
                  <a:lnTo>
                    <a:pt x="0" y="5706"/>
                  </a:lnTo>
                  <a:lnTo>
                    <a:pt x="20" y="5766"/>
                  </a:lnTo>
                  <a:lnTo>
                    <a:pt x="60" y="5805"/>
                  </a:lnTo>
                  <a:lnTo>
                    <a:pt x="119" y="5825"/>
                  </a:lnTo>
                  <a:lnTo>
                    <a:pt x="119" y="29875"/>
                  </a:lnTo>
                  <a:lnTo>
                    <a:pt x="199" y="29875"/>
                  </a:lnTo>
                  <a:lnTo>
                    <a:pt x="199" y="11233"/>
                  </a:lnTo>
                  <a:lnTo>
                    <a:pt x="4676" y="6756"/>
                  </a:lnTo>
                  <a:lnTo>
                    <a:pt x="4676" y="338"/>
                  </a:lnTo>
                  <a:lnTo>
                    <a:pt x="4676" y="338"/>
                  </a:lnTo>
                  <a:lnTo>
                    <a:pt x="4735" y="318"/>
                  </a:lnTo>
                  <a:lnTo>
                    <a:pt x="4775" y="278"/>
                  </a:lnTo>
                  <a:lnTo>
                    <a:pt x="4795" y="239"/>
                  </a:lnTo>
                  <a:lnTo>
                    <a:pt x="4795" y="179"/>
                  </a:lnTo>
                  <a:lnTo>
                    <a:pt x="4795" y="179"/>
                  </a:lnTo>
                  <a:lnTo>
                    <a:pt x="4795" y="120"/>
                  </a:lnTo>
                  <a:lnTo>
                    <a:pt x="4755" y="60"/>
                  </a:lnTo>
                  <a:lnTo>
                    <a:pt x="4696" y="21"/>
                  </a:lnTo>
                  <a:lnTo>
                    <a:pt x="4636"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
            <p:cNvSpPr/>
            <p:nvPr/>
          </p:nvSpPr>
          <p:spPr>
            <a:xfrm>
              <a:off x="434250" y="1977150"/>
              <a:ext cx="55975" cy="457650"/>
            </a:xfrm>
            <a:custGeom>
              <a:avLst/>
              <a:gdLst/>
              <a:ahLst/>
              <a:cxnLst/>
              <a:rect l="l" t="t" r="r" b="b"/>
              <a:pathLst>
                <a:path w="2239" h="18306" extrusionOk="0">
                  <a:moveTo>
                    <a:pt x="178" y="0"/>
                  </a:moveTo>
                  <a:lnTo>
                    <a:pt x="99" y="20"/>
                  </a:lnTo>
                  <a:lnTo>
                    <a:pt x="59" y="60"/>
                  </a:lnTo>
                  <a:lnTo>
                    <a:pt x="20" y="99"/>
                  </a:lnTo>
                  <a:lnTo>
                    <a:pt x="0" y="178"/>
                  </a:lnTo>
                  <a:lnTo>
                    <a:pt x="20" y="238"/>
                  </a:lnTo>
                  <a:lnTo>
                    <a:pt x="59" y="297"/>
                  </a:lnTo>
                  <a:lnTo>
                    <a:pt x="99" y="317"/>
                  </a:lnTo>
                  <a:lnTo>
                    <a:pt x="178" y="337"/>
                  </a:lnTo>
                  <a:lnTo>
                    <a:pt x="218" y="337"/>
                  </a:lnTo>
                  <a:lnTo>
                    <a:pt x="258" y="317"/>
                  </a:lnTo>
                  <a:lnTo>
                    <a:pt x="2140" y="2199"/>
                  </a:lnTo>
                  <a:lnTo>
                    <a:pt x="2140" y="18305"/>
                  </a:lnTo>
                  <a:lnTo>
                    <a:pt x="2239" y="18305"/>
                  </a:lnTo>
                  <a:lnTo>
                    <a:pt x="2239" y="2179"/>
                  </a:lnTo>
                  <a:lnTo>
                    <a:pt x="317" y="258"/>
                  </a:lnTo>
                  <a:lnTo>
                    <a:pt x="337" y="218"/>
                  </a:lnTo>
                  <a:lnTo>
                    <a:pt x="337" y="178"/>
                  </a:lnTo>
                  <a:lnTo>
                    <a:pt x="317" y="99"/>
                  </a:lnTo>
                  <a:lnTo>
                    <a:pt x="297" y="60"/>
                  </a:lnTo>
                  <a:lnTo>
                    <a:pt x="238" y="20"/>
                  </a:lnTo>
                  <a:lnTo>
                    <a:pt x="178"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
            <p:cNvSpPr/>
            <p:nvPr/>
          </p:nvSpPr>
          <p:spPr>
            <a:xfrm>
              <a:off x="434250" y="1977150"/>
              <a:ext cx="55975" cy="457650"/>
            </a:xfrm>
            <a:custGeom>
              <a:avLst/>
              <a:gdLst/>
              <a:ahLst/>
              <a:cxnLst/>
              <a:rect l="l" t="t" r="r" b="b"/>
              <a:pathLst>
                <a:path w="2239" h="18306" fill="none" extrusionOk="0">
                  <a:moveTo>
                    <a:pt x="178" y="0"/>
                  </a:moveTo>
                  <a:lnTo>
                    <a:pt x="178" y="0"/>
                  </a:lnTo>
                  <a:lnTo>
                    <a:pt x="178" y="0"/>
                  </a:lnTo>
                  <a:lnTo>
                    <a:pt x="178" y="0"/>
                  </a:lnTo>
                  <a:lnTo>
                    <a:pt x="99" y="20"/>
                  </a:lnTo>
                  <a:lnTo>
                    <a:pt x="59" y="60"/>
                  </a:lnTo>
                  <a:lnTo>
                    <a:pt x="20" y="99"/>
                  </a:lnTo>
                  <a:lnTo>
                    <a:pt x="0" y="178"/>
                  </a:lnTo>
                  <a:lnTo>
                    <a:pt x="0" y="178"/>
                  </a:lnTo>
                  <a:lnTo>
                    <a:pt x="20" y="238"/>
                  </a:lnTo>
                  <a:lnTo>
                    <a:pt x="59" y="297"/>
                  </a:lnTo>
                  <a:lnTo>
                    <a:pt x="99" y="317"/>
                  </a:lnTo>
                  <a:lnTo>
                    <a:pt x="178" y="337"/>
                  </a:lnTo>
                  <a:lnTo>
                    <a:pt x="178" y="337"/>
                  </a:lnTo>
                  <a:lnTo>
                    <a:pt x="218" y="337"/>
                  </a:lnTo>
                  <a:lnTo>
                    <a:pt x="258" y="317"/>
                  </a:lnTo>
                  <a:lnTo>
                    <a:pt x="2140" y="2199"/>
                  </a:lnTo>
                  <a:lnTo>
                    <a:pt x="2140" y="18305"/>
                  </a:lnTo>
                  <a:lnTo>
                    <a:pt x="2239" y="18305"/>
                  </a:lnTo>
                  <a:lnTo>
                    <a:pt x="2239" y="2179"/>
                  </a:lnTo>
                  <a:lnTo>
                    <a:pt x="317" y="258"/>
                  </a:lnTo>
                  <a:lnTo>
                    <a:pt x="317" y="258"/>
                  </a:lnTo>
                  <a:lnTo>
                    <a:pt x="337" y="218"/>
                  </a:lnTo>
                  <a:lnTo>
                    <a:pt x="337" y="178"/>
                  </a:lnTo>
                  <a:lnTo>
                    <a:pt x="337" y="178"/>
                  </a:lnTo>
                  <a:lnTo>
                    <a:pt x="317" y="99"/>
                  </a:lnTo>
                  <a:lnTo>
                    <a:pt x="297" y="60"/>
                  </a:lnTo>
                  <a:lnTo>
                    <a:pt x="238" y="20"/>
                  </a:lnTo>
                  <a:lnTo>
                    <a:pt x="178"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
            <p:cNvSpPr/>
            <p:nvPr/>
          </p:nvSpPr>
          <p:spPr>
            <a:xfrm>
              <a:off x="891875" y="1444725"/>
              <a:ext cx="120375" cy="990075"/>
            </a:xfrm>
            <a:custGeom>
              <a:avLst/>
              <a:gdLst/>
              <a:ahLst/>
              <a:cxnLst/>
              <a:rect l="l" t="t" r="r" b="b"/>
              <a:pathLst>
                <a:path w="4815" h="39603" extrusionOk="0">
                  <a:moveTo>
                    <a:pt x="178" y="1"/>
                  </a:moveTo>
                  <a:lnTo>
                    <a:pt x="119" y="21"/>
                  </a:lnTo>
                  <a:lnTo>
                    <a:pt x="60" y="60"/>
                  </a:lnTo>
                  <a:lnTo>
                    <a:pt x="20" y="100"/>
                  </a:lnTo>
                  <a:lnTo>
                    <a:pt x="0" y="179"/>
                  </a:lnTo>
                  <a:lnTo>
                    <a:pt x="20" y="219"/>
                  </a:lnTo>
                  <a:lnTo>
                    <a:pt x="40" y="278"/>
                  </a:lnTo>
                  <a:lnTo>
                    <a:pt x="79" y="318"/>
                  </a:lnTo>
                  <a:lnTo>
                    <a:pt x="139" y="338"/>
                  </a:lnTo>
                  <a:lnTo>
                    <a:pt x="139" y="6756"/>
                  </a:lnTo>
                  <a:lnTo>
                    <a:pt x="4616" y="11233"/>
                  </a:lnTo>
                  <a:lnTo>
                    <a:pt x="4616" y="39602"/>
                  </a:lnTo>
                  <a:lnTo>
                    <a:pt x="4695" y="39602"/>
                  </a:lnTo>
                  <a:lnTo>
                    <a:pt x="4695" y="5805"/>
                  </a:lnTo>
                  <a:lnTo>
                    <a:pt x="4735" y="5785"/>
                  </a:lnTo>
                  <a:lnTo>
                    <a:pt x="4775" y="5766"/>
                  </a:lnTo>
                  <a:lnTo>
                    <a:pt x="4814" y="5706"/>
                  </a:lnTo>
                  <a:lnTo>
                    <a:pt x="4814" y="5647"/>
                  </a:lnTo>
                  <a:lnTo>
                    <a:pt x="4814" y="5587"/>
                  </a:lnTo>
                  <a:lnTo>
                    <a:pt x="4775" y="5528"/>
                  </a:lnTo>
                  <a:lnTo>
                    <a:pt x="4715" y="5508"/>
                  </a:lnTo>
                  <a:lnTo>
                    <a:pt x="4656" y="5488"/>
                  </a:lnTo>
                  <a:lnTo>
                    <a:pt x="4576" y="5508"/>
                  </a:lnTo>
                  <a:lnTo>
                    <a:pt x="4537" y="5528"/>
                  </a:lnTo>
                  <a:lnTo>
                    <a:pt x="4497" y="5587"/>
                  </a:lnTo>
                  <a:lnTo>
                    <a:pt x="4477" y="5647"/>
                  </a:lnTo>
                  <a:lnTo>
                    <a:pt x="4497" y="5706"/>
                  </a:lnTo>
                  <a:lnTo>
                    <a:pt x="4517" y="5766"/>
                  </a:lnTo>
                  <a:lnTo>
                    <a:pt x="4557" y="5785"/>
                  </a:lnTo>
                  <a:lnTo>
                    <a:pt x="4616" y="5805"/>
                  </a:lnTo>
                  <a:lnTo>
                    <a:pt x="4616" y="11115"/>
                  </a:lnTo>
                  <a:lnTo>
                    <a:pt x="218" y="6717"/>
                  </a:lnTo>
                  <a:lnTo>
                    <a:pt x="218" y="338"/>
                  </a:lnTo>
                  <a:lnTo>
                    <a:pt x="258" y="318"/>
                  </a:lnTo>
                  <a:lnTo>
                    <a:pt x="297" y="278"/>
                  </a:lnTo>
                  <a:lnTo>
                    <a:pt x="337" y="219"/>
                  </a:lnTo>
                  <a:lnTo>
                    <a:pt x="337" y="179"/>
                  </a:lnTo>
                  <a:lnTo>
                    <a:pt x="337" y="100"/>
                  </a:lnTo>
                  <a:lnTo>
                    <a:pt x="297" y="60"/>
                  </a:lnTo>
                  <a:lnTo>
                    <a:pt x="238" y="21"/>
                  </a:lnTo>
                  <a:lnTo>
                    <a:pt x="178"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3"/>
            <p:cNvSpPr/>
            <p:nvPr/>
          </p:nvSpPr>
          <p:spPr>
            <a:xfrm>
              <a:off x="891875" y="1444725"/>
              <a:ext cx="120375" cy="990075"/>
            </a:xfrm>
            <a:custGeom>
              <a:avLst/>
              <a:gdLst/>
              <a:ahLst/>
              <a:cxnLst/>
              <a:rect l="l" t="t" r="r" b="b"/>
              <a:pathLst>
                <a:path w="4815" h="39603" fill="none" extrusionOk="0">
                  <a:moveTo>
                    <a:pt x="178" y="1"/>
                  </a:moveTo>
                  <a:lnTo>
                    <a:pt x="178" y="1"/>
                  </a:lnTo>
                  <a:lnTo>
                    <a:pt x="119" y="21"/>
                  </a:lnTo>
                  <a:lnTo>
                    <a:pt x="60" y="60"/>
                  </a:lnTo>
                  <a:lnTo>
                    <a:pt x="20" y="100"/>
                  </a:lnTo>
                  <a:lnTo>
                    <a:pt x="0" y="179"/>
                  </a:lnTo>
                  <a:lnTo>
                    <a:pt x="0" y="179"/>
                  </a:lnTo>
                  <a:lnTo>
                    <a:pt x="20" y="219"/>
                  </a:lnTo>
                  <a:lnTo>
                    <a:pt x="40" y="278"/>
                  </a:lnTo>
                  <a:lnTo>
                    <a:pt x="79" y="318"/>
                  </a:lnTo>
                  <a:lnTo>
                    <a:pt x="139" y="338"/>
                  </a:lnTo>
                  <a:lnTo>
                    <a:pt x="139" y="6756"/>
                  </a:lnTo>
                  <a:lnTo>
                    <a:pt x="4616" y="11233"/>
                  </a:lnTo>
                  <a:lnTo>
                    <a:pt x="4616" y="39602"/>
                  </a:lnTo>
                  <a:lnTo>
                    <a:pt x="4695" y="39602"/>
                  </a:lnTo>
                  <a:lnTo>
                    <a:pt x="4695" y="5805"/>
                  </a:lnTo>
                  <a:lnTo>
                    <a:pt x="4695" y="5805"/>
                  </a:lnTo>
                  <a:lnTo>
                    <a:pt x="4735" y="5785"/>
                  </a:lnTo>
                  <a:lnTo>
                    <a:pt x="4775" y="5766"/>
                  </a:lnTo>
                  <a:lnTo>
                    <a:pt x="4814" y="5706"/>
                  </a:lnTo>
                  <a:lnTo>
                    <a:pt x="4814" y="5647"/>
                  </a:lnTo>
                  <a:lnTo>
                    <a:pt x="4814" y="5647"/>
                  </a:lnTo>
                  <a:lnTo>
                    <a:pt x="4814" y="5587"/>
                  </a:lnTo>
                  <a:lnTo>
                    <a:pt x="4775" y="5528"/>
                  </a:lnTo>
                  <a:lnTo>
                    <a:pt x="4715" y="5508"/>
                  </a:lnTo>
                  <a:lnTo>
                    <a:pt x="4656" y="5488"/>
                  </a:lnTo>
                  <a:lnTo>
                    <a:pt x="4656" y="5488"/>
                  </a:lnTo>
                  <a:lnTo>
                    <a:pt x="4576" y="5508"/>
                  </a:lnTo>
                  <a:lnTo>
                    <a:pt x="4537" y="5528"/>
                  </a:lnTo>
                  <a:lnTo>
                    <a:pt x="4497" y="5587"/>
                  </a:lnTo>
                  <a:lnTo>
                    <a:pt x="4477" y="5647"/>
                  </a:lnTo>
                  <a:lnTo>
                    <a:pt x="4477" y="5647"/>
                  </a:lnTo>
                  <a:lnTo>
                    <a:pt x="4497" y="5706"/>
                  </a:lnTo>
                  <a:lnTo>
                    <a:pt x="4517" y="5766"/>
                  </a:lnTo>
                  <a:lnTo>
                    <a:pt x="4557" y="5785"/>
                  </a:lnTo>
                  <a:lnTo>
                    <a:pt x="4616" y="5805"/>
                  </a:lnTo>
                  <a:lnTo>
                    <a:pt x="4616" y="11115"/>
                  </a:lnTo>
                  <a:lnTo>
                    <a:pt x="218" y="6717"/>
                  </a:lnTo>
                  <a:lnTo>
                    <a:pt x="218" y="338"/>
                  </a:lnTo>
                  <a:lnTo>
                    <a:pt x="218" y="338"/>
                  </a:lnTo>
                  <a:lnTo>
                    <a:pt x="258" y="318"/>
                  </a:lnTo>
                  <a:lnTo>
                    <a:pt x="297" y="278"/>
                  </a:lnTo>
                  <a:lnTo>
                    <a:pt x="337" y="219"/>
                  </a:lnTo>
                  <a:lnTo>
                    <a:pt x="337" y="179"/>
                  </a:lnTo>
                  <a:lnTo>
                    <a:pt x="337" y="179"/>
                  </a:lnTo>
                  <a:lnTo>
                    <a:pt x="337" y="100"/>
                  </a:lnTo>
                  <a:lnTo>
                    <a:pt x="297" y="60"/>
                  </a:lnTo>
                  <a:lnTo>
                    <a:pt x="238" y="21"/>
                  </a:lnTo>
                  <a:lnTo>
                    <a:pt x="178"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3"/>
            <p:cNvSpPr/>
            <p:nvPr/>
          </p:nvSpPr>
          <p:spPr>
            <a:xfrm>
              <a:off x="382725" y="1322400"/>
              <a:ext cx="54500" cy="1112400"/>
            </a:xfrm>
            <a:custGeom>
              <a:avLst/>
              <a:gdLst/>
              <a:ahLst/>
              <a:cxnLst/>
              <a:rect l="l" t="t" r="r" b="b"/>
              <a:pathLst>
                <a:path w="2180" h="44496" extrusionOk="0">
                  <a:moveTo>
                    <a:pt x="1942" y="1"/>
                  </a:moveTo>
                  <a:lnTo>
                    <a:pt x="1903" y="40"/>
                  </a:lnTo>
                  <a:lnTo>
                    <a:pt x="1863" y="100"/>
                  </a:lnTo>
                  <a:lnTo>
                    <a:pt x="1843" y="159"/>
                  </a:lnTo>
                  <a:lnTo>
                    <a:pt x="1863" y="218"/>
                  </a:lnTo>
                  <a:lnTo>
                    <a:pt x="1883" y="258"/>
                  </a:lnTo>
                  <a:lnTo>
                    <a:pt x="1922" y="298"/>
                  </a:lnTo>
                  <a:lnTo>
                    <a:pt x="1982" y="318"/>
                  </a:lnTo>
                  <a:lnTo>
                    <a:pt x="1982" y="12957"/>
                  </a:lnTo>
                  <a:lnTo>
                    <a:pt x="1" y="14918"/>
                  </a:lnTo>
                  <a:lnTo>
                    <a:pt x="1" y="44495"/>
                  </a:lnTo>
                  <a:lnTo>
                    <a:pt x="100" y="44495"/>
                  </a:lnTo>
                  <a:lnTo>
                    <a:pt x="100" y="14958"/>
                  </a:lnTo>
                  <a:lnTo>
                    <a:pt x="2061" y="12996"/>
                  </a:lnTo>
                  <a:lnTo>
                    <a:pt x="2061" y="318"/>
                  </a:lnTo>
                  <a:lnTo>
                    <a:pt x="2101" y="298"/>
                  </a:lnTo>
                  <a:lnTo>
                    <a:pt x="2140" y="258"/>
                  </a:lnTo>
                  <a:lnTo>
                    <a:pt x="2180" y="218"/>
                  </a:lnTo>
                  <a:lnTo>
                    <a:pt x="2180" y="159"/>
                  </a:lnTo>
                  <a:lnTo>
                    <a:pt x="2160" y="100"/>
                  </a:lnTo>
                  <a:lnTo>
                    <a:pt x="2140" y="40"/>
                  </a:lnTo>
                  <a:lnTo>
                    <a:pt x="2081"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3"/>
            <p:cNvSpPr/>
            <p:nvPr/>
          </p:nvSpPr>
          <p:spPr>
            <a:xfrm>
              <a:off x="382725" y="1322400"/>
              <a:ext cx="54500" cy="1112400"/>
            </a:xfrm>
            <a:custGeom>
              <a:avLst/>
              <a:gdLst/>
              <a:ahLst/>
              <a:cxnLst/>
              <a:rect l="l" t="t" r="r" b="b"/>
              <a:pathLst>
                <a:path w="2180" h="44496" fill="none" extrusionOk="0">
                  <a:moveTo>
                    <a:pt x="2021" y="1"/>
                  </a:moveTo>
                  <a:lnTo>
                    <a:pt x="2021" y="1"/>
                  </a:lnTo>
                  <a:lnTo>
                    <a:pt x="1942" y="1"/>
                  </a:lnTo>
                  <a:lnTo>
                    <a:pt x="1903" y="40"/>
                  </a:lnTo>
                  <a:lnTo>
                    <a:pt x="1863" y="100"/>
                  </a:lnTo>
                  <a:lnTo>
                    <a:pt x="1843" y="159"/>
                  </a:lnTo>
                  <a:lnTo>
                    <a:pt x="1843" y="159"/>
                  </a:lnTo>
                  <a:lnTo>
                    <a:pt x="1863" y="218"/>
                  </a:lnTo>
                  <a:lnTo>
                    <a:pt x="1883" y="258"/>
                  </a:lnTo>
                  <a:lnTo>
                    <a:pt x="1922" y="298"/>
                  </a:lnTo>
                  <a:lnTo>
                    <a:pt x="1982" y="318"/>
                  </a:lnTo>
                  <a:lnTo>
                    <a:pt x="1982" y="12957"/>
                  </a:lnTo>
                  <a:lnTo>
                    <a:pt x="1" y="14918"/>
                  </a:lnTo>
                  <a:lnTo>
                    <a:pt x="1" y="44495"/>
                  </a:lnTo>
                  <a:lnTo>
                    <a:pt x="100" y="44495"/>
                  </a:lnTo>
                  <a:lnTo>
                    <a:pt x="100" y="14958"/>
                  </a:lnTo>
                  <a:lnTo>
                    <a:pt x="2061" y="12996"/>
                  </a:lnTo>
                  <a:lnTo>
                    <a:pt x="2061" y="318"/>
                  </a:lnTo>
                  <a:lnTo>
                    <a:pt x="2061" y="318"/>
                  </a:lnTo>
                  <a:lnTo>
                    <a:pt x="2101" y="298"/>
                  </a:lnTo>
                  <a:lnTo>
                    <a:pt x="2140" y="258"/>
                  </a:lnTo>
                  <a:lnTo>
                    <a:pt x="2180" y="218"/>
                  </a:lnTo>
                  <a:lnTo>
                    <a:pt x="2180" y="159"/>
                  </a:lnTo>
                  <a:lnTo>
                    <a:pt x="2180" y="159"/>
                  </a:lnTo>
                  <a:lnTo>
                    <a:pt x="2160" y="100"/>
                  </a:lnTo>
                  <a:lnTo>
                    <a:pt x="2140" y="40"/>
                  </a:lnTo>
                  <a:lnTo>
                    <a:pt x="2081" y="1"/>
                  </a:lnTo>
                  <a:lnTo>
                    <a:pt x="2021"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3"/>
            <p:cNvSpPr/>
            <p:nvPr/>
          </p:nvSpPr>
          <p:spPr>
            <a:xfrm>
              <a:off x="358475" y="1269400"/>
              <a:ext cx="54500" cy="1165400"/>
            </a:xfrm>
            <a:custGeom>
              <a:avLst/>
              <a:gdLst/>
              <a:ahLst/>
              <a:cxnLst/>
              <a:rect l="l" t="t" r="r" b="b"/>
              <a:pathLst>
                <a:path w="2180" h="46616" extrusionOk="0">
                  <a:moveTo>
                    <a:pt x="1941" y="1"/>
                  </a:moveTo>
                  <a:lnTo>
                    <a:pt x="1882" y="40"/>
                  </a:lnTo>
                  <a:lnTo>
                    <a:pt x="1842" y="100"/>
                  </a:lnTo>
                  <a:lnTo>
                    <a:pt x="1842" y="159"/>
                  </a:lnTo>
                  <a:lnTo>
                    <a:pt x="1842" y="219"/>
                  </a:lnTo>
                  <a:lnTo>
                    <a:pt x="1862" y="258"/>
                  </a:lnTo>
                  <a:lnTo>
                    <a:pt x="1902" y="298"/>
                  </a:lnTo>
                  <a:lnTo>
                    <a:pt x="1961" y="318"/>
                  </a:lnTo>
                  <a:lnTo>
                    <a:pt x="1961" y="14680"/>
                  </a:lnTo>
                  <a:lnTo>
                    <a:pt x="0" y="16642"/>
                  </a:lnTo>
                  <a:lnTo>
                    <a:pt x="0" y="46615"/>
                  </a:lnTo>
                  <a:lnTo>
                    <a:pt x="79" y="46615"/>
                  </a:lnTo>
                  <a:lnTo>
                    <a:pt x="79" y="16662"/>
                  </a:lnTo>
                  <a:lnTo>
                    <a:pt x="2041" y="14700"/>
                  </a:lnTo>
                  <a:lnTo>
                    <a:pt x="2041" y="318"/>
                  </a:lnTo>
                  <a:lnTo>
                    <a:pt x="2100" y="298"/>
                  </a:lnTo>
                  <a:lnTo>
                    <a:pt x="2140" y="258"/>
                  </a:lnTo>
                  <a:lnTo>
                    <a:pt x="2159" y="219"/>
                  </a:lnTo>
                  <a:lnTo>
                    <a:pt x="2179" y="159"/>
                  </a:lnTo>
                  <a:lnTo>
                    <a:pt x="2159" y="100"/>
                  </a:lnTo>
                  <a:lnTo>
                    <a:pt x="2120" y="40"/>
                  </a:lnTo>
                  <a:lnTo>
                    <a:pt x="2060"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3"/>
            <p:cNvSpPr/>
            <p:nvPr/>
          </p:nvSpPr>
          <p:spPr>
            <a:xfrm>
              <a:off x="358475" y="1269400"/>
              <a:ext cx="54500" cy="1165400"/>
            </a:xfrm>
            <a:custGeom>
              <a:avLst/>
              <a:gdLst/>
              <a:ahLst/>
              <a:cxnLst/>
              <a:rect l="l" t="t" r="r" b="b"/>
              <a:pathLst>
                <a:path w="2180" h="46616" fill="none" extrusionOk="0">
                  <a:moveTo>
                    <a:pt x="2001" y="1"/>
                  </a:moveTo>
                  <a:lnTo>
                    <a:pt x="2001" y="1"/>
                  </a:lnTo>
                  <a:lnTo>
                    <a:pt x="2001" y="1"/>
                  </a:lnTo>
                  <a:lnTo>
                    <a:pt x="2001" y="1"/>
                  </a:lnTo>
                  <a:lnTo>
                    <a:pt x="1941" y="1"/>
                  </a:lnTo>
                  <a:lnTo>
                    <a:pt x="1882" y="40"/>
                  </a:lnTo>
                  <a:lnTo>
                    <a:pt x="1842" y="100"/>
                  </a:lnTo>
                  <a:lnTo>
                    <a:pt x="1842" y="159"/>
                  </a:lnTo>
                  <a:lnTo>
                    <a:pt x="1842" y="159"/>
                  </a:lnTo>
                  <a:lnTo>
                    <a:pt x="1842" y="219"/>
                  </a:lnTo>
                  <a:lnTo>
                    <a:pt x="1862" y="258"/>
                  </a:lnTo>
                  <a:lnTo>
                    <a:pt x="1902" y="298"/>
                  </a:lnTo>
                  <a:lnTo>
                    <a:pt x="1961" y="318"/>
                  </a:lnTo>
                  <a:lnTo>
                    <a:pt x="1961" y="14680"/>
                  </a:lnTo>
                  <a:lnTo>
                    <a:pt x="0" y="16642"/>
                  </a:lnTo>
                  <a:lnTo>
                    <a:pt x="0" y="46615"/>
                  </a:lnTo>
                  <a:lnTo>
                    <a:pt x="79" y="46615"/>
                  </a:lnTo>
                  <a:lnTo>
                    <a:pt x="79" y="16662"/>
                  </a:lnTo>
                  <a:lnTo>
                    <a:pt x="2041" y="14700"/>
                  </a:lnTo>
                  <a:lnTo>
                    <a:pt x="2041" y="318"/>
                  </a:lnTo>
                  <a:lnTo>
                    <a:pt x="2041" y="318"/>
                  </a:lnTo>
                  <a:lnTo>
                    <a:pt x="2100" y="298"/>
                  </a:lnTo>
                  <a:lnTo>
                    <a:pt x="2140" y="258"/>
                  </a:lnTo>
                  <a:lnTo>
                    <a:pt x="2159" y="219"/>
                  </a:lnTo>
                  <a:lnTo>
                    <a:pt x="2179" y="159"/>
                  </a:lnTo>
                  <a:lnTo>
                    <a:pt x="2179" y="159"/>
                  </a:lnTo>
                  <a:lnTo>
                    <a:pt x="2159" y="100"/>
                  </a:lnTo>
                  <a:lnTo>
                    <a:pt x="2120" y="40"/>
                  </a:lnTo>
                  <a:lnTo>
                    <a:pt x="2060" y="1"/>
                  </a:lnTo>
                  <a:lnTo>
                    <a:pt x="2001"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
            <p:cNvSpPr/>
            <p:nvPr/>
          </p:nvSpPr>
          <p:spPr>
            <a:xfrm>
              <a:off x="979525" y="1779025"/>
              <a:ext cx="8450" cy="655775"/>
            </a:xfrm>
            <a:custGeom>
              <a:avLst/>
              <a:gdLst/>
              <a:ahLst/>
              <a:cxnLst/>
              <a:rect l="l" t="t" r="r" b="b"/>
              <a:pathLst>
                <a:path w="338" h="26231" extrusionOk="0">
                  <a:moveTo>
                    <a:pt x="100" y="1"/>
                  </a:moveTo>
                  <a:lnTo>
                    <a:pt x="40" y="41"/>
                  </a:lnTo>
                  <a:lnTo>
                    <a:pt x="1" y="100"/>
                  </a:lnTo>
                  <a:lnTo>
                    <a:pt x="1" y="159"/>
                  </a:lnTo>
                  <a:lnTo>
                    <a:pt x="1" y="219"/>
                  </a:lnTo>
                  <a:lnTo>
                    <a:pt x="40" y="258"/>
                  </a:lnTo>
                  <a:lnTo>
                    <a:pt x="80" y="298"/>
                  </a:lnTo>
                  <a:lnTo>
                    <a:pt x="120" y="318"/>
                  </a:lnTo>
                  <a:lnTo>
                    <a:pt x="120" y="26230"/>
                  </a:lnTo>
                  <a:lnTo>
                    <a:pt x="199" y="26230"/>
                  </a:lnTo>
                  <a:lnTo>
                    <a:pt x="199" y="318"/>
                  </a:lnTo>
                  <a:lnTo>
                    <a:pt x="258" y="298"/>
                  </a:lnTo>
                  <a:lnTo>
                    <a:pt x="298" y="258"/>
                  </a:lnTo>
                  <a:lnTo>
                    <a:pt x="318" y="219"/>
                  </a:lnTo>
                  <a:lnTo>
                    <a:pt x="337" y="159"/>
                  </a:lnTo>
                  <a:lnTo>
                    <a:pt x="318" y="100"/>
                  </a:lnTo>
                  <a:lnTo>
                    <a:pt x="278" y="41"/>
                  </a:lnTo>
                  <a:lnTo>
                    <a:pt x="219"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
            <p:cNvSpPr/>
            <p:nvPr/>
          </p:nvSpPr>
          <p:spPr>
            <a:xfrm>
              <a:off x="979525" y="1779025"/>
              <a:ext cx="8450" cy="655775"/>
            </a:xfrm>
            <a:custGeom>
              <a:avLst/>
              <a:gdLst/>
              <a:ahLst/>
              <a:cxnLst/>
              <a:rect l="l" t="t" r="r" b="b"/>
              <a:pathLst>
                <a:path w="338" h="26231" fill="none" extrusionOk="0">
                  <a:moveTo>
                    <a:pt x="159" y="1"/>
                  </a:moveTo>
                  <a:lnTo>
                    <a:pt x="159" y="1"/>
                  </a:lnTo>
                  <a:lnTo>
                    <a:pt x="100" y="1"/>
                  </a:lnTo>
                  <a:lnTo>
                    <a:pt x="40" y="41"/>
                  </a:lnTo>
                  <a:lnTo>
                    <a:pt x="1" y="100"/>
                  </a:lnTo>
                  <a:lnTo>
                    <a:pt x="1" y="159"/>
                  </a:lnTo>
                  <a:lnTo>
                    <a:pt x="1" y="159"/>
                  </a:lnTo>
                  <a:lnTo>
                    <a:pt x="1" y="219"/>
                  </a:lnTo>
                  <a:lnTo>
                    <a:pt x="40" y="258"/>
                  </a:lnTo>
                  <a:lnTo>
                    <a:pt x="80" y="298"/>
                  </a:lnTo>
                  <a:lnTo>
                    <a:pt x="120" y="318"/>
                  </a:lnTo>
                  <a:lnTo>
                    <a:pt x="120" y="26230"/>
                  </a:lnTo>
                  <a:lnTo>
                    <a:pt x="199" y="26230"/>
                  </a:lnTo>
                  <a:lnTo>
                    <a:pt x="199" y="318"/>
                  </a:lnTo>
                  <a:lnTo>
                    <a:pt x="199" y="318"/>
                  </a:lnTo>
                  <a:lnTo>
                    <a:pt x="258" y="298"/>
                  </a:lnTo>
                  <a:lnTo>
                    <a:pt x="298" y="258"/>
                  </a:lnTo>
                  <a:lnTo>
                    <a:pt x="318" y="219"/>
                  </a:lnTo>
                  <a:lnTo>
                    <a:pt x="337" y="159"/>
                  </a:lnTo>
                  <a:lnTo>
                    <a:pt x="337" y="159"/>
                  </a:lnTo>
                  <a:lnTo>
                    <a:pt x="318" y="100"/>
                  </a:lnTo>
                  <a:lnTo>
                    <a:pt x="278" y="41"/>
                  </a:lnTo>
                  <a:lnTo>
                    <a:pt x="219" y="1"/>
                  </a:lnTo>
                  <a:lnTo>
                    <a:pt x="159"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
            <p:cNvSpPr/>
            <p:nvPr/>
          </p:nvSpPr>
          <p:spPr>
            <a:xfrm>
              <a:off x="538750" y="1510100"/>
              <a:ext cx="54000" cy="924700"/>
            </a:xfrm>
            <a:custGeom>
              <a:avLst/>
              <a:gdLst/>
              <a:ahLst/>
              <a:cxnLst/>
              <a:rect l="l" t="t" r="r" b="b"/>
              <a:pathLst>
                <a:path w="2160" h="36988" extrusionOk="0">
                  <a:moveTo>
                    <a:pt x="159" y="1"/>
                  </a:moveTo>
                  <a:lnTo>
                    <a:pt x="99" y="21"/>
                  </a:lnTo>
                  <a:lnTo>
                    <a:pt x="40" y="40"/>
                  </a:lnTo>
                  <a:lnTo>
                    <a:pt x="0" y="100"/>
                  </a:lnTo>
                  <a:lnTo>
                    <a:pt x="0" y="159"/>
                  </a:lnTo>
                  <a:lnTo>
                    <a:pt x="0" y="219"/>
                  </a:lnTo>
                  <a:lnTo>
                    <a:pt x="40" y="278"/>
                  </a:lnTo>
                  <a:lnTo>
                    <a:pt x="79" y="298"/>
                  </a:lnTo>
                  <a:lnTo>
                    <a:pt x="119" y="318"/>
                  </a:lnTo>
                  <a:lnTo>
                    <a:pt x="119" y="3270"/>
                  </a:lnTo>
                  <a:lnTo>
                    <a:pt x="2080" y="5231"/>
                  </a:lnTo>
                  <a:lnTo>
                    <a:pt x="2080" y="36987"/>
                  </a:lnTo>
                  <a:lnTo>
                    <a:pt x="2159" y="36987"/>
                  </a:lnTo>
                  <a:lnTo>
                    <a:pt x="2159" y="5191"/>
                  </a:lnTo>
                  <a:lnTo>
                    <a:pt x="198" y="3230"/>
                  </a:lnTo>
                  <a:lnTo>
                    <a:pt x="198" y="318"/>
                  </a:lnTo>
                  <a:lnTo>
                    <a:pt x="258" y="298"/>
                  </a:lnTo>
                  <a:lnTo>
                    <a:pt x="297" y="278"/>
                  </a:lnTo>
                  <a:lnTo>
                    <a:pt x="317" y="219"/>
                  </a:lnTo>
                  <a:lnTo>
                    <a:pt x="337" y="159"/>
                  </a:lnTo>
                  <a:lnTo>
                    <a:pt x="317" y="100"/>
                  </a:lnTo>
                  <a:lnTo>
                    <a:pt x="277" y="40"/>
                  </a:lnTo>
                  <a:lnTo>
                    <a:pt x="218" y="21"/>
                  </a:lnTo>
                  <a:lnTo>
                    <a:pt x="159"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3"/>
            <p:cNvSpPr/>
            <p:nvPr/>
          </p:nvSpPr>
          <p:spPr>
            <a:xfrm>
              <a:off x="538750" y="1510100"/>
              <a:ext cx="54000" cy="924700"/>
            </a:xfrm>
            <a:custGeom>
              <a:avLst/>
              <a:gdLst/>
              <a:ahLst/>
              <a:cxnLst/>
              <a:rect l="l" t="t" r="r" b="b"/>
              <a:pathLst>
                <a:path w="2160" h="36988" fill="none" extrusionOk="0">
                  <a:moveTo>
                    <a:pt x="159" y="1"/>
                  </a:moveTo>
                  <a:lnTo>
                    <a:pt x="159" y="1"/>
                  </a:lnTo>
                  <a:lnTo>
                    <a:pt x="99" y="21"/>
                  </a:lnTo>
                  <a:lnTo>
                    <a:pt x="40" y="40"/>
                  </a:lnTo>
                  <a:lnTo>
                    <a:pt x="0" y="100"/>
                  </a:lnTo>
                  <a:lnTo>
                    <a:pt x="0" y="159"/>
                  </a:lnTo>
                  <a:lnTo>
                    <a:pt x="0" y="159"/>
                  </a:lnTo>
                  <a:lnTo>
                    <a:pt x="0" y="219"/>
                  </a:lnTo>
                  <a:lnTo>
                    <a:pt x="40" y="278"/>
                  </a:lnTo>
                  <a:lnTo>
                    <a:pt x="79" y="298"/>
                  </a:lnTo>
                  <a:lnTo>
                    <a:pt x="119" y="318"/>
                  </a:lnTo>
                  <a:lnTo>
                    <a:pt x="119" y="3270"/>
                  </a:lnTo>
                  <a:lnTo>
                    <a:pt x="2080" y="5231"/>
                  </a:lnTo>
                  <a:lnTo>
                    <a:pt x="2080" y="36987"/>
                  </a:lnTo>
                  <a:lnTo>
                    <a:pt x="2159" y="36987"/>
                  </a:lnTo>
                  <a:lnTo>
                    <a:pt x="2159" y="5191"/>
                  </a:lnTo>
                  <a:lnTo>
                    <a:pt x="198" y="3230"/>
                  </a:lnTo>
                  <a:lnTo>
                    <a:pt x="198" y="318"/>
                  </a:lnTo>
                  <a:lnTo>
                    <a:pt x="198" y="318"/>
                  </a:lnTo>
                  <a:lnTo>
                    <a:pt x="258" y="298"/>
                  </a:lnTo>
                  <a:lnTo>
                    <a:pt x="297" y="278"/>
                  </a:lnTo>
                  <a:lnTo>
                    <a:pt x="317" y="219"/>
                  </a:lnTo>
                  <a:lnTo>
                    <a:pt x="337" y="159"/>
                  </a:lnTo>
                  <a:lnTo>
                    <a:pt x="337" y="159"/>
                  </a:lnTo>
                  <a:lnTo>
                    <a:pt x="317" y="100"/>
                  </a:lnTo>
                  <a:lnTo>
                    <a:pt x="277" y="40"/>
                  </a:lnTo>
                  <a:lnTo>
                    <a:pt x="218" y="21"/>
                  </a:lnTo>
                  <a:lnTo>
                    <a:pt x="159"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
            <p:cNvSpPr/>
            <p:nvPr/>
          </p:nvSpPr>
          <p:spPr>
            <a:xfrm>
              <a:off x="516450" y="1278825"/>
              <a:ext cx="54025" cy="1155975"/>
            </a:xfrm>
            <a:custGeom>
              <a:avLst/>
              <a:gdLst/>
              <a:ahLst/>
              <a:cxnLst/>
              <a:rect l="l" t="t" r="r" b="b"/>
              <a:pathLst>
                <a:path w="2161" h="46239" extrusionOk="0">
                  <a:moveTo>
                    <a:pt x="159" y="0"/>
                  </a:moveTo>
                  <a:lnTo>
                    <a:pt x="100" y="20"/>
                  </a:lnTo>
                  <a:lnTo>
                    <a:pt x="40" y="60"/>
                  </a:lnTo>
                  <a:lnTo>
                    <a:pt x="1" y="99"/>
                  </a:lnTo>
                  <a:lnTo>
                    <a:pt x="1" y="179"/>
                  </a:lnTo>
                  <a:lnTo>
                    <a:pt x="1" y="218"/>
                  </a:lnTo>
                  <a:lnTo>
                    <a:pt x="20" y="278"/>
                  </a:lnTo>
                  <a:lnTo>
                    <a:pt x="60" y="297"/>
                  </a:lnTo>
                  <a:lnTo>
                    <a:pt x="119" y="337"/>
                  </a:lnTo>
                  <a:lnTo>
                    <a:pt x="119" y="12996"/>
                  </a:lnTo>
                  <a:lnTo>
                    <a:pt x="2081" y="14957"/>
                  </a:lnTo>
                  <a:lnTo>
                    <a:pt x="2081" y="46238"/>
                  </a:lnTo>
                  <a:lnTo>
                    <a:pt x="2160" y="46238"/>
                  </a:lnTo>
                  <a:lnTo>
                    <a:pt x="2160" y="14918"/>
                  </a:lnTo>
                  <a:lnTo>
                    <a:pt x="199" y="12956"/>
                  </a:lnTo>
                  <a:lnTo>
                    <a:pt x="199" y="337"/>
                  </a:lnTo>
                  <a:lnTo>
                    <a:pt x="258" y="297"/>
                  </a:lnTo>
                  <a:lnTo>
                    <a:pt x="298" y="278"/>
                  </a:lnTo>
                  <a:lnTo>
                    <a:pt x="318" y="218"/>
                  </a:lnTo>
                  <a:lnTo>
                    <a:pt x="318" y="179"/>
                  </a:lnTo>
                  <a:lnTo>
                    <a:pt x="318" y="99"/>
                  </a:lnTo>
                  <a:lnTo>
                    <a:pt x="278" y="60"/>
                  </a:lnTo>
                  <a:lnTo>
                    <a:pt x="219" y="20"/>
                  </a:lnTo>
                  <a:lnTo>
                    <a:pt x="159"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
            <p:cNvSpPr/>
            <p:nvPr/>
          </p:nvSpPr>
          <p:spPr>
            <a:xfrm>
              <a:off x="516450" y="1278825"/>
              <a:ext cx="54025" cy="1155975"/>
            </a:xfrm>
            <a:custGeom>
              <a:avLst/>
              <a:gdLst/>
              <a:ahLst/>
              <a:cxnLst/>
              <a:rect l="l" t="t" r="r" b="b"/>
              <a:pathLst>
                <a:path w="2161" h="46239" fill="none" extrusionOk="0">
                  <a:moveTo>
                    <a:pt x="159" y="0"/>
                  </a:moveTo>
                  <a:lnTo>
                    <a:pt x="159" y="0"/>
                  </a:lnTo>
                  <a:lnTo>
                    <a:pt x="100" y="20"/>
                  </a:lnTo>
                  <a:lnTo>
                    <a:pt x="40" y="60"/>
                  </a:lnTo>
                  <a:lnTo>
                    <a:pt x="1" y="99"/>
                  </a:lnTo>
                  <a:lnTo>
                    <a:pt x="1" y="179"/>
                  </a:lnTo>
                  <a:lnTo>
                    <a:pt x="1" y="179"/>
                  </a:lnTo>
                  <a:lnTo>
                    <a:pt x="1" y="218"/>
                  </a:lnTo>
                  <a:lnTo>
                    <a:pt x="20" y="278"/>
                  </a:lnTo>
                  <a:lnTo>
                    <a:pt x="60" y="297"/>
                  </a:lnTo>
                  <a:lnTo>
                    <a:pt x="119" y="337"/>
                  </a:lnTo>
                  <a:lnTo>
                    <a:pt x="119" y="12996"/>
                  </a:lnTo>
                  <a:lnTo>
                    <a:pt x="2081" y="14957"/>
                  </a:lnTo>
                  <a:lnTo>
                    <a:pt x="2081" y="46238"/>
                  </a:lnTo>
                  <a:lnTo>
                    <a:pt x="2160" y="46238"/>
                  </a:lnTo>
                  <a:lnTo>
                    <a:pt x="2160" y="14918"/>
                  </a:lnTo>
                  <a:lnTo>
                    <a:pt x="199" y="12956"/>
                  </a:lnTo>
                  <a:lnTo>
                    <a:pt x="199" y="337"/>
                  </a:lnTo>
                  <a:lnTo>
                    <a:pt x="199" y="337"/>
                  </a:lnTo>
                  <a:lnTo>
                    <a:pt x="258" y="297"/>
                  </a:lnTo>
                  <a:lnTo>
                    <a:pt x="298" y="278"/>
                  </a:lnTo>
                  <a:lnTo>
                    <a:pt x="318" y="218"/>
                  </a:lnTo>
                  <a:lnTo>
                    <a:pt x="318" y="179"/>
                  </a:lnTo>
                  <a:lnTo>
                    <a:pt x="318" y="179"/>
                  </a:lnTo>
                  <a:lnTo>
                    <a:pt x="318" y="99"/>
                  </a:lnTo>
                  <a:lnTo>
                    <a:pt x="278" y="60"/>
                  </a:lnTo>
                  <a:lnTo>
                    <a:pt x="219" y="20"/>
                  </a:lnTo>
                  <a:lnTo>
                    <a:pt x="159"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3"/>
            <p:cNvSpPr/>
            <p:nvPr/>
          </p:nvSpPr>
          <p:spPr>
            <a:xfrm>
              <a:off x="611550" y="1825100"/>
              <a:ext cx="8450" cy="609700"/>
            </a:xfrm>
            <a:custGeom>
              <a:avLst/>
              <a:gdLst/>
              <a:ahLst/>
              <a:cxnLst/>
              <a:rect l="l" t="t" r="r" b="b"/>
              <a:pathLst>
                <a:path w="338" h="24388" extrusionOk="0">
                  <a:moveTo>
                    <a:pt x="159" y="0"/>
                  </a:moveTo>
                  <a:lnTo>
                    <a:pt x="99" y="20"/>
                  </a:lnTo>
                  <a:lnTo>
                    <a:pt x="40" y="60"/>
                  </a:lnTo>
                  <a:lnTo>
                    <a:pt x="20" y="99"/>
                  </a:lnTo>
                  <a:lnTo>
                    <a:pt x="0" y="179"/>
                  </a:lnTo>
                  <a:lnTo>
                    <a:pt x="0" y="218"/>
                  </a:lnTo>
                  <a:lnTo>
                    <a:pt x="40" y="278"/>
                  </a:lnTo>
                  <a:lnTo>
                    <a:pt x="80" y="317"/>
                  </a:lnTo>
                  <a:lnTo>
                    <a:pt x="119" y="337"/>
                  </a:lnTo>
                  <a:lnTo>
                    <a:pt x="119" y="24387"/>
                  </a:lnTo>
                  <a:lnTo>
                    <a:pt x="198" y="24387"/>
                  </a:lnTo>
                  <a:lnTo>
                    <a:pt x="198" y="337"/>
                  </a:lnTo>
                  <a:lnTo>
                    <a:pt x="258" y="317"/>
                  </a:lnTo>
                  <a:lnTo>
                    <a:pt x="297" y="278"/>
                  </a:lnTo>
                  <a:lnTo>
                    <a:pt x="317" y="218"/>
                  </a:lnTo>
                  <a:lnTo>
                    <a:pt x="337" y="179"/>
                  </a:lnTo>
                  <a:lnTo>
                    <a:pt x="317" y="99"/>
                  </a:lnTo>
                  <a:lnTo>
                    <a:pt x="278" y="60"/>
                  </a:lnTo>
                  <a:lnTo>
                    <a:pt x="238" y="20"/>
                  </a:lnTo>
                  <a:lnTo>
                    <a:pt x="159"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
            <p:cNvSpPr/>
            <p:nvPr/>
          </p:nvSpPr>
          <p:spPr>
            <a:xfrm>
              <a:off x="611550" y="1825100"/>
              <a:ext cx="8450" cy="609700"/>
            </a:xfrm>
            <a:custGeom>
              <a:avLst/>
              <a:gdLst/>
              <a:ahLst/>
              <a:cxnLst/>
              <a:rect l="l" t="t" r="r" b="b"/>
              <a:pathLst>
                <a:path w="338" h="24388" fill="none" extrusionOk="0">
                  <a:moveTo>
                    <a:pt x="159" y="0"/>
                  </a:moveTo>
                  <a:lnTo>
                    <a:pt x="159" y="0"/>
                  </a:lnTo>
                  <a:lnTo>
                    <a:pt x="99" y="20"/>
                  </a:lnTo>
                  <a:lnTo>
                    <a:pt x="40" y="60"/>
                  </a:lnTo>
                  <a:lnTo>
                    <a:pt x="20" y="99"/>
                  </a:lnTo>
                  <a:lnTo>
                    <a:pt x="0" y="179"/>
                  </a:lnTo>
                  <a:lnTo>
                    <a:pt x="0" y="179"/>
                  </a:lnTo>
                  <a:lnTo>
                    <a:pt x="0" y="218"/>
                  </a:lnTo>
                  <a:lnTo>
                    <a:pt x="40" y="278"/>
                  </a:lnTo>
                  <a:lnTo>
                    <a:pt x="80" y="317"/>
                  </a:lnTo>
                  <a:lnTo>
                    <a:pt x="119" y="337"/>
                  </a:lnTo>
                  <a:lnTo>
                    <a:pt x="119" y="24387"/>
                  </a:lnTo>
                  <a:lnTo>
                    <a:pt x="198" y="24387"/>
                  </a:lnTo>
                  <a:lnTo>
                    <a:pt x="198" y="337"/>
                  </a:lnTo>
                  <a:lnTo>
                    <a:pt x="198" y="337"/>
                  </a:lnTo>
                  <a:lnTo>
                    <a:pt x="258" y="317"/>
                  </a:lnTo>
                  <a:lnTo>
                    <a:pt x="297" y="278"/>
                  </a:lnTo>
                  <a:lnTo>
                    <a:pt x="317" y="218"/>
                  </a:lnTo>
                  <a:lnTo>
                    <a:pt x="337" y="179"/>
                  </a:lnTo>
                  <a:lnTo>
                    <a:pt x="337" y="179"/>
                  </a:lnTo>
                  <a:lnTo>
                    <a:pt x="317" y="99"/>
                  </a:lnTo>
                  <a:lnTo>
                    <a:pt x="278" y="60"/>
                  </a:lnTo>
                  <a:lnTo>
                    <a:pt x="238" y="20"/>
                  </a:lnTo>
                  <a:lnTo>
                    <a:pt x="159"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
            <p:cNvSpPr/>
            <p:nvPr/>
          </p:nvSpPr>
          <p:spPr>
            <a:xfrm>
              <a:off x="926525" y="1733975"/>
              <a:ext cx="56000" cy="700825"/>
            </a:xfrm>
            <a:custGeom>
              <a:avLst/>
              <a:gdLst/>
              <a:ahLst/>
              <a:cxnLst/>
              <a:rect l="l" t="t" r="r" b="b"/>
              <a:pathLst>
                <a:path w="2240" h="28033" extrusionOk="0">
                  <a:moveTo>
                    <a:pt x="2061" y="0"/>
                  </a:moveTo>
                  <a:lnTo>
                    <a:pt x="2002" y="20"/>
                  </a:lnTo>
                  <a:lnTo>
                    <a:pt x="1942" y="40"/>
                  </a:lnTo>
                  <a:lnTo>
                    <a:pt x="1903" y="99"/>
                  </a:lnTo>
                  <a:lnTo>
                    <a:pt x="1903" y="159"/>
                  </a:lnTo>
                  <a:lnTo>
                    <a:pt x="1903" y="218"/>
                  </a:lnTo>
                  <a:lnTo>
                    <a:pt x="1923" y="258"/>
                  </a:lnTo>
                  <a:lnTo>
                    <a:pt x="1" y="2160"/>
                  </a:lnTo>
                  <a:lnTo>
                    <a:pt x="1" y="28032"/>
                  </a:lnTo>
                  <a:lnTo>
                    <a:pt x="80" y="28032"/>
                  </a:lnTo>
                  <a:lnTo>
                    <a:pt x="80" y="2199"/>
                  </a:lnTo>
                  <a:lnTo>
                    <a:pt x="1982" y="317"/>
                  </a:lnTo>
                  <a:lnTo>
                    <a:pt x="2022" y="337"/>
                  </a:lnTo>
                  <a:lnTo>
                    <a:pt x="2061" y="337"/>
                  </a:lnTo>
                  <a:lnTo>
                    <a:pt x="2121" y="317"/>
                  </a:lnTo>
                  <a:lnTo>
                    <a:pt x="2180" y="278"/>
                  </a:lnTo>
                  <a:lnTo>
                    <a:pt x="2220" y="238"/>
                  </a:lnTo>
                  <a:lnTo>
                    <a:pt x="2240" y="159"/>
                  </a:lnTo>
                  <a:lnTo>
                    <a:pt x="2220" y="99"/>
                  </a:lnTo>
                  <a:lnTo>
                    <a:pt x="2180" y="40"/>
                  </a:lnTo>
                  <a:lnTo>
                    <a:pt x="2121" y="20"/>
                  </a:lnTo>
                  <a:lnTo>
                    <a:pt x="2061"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
            <p:cNvSpPr/>
            <p:nvPr/>
          </p:nvSpPr>
          <p:spPr>
            <a:xfrm>
              <a:off x="926525" y="1733975"/>
              <a:ext cx="56000" cy="700825"/>
            </a:xfrm>
            <a:custGeom>
              <a:avLst/>
              <a:gdLst/>
              <a:ahLst/>
              <a:cxnLst/>
              <a:rect l="l" t="t" r="r" b="b"/>
              <a:pathLst>
                <a:path w="2240" h="28033" fill="none" extrusionOk="0">
                  <a:moveTo>
                    <a:pt x="2061" y="0"/>
                  </a:moveTo>
                  <a:lnTo>
                    <a:pt x="2061" y="0"/>
                  </a:lnTo>
                  <a:lnTo>
                    <a:pt x="2002" y="20"/>
                  </a:lnTo>
                  <a:lnTo>
                    <a:pt x="1942" y="40"/>
                  </a:lnTo>
                  <a:lnTo>
                    <a:pt x="1903" y="99"/>
                  </a:lnTo>
                  <a:lnTo>
                    <a:pt x="1903" y="159"/>
                  </a:lnTo>
                  <a:lnTo>
                    <a:pt x="1903" y="159"/>
                  </a:lnTo>
                  <a:lnTo>
                    <a:pt x="1903" y="218"/>
                  </a:lnTo>
                  <a:lnTo>
                    <a:pt x="1923" y="258"/>
                  </a:lnTo>
                  <a:lnTo>
                    <a:pt x="1" y="2160"/>
                  </a:lnTo>
                  <a:lnTo>
                    <a:pt x="1" y="28032"/>
                  </a:lnTo>
                  <a:lnTo>
                    <a:pt x="80" y="28032"/>
                  </a:lnTo>
                  <a:lnTo>
                    <a:pt x="80" y="2199"/>
                  </a:lnTo>
                  <a:lnTo>
                    <a:pt x="1982" y="317"/>
                  </a:lnTo>
                  <a:lnTo>
                    <a:pt x="1982" y="317"/>
                  </a:lnTo>
                  <a:lnTo>
                    <a:pt x="2022" y="337"/>
                  </a:lnTo>
                  <a:lnTo>
                    <a:pt x="2061" y="337"/>
                  </a:lnTo>
                  <a:lnTo>
                    <a:pt x="2061" y="337"/>
                  </a:lnTo>
                  <a:lnTo>
                    <a:pt x="2121" y="317"/>
                  </a:lnTo>
                  <a:lnTo>
                    <a:pt x="2180" y="278"/>
                  </a:lnTo>
                  <a:lnTo>
                    <a:pt x="2220" y="238"/>
                  </a:lnTo>
                  <a:lnTo>
                    <a:pt x="2240" y="159"/>
                  </a:lnTo>
                  <a:lnTo>
                    <a:pt x="2240" y="159"/>
                  </a:lnTo>
                  <a:lnTo>
                    <a:pt x="2220" y="99"/>
                  </a:lnTo>
                  <a:lnTo>
                    <a:pt x="2180" y="40"/>
                  </a:lnTo>
                  <a:lnTo>
                    <a:pt x="2121" y="20"/>
                  </a:lnTo>
                  <a:lnTo>
                    <a:pt x="2061"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3"/>
            <p:cNvSpPr/>
            <p:nvPr/>
          </p:nvSpPr>
          <p:spPr>
            <a:xfrm>
              <a:off x="472875" y="1899875"/>
              <a:ext cx="49550" cy="534925"/>
            </a:xfrm>
            <a:custGeom>
              <a:avLst/>
              <a:gdLst/>
              <a:ahLst/>
              <a:cxnLst/>
              <a:rect l="l" t="t" r="r" b="b"/>
              <a:pathLst>
                <a:path w="1982" h="21397" extrusionOk="0">
                  <a:moveTo>
                    <a:pt x="1744" y="1"/>
                  </a:moveTo>
                  <a:lnTo>
                    <a:pt x="1684" y="40"/>
                  </a:lnTo>
                  <a:lnTo>
                    <a:pt x="1664" y="100"/>
                  </a:lnTo>
                  <a:lnTo>
                    <a:pt x="1645" y="159"/>
                  </a:lnTo>
                  <a:lnTo>
                    <a:pt x="1645" y="199"/>
                  </a:lnTo>
                  <a:lnTo>
                    <a:pt x="1664" y="258"/>
                  </a:lnTo>
                  <a:lnTo>
                    <a:pt x="0" y="1922"/>
                  </a:lnTo>
                  <a:lnTo>
                    <a:pt x="0" y="3111"/>
                  </a:lnTo>
                  <a:lnTo>
                    <a:pt x="1763" y="4874"/>
                  </a:lnTo>
                  <a:lnTo>
                    <a:pt x="1763" y="21396"/>
                  </a:lnTo>
                  <a:lnTo>
                    <a:pt x="1862" y="21396"/>
                  </a:lnTo>
                  <a:lnTo>
                    <a:pt x="1862" y="4834"/>
                  </a:lnTo>
                  <a:lnTo>
                    <a:pt x="1862" y="2735"/>
                  </a:lnTo>
                  <a:lnTo>
                    <a:pt x="1902" y="2715"/>
                  </a:lnTo>
                  <a:lnTo>
                    <a:pt x="1942" y="2675"/>
                  </a:lnTo>
                  <a:lnTo>
                    <a:pt x="1962" y="2636"/>
                  </a:lnTo>
                  <a:lnTo>
                    <a:pt x="1981" y="2576"/>
                  </a:lnTo>
                  <a:lnTo>
                    <a:pt x="1962" y="2517"/>
                  </a:lnTo>
                  <a:lnTo>
                    <a:pt x="1922" y="2457"/>
                  </a:lnTo>
                  <a:lnTo>
                    <a:pt x="1882" y="2418"/>
                  </a:lnTo>
                  <a:lnTo>
                    <a:pt x="1744" y="2418"/>
                  </a:lnTo>
                  <a:lnTo>
                    <a:pt x="1684" y="2457"/>
                  </a:lnTo>
                  <a:lnTo>
                    <a:pt x="1664" y="2517"/>
                  </a:lnTo>
                  <a:lnTo>
                    <a:pt x="1645" y="2576"/>
                  </a:lnTo>
                  <a:lnTo>
                    <a:pt x="1645" y="2636"/>
                  </a:lnTo>
                  <a:lnTo>
                    <a:pt x="1684" y="2675"/>
                  </a:lnTo>
                  <a:lnTo>
                    <a:pt x="1724" y="2715"/>
                  </a:lnTo>
                  <a:lnTo>
                    <a:pt x="1763" y="2735"/>
                  </a:lnTo>
                  <a:lnTo>
                    <a:pt x="1763" y="4755"/>
                  </a:lnTo>
                  <a:lnTo>
                    <a:pt x="80" y="3071"/>
                  </a:lnTo>
                  <a:lnTo>
                    <a:pt x="80" y="1962"/>
                  </a:lnTo>
                  <a:lnTo>
                    <a:pt x="1744" y="298"/>
                  </a:lnTo>
                  <a:lnTo>
                    <a:pt x="1803" y="318"/>
                  </a:lnTo>
                  <a:lnTo>
                    <a:pt x="1882" y="318"/>
                  </a:lnTo>
                  <a:lnTo>
                    <a:pt x="1922" y="278"/>
                  </a:lnTo>
                  <a:lnTo>
                    <a:pt x="1962" y="219"/>
                  </a:lnTo>
                  <a:lnTo>
                    <a:pt x="1981" y="159"/>
                  </a:lnTo>
                  <a:lnTo>
                    <a:pt x="1962" y="100"/>
                  </a:lnTo>
                  <a:lnTo>
                    <a:pt x="1922" y="40"/>
                  </a:lnTo>
                  <a:lnTo>
                    <a:pt x="1882"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
            <p:cNvSpPr/>
            <p:nvPr/>
          </p:nvSpPr>
          <p:spPr>
            <a:xfrm>
              <a:off x="472875" y="1899875"/>
              <a:ext cx="49550" cy="534925"/>
            </a:xfrm>
            <a:custGeom>
              <a:avLst/>
              <a:gdLst/>
              <a:ahLst/>
              <a:cxnLst/>
              <a:rect l="l" t="t" r="r" b="b"/>
              <a:pathLst>
                <a:path w="1982" h="21397" fill="none" extrusionOk="0">
                  <a:moveTo>
                    <a:pt x="1803" y="1"/>
                  </a:moveTo>
                  <a:lnTo>
                    <a:pt x="1803" y="1"/>
                  </a:lnTo>
                  <a:lnTo>
                    <a:pt x="1744" y="1"/>
                  </a:lnTo>
                  <a:lnTo>
                    <a:pt x="1684" y="40"/>
                  </a:lnTo>
                  <a:lnTo>
                    <a:pt x="1664" y="100"/>
                  </a:lnTo>
                  <a:lnTo>
                    <a:pt x="1645" y="159"/>
                  </a:lnTo>
                  <a:lnTo>
                    <a:pt x="1645" y="159"/>
                  </a:lnTo>
                  <a:lnTo>
                    <a:pt x="1645" y="199"/>
                  </a:lnTo>
                  <a:lnTo>
                    <a:pt x="1664" y="258"/>
                  </a:lnTo>
                  <a:lnTo>
                    <a:pt x="0" y="1922"/>
                  </a:lnTo>
                  <a:lnTo>
                    <a:pt x="0" y="3111"/>
                  </a:lnTo>
                  <a:lnTo>
                    <a:pt x="1763" y="4874"/>
                  </a:lnTo>
                  <a:lnTo>
                    <a:pt x="1763" y="21396"/>
                  </a:lnTo>
                  <a:lnTo>
                    <a:pt x="1862" y="21396"/>
                  </a:lnTo>
                  <a:lnTo>
                    <a:pt x="1862" y="4834"/>
                  </a:lnTo>
                  <a:lnTo>
                    <a:pt x="1862" y="2735"/>
                  </a:lnTo>
                  <a:lnTo>
                    <a:pt x="1862" y="2735"/>
                  </a:lnTo>
                  <a:lnTo>
                    <a:pt x="1902" y="2715"/>
                  </a:lnTo>
                  <a:lnTo>
                    <a:pt x="1942" y="2675"/>
                  </a:lnTo>
                  <a:lnTo>
                    <a:pt x="1962" y="2636"/>
                  </a:lnTo>
                  <a:lnTo>
                    <a:pt x="1981" y="2576"/>
                  </a:lnTo>
                  <a:lnTo>
                    <a:pt x="1981" y="2576"/>
                  </a:lnTo>
                  <a:lnTo>
                    <a:pt x="1962" y="2517"/>
                  </a:lnTo>
                  <a:lnTo>
                    <a:pt x="1922" y="2457"/>
                  </a:lnTo>
                  <a:lnTo>
                    <a:pt x="1882" y="2418"/>
                  </a:lnTo>
                  <a:lnTo>
                    <a:pt x="1803" y="2418"/>
                  </a:lnTo>
                  <a:lnTo>
                    <a:pt x="1803" y="2418"/>
                  </a:lnTo>
                  <a:lnTo>
                    <a:pt x="1744" y="2418"/>
                  </a:lnTo>
                  <a:lnTo>
                    <a:pt x="1684" y="2457"/>
                  </a:lnTo>
                  <a:lnTo>
                    <a:pt x="1664" y="2517"/>
                  </a:lnTo>
                  <a:lnTo>
                    <a:pt x="1645" y="2576"/>
                  </a:lnTo>
                  <a:lnTo>
                    <a:pt x="1645" y="2576"/>
                  </a:lnTo>
                  <a:lnTo>
                    <a:pt x="1645" y="2636"/>
                  </a:lnTo>
                  <a:lnTo>
                    <a:pt x="1684" y="2675"/>
                  </a:lnTo>
                  <a:lnTo>
                    <a:pt x="1724" y="2715"/>
                  </a:lnTo>
                  <a:lnTo>
                    <a:pt x="1763" y="2735"/>
                  </a:lnTo>
                  <a:lnTo>
                    <a:pt x="1763" y="4755"/>
                  </a:lnTo>
                  <a:lnTo>
                    <a:pt x="80" y="3071"/>
                  </a:lnTo>
                  <a:lnTo>
                    <a:pt x="80" y="1962"/>
                  </a:lnTo>
                  <a:lnTo>
                    <a:pt x="1744" y="298"/>
                  </a:lnTo>
                  <a:lnTo>
                    <a:pt x="1744" y="298"/>
                  </a:lnTo>
                  <a:lnTo>
                    <a:pt x="1803" y="318"/>
                  </a:lnTo>
                  <a:lnTo>
                    <a:pt x="1803" y="318"/>
                  </a:lnTo>
                  <a:lnTo>
                    <a:pt x="1882" y="318"/>
                  </a:lnTo>
                  <a:lnTo>
                    <a:pt x="1922" y="278"/>
                  </a:lnTo>
                  <a:lnTo>
                    <a:pt x="1962" y="219"/>
                  </a:lnTo>
                  <a:lnTo>
                    <a:pt x="1981" y="159"/>
                  </a:lnTo>
                  <a:lnTo>
                    <a:pt x="1981" y="159"/>
                  </a:lnTo>
                  <a:lnTo>
                    <a:pt x="1962" y="100"/>
                  </a:lnTo>
                  <a:lnTo>
                    <a:pt x="1922" y="40"/>
                  </a:lnTo>
                  <a:lnTo>
                    <a:pt x="1882" y="1"/>
                  </a:lnTo>
                  <a:lnTo>
                    <a:pt x="1803"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
            <p:cNvSpPr/>
            <p:nvPr/>
          </p:nvSpPr>
          <p:spPr>
            <a:xfrm>
              <a:off x="635825" y="1904825"/>
              <a:ext cx="8425" cy="529975"/>
            </a:xfrm>
            <a:custGeom>
              <a:avLst/>
              <a:gdLst/>
              <a:ahLst/>
              <a:cxnLst/>
              <a:rect l="l" t="t" r="r" b="b"/>
              <a:pathLst>
                <a:path w="337" h="21199" extrusionOk="0">
                  <a:moveTo>
                    <a:pt x="119" y="1"/>
                  </a:moveTo>
                  <a:lnTo>
                    <a:pt x="59" y="40"/>
                  </a:lnTo>
                  <a:lnTo>
                    <a:pt x="20" y="100"/>
                  </a:lnTo>
                  <a:lnTo>
                    <a:pt x="0" y="159"/>
                  </a:lnTo>
                  <a:lnTo>
                    <a:pt x="20" y="219"/>
                  </a:lnTo>
                  <a:lnTo>
                    <a:pt x="40" y="258"/>
                  </a:lnTo>
                  <a:lnTo>
                    <a:pt x="79" y="298"/>
                  </a:lnTo>
                  <a:lnTo>
                    <a:pt x="139" y="318"/>
                  </a:lnTo>
                  <a:lnTo>
                    <a:pt x="139" y="21198"/>
                  </a:lnTo>
                  <a:lnTo>
                    <a:pt x="218" y="21198"/>
                  </a:lnTo>
                  <a:lnTo>
                    <a:pt x="218" y="318"/>
                  </a:lnTo>
                  <a:lnTo>
                    <a:pt x="277" y="298"/>
                  </a:lnTo>
                  <a:lnTo>
                    <a:pt x="317" y="258"/>
                  </a:lnTo>
                  <a:lnTo>
                    <a:pt x="337" y="219"/>
                  </a:lnTo>
                  <a:lnTo>
                    <a:pt x="337" y="159"/>
                  </a:lnTo>
                  <a:lnTo>
                    <a:pt x="337" y="100"/>
                  </a:lnTo>
                  <a:lnTo>
                    <a:pt x="297" y="40"/>
                  </a:lnTo>
                  <a:lnTo>
                    <a:pt x="238"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
            <p:cNvSpPr/>
            <p:nvPr/>
          </p:nvSpPr>
          <p:spPr>
            <a:xfrm>
              <a:off x="635825" y="1904825"/>
              <a:ext cx="8425" cy="529975"/>
            </a:xfrm>
            <a:custGeom>
              <a:avLst/>
              <a:gdLst/>
              <a:ahLst/>
              <a:cxnLst/>
              <a:rect l="l" t="t" r="r" b="b"/>
              <a:pathLst>
                <a:path w="337" h="21199" fill="none" extrusionOk="0">
                  <a:moveTo>
                    <a:pt x="178" y="1"/>
                  </a:moveTo>
                  <a:lnTo>
                    <a:pt x="178" y="1"/>
                  </a:lnTo>
                  <a:lnTo>
                    <a:pt x="119" y="1"/>
                  </a:lnTo>
                  <a:lnTo>
                    <a:pt x="59" y="40"/>
                  </a:lnTo>
                  <a:lnTo>
                    <a:pt x="20" y="100"/>
                  </a:lnTo>
                  <a:lnTo>
                    <a:pt x="0" y="159"/>
                  </a:lnTo>
                  <a:lnTo>
                    <a:pt x="0" y="159"/>
                  </a:lnTo>
                  <a:lnTo>
                    <a:pt x="20" y="219"/>
                  </a:lnTo>
                  <a:lnTo>
                    <a:pt x="40" y="258"/>
                  </a:lnTo>
                  <a:lnTo>
                    <a:pt x="79" y="298"/>
                  </a:lnTo>
                  <a:lnTo>
                    <a:pt x="139" y="318"/>
                  </a:lnTo>
                  <a:lnTo>
                    <a:pt x="139" y="21198"/>
                  </a:lnTo>
                  <a:lnTo>
                    <a:pt x="218" y="21198"/>
                  </a:lnTo>
                  <a:lnTo>
                    <a:pt x="218" y="318"/>
                  </a:lnTo>
                  <a:lnTo>
                    <a:pt x="218" y="318"/>
                  </a:lnTo>
                  <a:lnTo>
                    <a:pt x="277" y="298"/>
                  </a:lnTo>
                  <a:lnTo>
                    <a:pt x="317" y="258"/>
                  </a:lnTo>
                  <a:lnTo>
                    <a:pt x="337" y="219"/>
                  </a:lnTo>
                  <a:lnTo>
                    <a:pt x="337" y="159"/>
                  </a:lnTo>
                  <a:lnTo>
                    <a:pt x="337" y="159"/>
                  </a:lnTo>
                  <a:lnTo>
                    <a:pt x="337" y="100"/>
                  </a:lnTo>
                  <a:lnTo>
                    <a:pt x="297" y="40"/>
                  </a:lnTo>
                  <a:lnTo>
                    <a:pt x="238" y="1"/>
                  </a:lnTo>
                  <a:lnTo>
                    <a:pt x="178"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
            <p:cNvSpPr/>
            <p:nvPr/>
          </p:nvSpPr>
          <p:spPr>
            <a:xfrm>
              <a:off x="469900" y="1333800"/>
              <a:ext cx="78275" cy="1101000"/>
            </a:xfrm>
            <a:custGeom>
              <a:avLst/>
              <a:gdLst/>
              <a:ahLst/>
              <a:cxnLst/>
              <a:rect l="l" t="t" r="r" b="b"/>
              <a:pathLst>
                <a:path w="3131" h="44040" extrusionOk="0">
                  <a:moveTo>
                    <a:pt x="179" y="0"/>
                  </a:moveTo>
                  <a:lnTo>
                    <a:pt x="119" y="20"/>
                  </a:lnTo>
                  <a:lnTo>
                    <a:pt x="60" y="60"/>
                  </a:lnTo>
                  <a:lnTo>
                    <a:pt x="20" y="119"/>
                  </a:lnTo>
                  <a:lnTo>
                    <a:pt x="0" y="178"/>
                  </a:lnTo>
                  <a:lnTo>
                    <a:pt x="20" y="238"/>
                  </a:lnTo>
                  <a:lnTo>
                    <a:pt x="40" y="278"/>
                  </a:lnTo>
                  <a:lnTo>
                    <a:pt x="80" y="317"/>
                  </a:lnTo>
                  <a:lnTo>
                    <a:pt x="139" y="337"/>
                  </a:lnTo>
                  <a:lnTo>
                    <a:pt x="139" y="1684"/>
                  </a:lnTo>
                  <a:lnTo>
                    <a:pt x="1090" y="2635"/>
                  </a:lnTo>
                  <a:lnTo>
                    <a:pt x="1090" y="11272"/>
                  </a:lnTo>
                  <a:lnTo>
                    <a:pt x="3051" y="13234"/>
                  </a:lnTo>
                  <a:lnTo>
                    <a:pt x="3051" y="44039"/>
                  </a:lnTo>
                  <a:lnTo>
                    <a:pt x="3131" y="44039"/>
                  </a:lnTo>
                  <a:lnTo>
                    <a:pt x="3131" y="13194"/>
                  </a:lnTo>
                  <a:lnTo>
                    <a:pt x="1169" y="11233"/>
                  </a:lnTo>
                  <a:lnTo>
                    <a:pt x="1169" y="2595"/>
                  </a:lnTo>
                  <a:lnTo>
                    <a:pt x="218" y="1644"/>
                  </a:lnTo>
                  <a:lnTo>
                    <a:pt x="218" y="337"/>
                  </a:lnTo>
                  <a:lnTo>
                    <a:pt x="278" y="317"/>
                  </a:lnTo>
                  <a:lnTo>
                    <a:pt x="317" y="278"/>
                  </a:lnTo>
                  <a:lnTo>
                    <a:pt x="337" y="238"/>
                  </a:lnTo>
                  <a:lnTo>
                    <a:pt x="337" y="178"/>
                  </a:lnTo>
                  <a:lnTo>
                    <a:pt x="337" y="119"/>
                  </a:lnTo>
                  <a:lnTo>
                    <a:pt x="298" y="60"/>
                  </a:lnTo>
                  <a:lnTo>
                    <a:pt x="238" y="20"/>
                  </a:lnTo>
                  <a:lnTo>
                    <a:pt x="179"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
            <p:cNvSpPr/>
            <p:nvPr/>
          </p:nvSpPr>
          <p:spPr>
            <a:xfrm>
              <a:off x="469900" y="1333800"/>
              <a:ext cx="78275" cy="1101000"/>
            </a:xfrm>
            <a:custGeom>
              <a:avLst/>
              <a:gdLst/>
              <a:ahLst/>
              <a:cxnLst/>
              <a:rect l="l" t="t" r="r" b="b"/>
              <a:pathLst>
                <a:path w="3131" h="44040" fill="none" extrusionOk="0">
                  <a:moveTo>
                    <a:pt x="179" y="0"/>
                  </a:moveTo>
                  <a:lnTo>
                    <a:pt x="179" y="0"/>
                  </a:lnTo>
                  <a:lnTo>
                    <a:pt x="119" y="20"/>
                  </a:lnTo>
                  <a:lnTo>
                    <a:pt x="60" y="60"/>
                  </a:lnTo>
                  <a:lnTo>
                    <a:pt x="20" y="119"/>
                  </a:lnTo>
                  <a:lnTo>
                    <a:pt x="0" y="178"/>
                  </a:lnTo>
                  <a:lnTo>
                    <a:pt x="0" y="178"/>
                  </a:lnTo>
                  <a:lnTo>
                    <a:pt x="20" y="238"/>
                  </a:lnTo>
                  <a:lnTo>
                    <a:pt x="40" y="278"/>
                  </a:lnTo>
                  <a:lnTo>
                    <a:pt x="80" y="317"/>
                  </a:lnTo>
                  <a:lnTo>
                    <a:pt x="139" y="337"/>
                  </a:lnTo>
                  <a:lnTo>
                    <a:pt x="139" y="1684"/>
                  </a:lnTo>
                  <a:lnTo>
                    <a:pt x="1090" y="2635"/>
                  </a:lnTo>
                  <a:lnTo>
                    <a:pt x="1090" y="11272"/>
                  </a:lnTo>
                  <a:lnTo>
                    <a:pt x="3051" y="13234"/>
                  </a:lnTo>
                  <a:lnTo>
                    <a:pt x="3051" y="44039"/>
                  </a:lnTo>
                  <a:lnTo>
                    <a:pt x="3131" y="44039"/>
                  </a:lnTo>
                  <a:lnTo>
                    <a:pt x="3131" y="13194"/>
                  </a:lnTo>
                  <a:lnTo>
                    <a:pt x="1169" y="11233"/>
                  </a:lnTo>
                  <a:lnTo>
                    <a:pt x="1169" y="2595"/>
                  </a:lnTo>
                  <a:lnTo>
                    <a:pt x="218" y="1644"/>
                  </a:lnTo>
                  <a:lnTo>
                    <a:pt x="218" y="337"/>
                  </a:lnTo>
                  <a:lnTo>
                    <a:pt x="218" y="337"/>
                  </a:lnTo>
                  <a:lnTo>
                    <a:pt x="278" y="317"/>
                  </a:lnTo>
                  <a:lnTo>
                    <a:pt x="317" y="278"/>
                  </a:lnTo>
                  <a:lnTo>
                    <a:pt x="337" y="238"/>
                  </a:lnTo>
                  <a:lnTo>
                    <a:pt x="337" y="178"/>
                  </a:lnTo>
                  <a:lnTo>
                    <a:pt x="337" y="178"/>
                  </a:lnTo>
                  <a:lnTo>
                    <a:pt x="337" y="119"/>
                  </a:lnTo>
                  <a:lnTo>
                    <a:pt x="298" y="60"/>
                  </a:lnTo>
                  <a:lnTo>
                    <a:pt x="238" y="20"/>
                  </a:lnTo>
                  <a:lnTo>
                    <a:pt x="179"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
            <p:cNvSpPr/>
            <p:nvPr/>
          </p:nvSpPr>
          <p:spPr>
            <a:xfrm>
              <a:off x="868600" y="1090625"/>
              <a:ext cx="77775" cy="1344175"/>
            </a:xfrm>
            <a:custGeom>
              <a:avLst/>
              <a:gdLst/>
              <a:ahLst/>
              <a:cxnLst/>
              <a:rect l="l" t="t" r="r" b="b"/>
              <a:pathLst>
                <a:path w="3111" h="53767" extrusionOk="0">
                  <a:moveTo>
                    <a:pt x="2952" y="0"/>
                  </a:moveTo>
                  <a:lnTo>
                    <a:pt x="2892" y="20"/>
                  </a:lnTo>
                  <a:lnTo>
                    <a:pt x="2833" y="60"/>
                  </a:lnTo>
                  <a:lnTo>
                    <a:pt x="2793" y="99"/>
                  </a:lnTo>
                  <a:lnTo>
                    <a:pt x="2774" y="178"/>
                  </a:lnTo>
                  <a:lnTo>
                    <a:pt x="2793" y="218"/>
                  </a:lnTo>
                  <a:lnTo>
                    <a:pt x="2813" y="278"/>
                  </a:lnTo>
                  <a:lnTo>
                    <a:pt x="2853" y="317"/>
                  </a:lnTo>
                  <a:lnTo>
                    <a:pt x="2912" y="337"/>
                  </a:lnTo>
                  <a:lnTo>
                    <a:pt x="2912" y="1644"/>
                  </a:lnTo>
                  <a:lnTo>
                    <a:pt x="1961" y="2595"/>
                  </a:lnTo>
                  <a:lnTo>
                    <a:pt x="1961" y="11233"/>
                  </a:lnTo>
                  <a:lnTo>
                    <a:pt x="0" y="13194"/>
                  </a:lnTo>
                  <a:lnTo>
                    <a:pt x="0" y="53766"/>
                  </a:lnTo>
                  <a:lnTo>
                    <a:pt x="79" y="53766"/>
                  </a:lnTo>
                  <a:lnTo>
                    <a:pt x="79" y="13234"/>
                  </a:lnTo>
                  <a:lnTo>
                    <a:pt x="2041" y="11272"/>
                  </a:lnTo>
                  <a:lnTo>
                    <a:pt x="2041" y="2635"/>
                  </a:lnTo>
                  <a:lnTo>
                    <a:pt x="2991" y="1684"/>
                  </a:lnTo>
                  <a:lnTo>
                    <a:pt x="2991" y="337"/>
                  </a:lnTo>
                  <a:lnTo>
                    <a:pt x="3051" y="317"/>
                  </a:lnTo>
                  <a:lnTo>
                    <a:pt x="3091" y="278"/>
                  </a:lnTo>
                  <a:lnTo>
                    <a:pt x="3110" y="218"/>
                  </a:lnTo>
                  <a:lnTo>
                    <a:pt x="3110" y="178"/>
                  </a:lnTo>
                  <a:lnTo>
                    <a:pt x="3110" y="99"/>
                  </a:lnTo>
                  <a:lnTo>
                    <a:pt x="3071" y="60"/>
                  </a:lnTo>
                  <a:lnTo>
                    <a:pt x="3011" y="20"/>
                  </a:lnTo>
                  <a:lnTo>
                    <a:pt x="2952"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
            <p:cNvSpPr/>
            <p:nvPr/>
          </p:nvSpPr>
          <p:spPr>
            <a:xfrm>
              <a:off x="868600" y="1090625"/>
              <a:ext cx="77775" cy="1344175"/>
            </a:xfrm>
            <a:custGeom>
              <a:avLst/>
              <a:gdLst/>
              <a:ahLst/>
              <a:cxnLst/>
              <a:rect l="l" t="t" r="r" b="b"/>
              <a:pathLst>
                <a:path w="3111" h="53767" fill="none" extrusionOk="0">
                  <a:moveTo>
                    <a:pt x="2952" y="0"/>
                  </a:moveTo>
                  <a:lnTo>
                    <a:pt x="2952" y="0"/>
                  </a:lnTo>
                  <a:lnTo>
                    <a:pt x="2892" y="20"/>
                  </a:lnTo>
                  <a:lnTo>
                    <a:pt x="2833" y="60"/>
                  </a:lnTo>
                  <a:lnTo>
                    <a:pt x="2793" y="99"/>
                  </a:lnTo>
                  <a:lnTo>
                    <a:pt x="2774" y="178"/>
                  </a:lnTo>
                  <a:lnTo>
                    <a:pt x="2774" y="178"/>
                  </a:lnTo>
                  <a:lnTo>
                    <a:pt x="2793" y="218"/>
                  </a:lnTo>
                  <a:lnTo>
                    <a:pt x="2813" y="278"/>
                  </a:lnTo>
                  <a:lnTo>
                    <a:pt x="2853" y="317"/>
                  </a:lnTo>
                  <a:lnTo>
                    <a:pt x="2912" y="337"/>
                  </a:lnTo>
                  <a:lnTo>
                    <a:pt x="2912" y="1644"/>
                  </a:lnTo>
                  <a:lnTo>
                    <a:pt x="1961" y="2595"/>
                  </a:lnTo>
                  <a:lnTo>
                    <a:pt x="1961" y="11233"/>
                  </a:lnTo>
                  <a:lnTo>
                    <a:pt x="0" y="13194"/>
                  </a:lnTo>
                  <a:lnTo>
                    <a:pt x="0" y="53766"/>
                  </a:lnTo>
                  <a:lnTo>
                    <a:pt x="79" y="53766"/>
                  </a:lnTo>
                  <a:lnTo>
                    <a:pt x="79" y="13234"/>
                  </a:lnTo>
                  <a:lnTo>
                    <a:pt x="2041" y="11272"/>
                  </a:lnTo>
                  <a:lnTo>
                    <a:pt x="2041" y="2635"/>
                  </a:lnTo>
                  <a:lnTo>
                    <a:pt x="2991" y="1684"/>
                  </a:lnTo>
                  <a:lnTo>
                    <a:pt x="2991" y="337"/>
                  </a:lnTo>
                  <a:lnTo>
                    <a:pt x="2991" y="337"/>
                  </a:lnTo>
                  <a:lnTo>
                    <a:pt x="3051" y="317"/>
                  </a:lnTo>
                  <a:lnTo>
                    <a:pt x="3091" y="278"/>
                  </a:lnTo>
                  <a:lnTo>
                    <a:pt x="3110" y="218"/>
                  </a:lnTo>
                  <a:lnTo>
                    <a:pt x="3110" y="178"/>
                  </a:lnTo>
                  <a:lnTo>
                    <a:pt x="3110" y="178"/>
                  </a:lnTo>
                  <a:lnTo>
                    <a:pt x="3110" y="99"/>
                  </a:lnTo>
                  <a:lnTo>
                    <a:pt x="3071" y="60"/>
                  </a:lnTo>
                  <a:lnTo>
                    <a:pt x="3011" y="20"/>
                  </a:lnTo>
                  <a:lnTo>
                    <a:pt x="2952"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
            <p:cNvSpPr/>
            <p:nvPr/>
          </p:nvSpPr>
          <p:spPr>
            <a:xfrm>
              <a:off x="894350" y="1656700"/>
              <a:ext cx="49550" cy="778100"/>
            </a:xfrm>
            <a:custGeom>
              <a:avLst/>
              <a:gdLst/>
              <a:ahLst/>
              <a:cxnLst/>
              <a:rect l="l" t="t" r="r" b="b"/>
              <a:pathLst>
                <a:path w="1982" h="31124" extrusionOk="0">
                  <a:moveTo>
                    <a:pt x="159" y="1"/>
                  </a:moveTo>
                  <a:lnTo>
                    <a:pt x="99" y="21"/>
                  </a:lnTo>
                  <a:lnTo>
                    <a:pt x="40" y="40"/>
                  </a:lnTo>
                  <a:lnTo>
                    <a:pt x="20" y="100"/>
                  </a:lnTo>
                  <a:lnTo>
                    <a:pt x="0" y="159"/>
                  </a:lnTo>
                  <a:lnTo>
                    <a:pt x="20" y="238"/>
                  </a:lnTo>
                  <a:lnTo>
                    <a:pt x="40" y="278"/>
                  </a:lnTo>
                  <a:lnTo>
                    <a:pt x="99" y="318"/>
                  </a:lnTo>
                  <a:lnTo>
                    <a:pt x="159" y="337"/>
                  </a:lnTo>
                  <a:lnTo>
                    <a:pt x="218" y="337"/>
                  </a:lnTo>
                  <a:lnTo>
                    <a:pt x="258" y="318"/>
                  </a:lnTo>
                  <a:lnTo>
                    <a:pt x="1902" y="1962"/>
                  </a:lnTo>
                  <a:lnTo>
                    <a:pt x="1902" y="3071"/>
                  </a:lnTo>
                  <a:lnTo>
                    <a:pt x="218" y="4755"/>
                  </a:lnTo>
                  <a:lnTo>
                    <a:pt x="218" y="2735"/>
                  </a:lnTo>
                  <a:lnTo>
                    <a:pt x="258" y="2715"/>
                  </a:lnTo>
                  <a:lnTo>
                    <a:pt x="297" y="2675"/>
                  </a:lnTo>
                  <a:lnTo>
                    <a:pt x="317" y="2616"/>
                  </a:lnTo>
                  <a:lnTo>
                    <a:pt x="337" y="2576"/>
                  </a:lnTo>
                  <a:lnTo>
                    <a:pt x="317" y="2497"/>
                  </a:lnTo>
                  <a:lnTo>
                    <a:pt x="278" y="2457"/>
                  </a:lnTo>
                  <a:lnTo>
                    <a:pt x="238" y="2418"/>
                  </a:lnTo>
                  <a:lnTo>
                    <a:pt x="159" y="2398"/>
                  </a:lnTo>
                  <a:lnTo>
                    <a:pt x="99" y="2418"/>
                  </a:lnTo>
                  <a:lnTo>
                    <a:pt x="40" y="2457"/>
                  </a:lnTo>
                  <a:lnTo>
                    <a:pt x="20" y="2497"/>
                  </a:lnTo>
                  <a:lnTo>
                    <a:pt x="0" y="2576"/>
                  </a:lnTo>
                  <a:lnTo>
                    <a:pt x="0" y="2616"/>
                  </a:lnTo>
                  <a:lnTo>
                    <a:pt x="40" y="2675"/>
                  </a:lnTo>
                  <a:lnTo>
                    <a:pt x="79" y="2715"/>
                  </a:lnTo>
                  <a:lnTo>
                    <a:pt x="119" y="2735"/>
                  </a:lnTo>
                  <a:lnTo>
                    <a:pt x="119" y="31123"/>
                  </a:lnTo>
                  <a:lnTo>
                    <a:pt x="218" y="31123"/>
                  </a:lnTo>
                  <a:lnTo>
                    <a:pt x="218" y="4874"/>
                  </a:lnTo>
                  <a:lnTo>
                    <a:pt x="1981" y="3091"/>
                  </a:lnTo>
                  <a:lnTo>
                    <a:pt x="1981" y="1922"/>
                  </a:lnTo>
                  <a:lnTo>
                    <a:pt x="317" y="258"/>
                  </a:lnTo>
                  <a:lnTo>
                    <a:pt x="337" y="219"/>
                  </a:lnTo>
                  <a:lnTo>
                    <a:pt x="337" y="159"/>
                  </a:lnTo>
                  <a:lnTo>
                    <a:pt x="317" y="100"/>
                  </a:lnTo>
                  <a:lnTo>
                    <a:pt x="278" y="40"/>
                  </a:lnTo>
                  <a:lnTo>
                    <a:pt x="238" y="21"/>
                  </a:lnTo>
                  <a:lnTo>
                    <a:pt x="159"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
            <p:cNvSpPr/>
            <p:nvPr/>
          </p:nvSpPr>
          <p:spPr>
            <a:xfrm>
              <a:off x="894350" y="1656700"/>
              <a:ext cx="49550" cy="778100"/>
            </a:xfrm>
            <a:custGeom>
              <a:avLst/>
              <a:gdLst/>
              <a:ahLst/>
              <a:cxnLst/>
              <a:rect l="l" t="t" r="r" b="b"/>
              <a:pathLst>
                <a:path w="1982" h="31124" fill="none" extrusionOk="0">
                  <a:moveTo>
                    <a:pt x="159" y="1"/>
                  </a:moveTo>
                  <a:lnTo>
                    <a:pt x="159" y="1"/>
                  </a:lnTo>
                  <a:lnTo>
                    <a:pt x="159" y="1"/>
                  </a:lnTo>
                  <a:lnTo>
                    <a:pt x="159" y="1"/>
                  </a:lnTo>
                  <a:lnTo>
                    <a:pt x="99" y="21"/>
                  </a:lnTo>
                  <a:lnTo>
                    <a:pt x="40" y="40"/>
                  </a:lnTo>
                  <a:lnTo>
                    <a:pt x="20" y="100"/>
                  </a:lnTo>
                  <a:lnTo>
                    <a:pt x="0" y="159"/>
                  </a:lnTo>
                  <a:lnTo>
                    <a:pt x="0" y="159"/>
                  </a:lnTo>
                  <a:lnTo>
                    <a:pt x="20" y="238"/>
                  </a:lnTo>
                  <a:lnTo>
                    <a:pt x="40" y="278"/>
                  </a:lnTo>
                  <a:lnTo>
                    <a:pt x="99" y="318"/>
                  </a:lnTo>
                  <a:lnTo>
                    <a:pt x="159" y="337"/>
                  </a:lnTo>
                  <a:lnTo>
                    <a:pt x="159" y="337"/>
                  </a:lnTo>
                  <a:lnTo>
                    <a:pt x="218" y="337"/>
                  </a:lnTo>
                  <a:lnTo>
                    <a:pt x="258" y="318"/>
                  </a:lnTo>
                  <a:lnTo>
                    <a:pt x="1902" y="1962"/>
                  </a:lnTo>
                  <a:lnTo>
                    <a:pt x="1902" y="3071"/>
                  </a:lnTo>
                  <a:lnTo>
                    <a:pt x="218" y="4755"/>
                  </a:lnTo>
                  <a:lnTo>
                    <a:pt x="218" y="2735"/>
                  </a:lnTo>
                  <a:lnTo>
                    <a:pt x="218" y="2735"/>
                  </a:lnTo>
                  <a:lnTo>
                    <a:pt x="258" y="2715"/>
                  </a:lnTo>
                  <a:lnTo>
                    <a:pt x="297" y="2675"/>
                  </a:lnTo>
                  <a:lnTo>
                    <a:pt x="317" y="2616"/>
                  </a:lnTo>
                  <a:lnTo>
                    <a:pt x="337" y="2576"/>
                  </a:lnTo>
                  <a:lnTo>
                    <a:pt x="337" y="2576"/>
                  </a:lnTo>
                  <a:lnTo>
                    <a:pt x="317" y="2497"/>
                  </a:lnTo>
                  <a:lnTo>
                    <a:pt x="278" y="2457"/>
                  </a:lnTo>
                  <a:lnTo>
                    <a:pt x="238" y="2418"/>
                  </a:lnTo>
                  <a:lnTo>
                    <a:pt x="159" y="2398"/>
                  </a:lnTo>
                  <a:lnTo>
                    <a:pt x="159" y="2398"/>
                  </a:lnTo>
                  <a:lnTo>
                    <a:pt x="99" y="2418"/>
                  </a:lnTo>
                  <a:lnTo>
                    <a:pt x="40" y="2457"/>
                  </a:lnTo>
                  <a:lnTo>
                    <a:pt x="20" y="2497"/>
                  </a:lnTo>
                  <a:lnTo>
                    <a:pt x="0" y="2576"/>
                  </a:lnTo>
                  <a:lnTo>
                    <a:pt x="0" y="2576"/>
                  </a:lnTo>
                  <a:lnTo>
                    <a:pt x="0" y="2616"/>
                  </a:lnTo>
                  <a:lnTo>
                    <a:pt x="40" y="2675"/>
                  </a:lnTo>
                  <a:lnTo>
                    <a:pt x="79" y="2715"/>
                  </a:lnTo>
                  <a:lnTo>
                    <a:pt x="119" y="2735"/>
                  </a:lnTo>
                  <a:lnTo>
                    <a:pt x="119" y="31123"/>
                  </a:lnTo>
                  <a:lnTo>
                    <a:pt x="218" y="31123"/>
                  </a:lnTo>
                  <a:lnTo>
                    <a:pt x="218" y="4874"/>
                  </a:lnTo>
                  <a:lnTo>
                    <a:pt x="1981" y="3091"/>
                  </a:lnTo>
                  <a:lnTo>
                    <a:pt x="1981" y="1922"/>
                  </a:lnTo>
                  <a:lnTo>
                    <a:pt x="317" y="258"/>
                  </a:lnTo>
                  <a:lnTo>
                    <a:pt x="317" y="258"/>
                  </a:lnTo>
                  <a:lnTo>
                    <a:pt x="337" y="219"/>
                  </a:lnTo>
                  <a:lnTo>
                    <a:pt x="337" y="159"/>
                  </a:lnTo>
                  <a:lnTo>
                    <a:pt x="337" y="159"/>
                  </a:lnTo>
                  <a:lnTo>
                    <a:pt x="317" y="100"/>
                  </a:lnTo>
                  <a:lnTo>
                    <a:pt x="278" y="40"/>
                  </a:lnTo>
                  <a:lnTo>
                    <a:pt x="238" y="21"/>
                  </a:lnTo>
                  <a:lnTo>
                    <a:pt x="159"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
            <p:cNvSpPr/>
            <p:nvPr/>
          </p:nvSpPr>
          <p:spPr>
            <a:xfrm>
              <a:off x="614525" y="1073275"/>
              <a:ext cx="187725" cy="1361525"/>
            </a:xfrm>
            <a:custGeom>
              <a:avLst/>
              <a:gdLst/>
              <a:ahLst/>
              <a:cxnLst/>
              <a:rect l="l" t="t" r="r" b="b"/>
              <a:pathLst>
                <a:path w="7509" h="54461" extrusionOk="0">
                  <a:moveTo>
                    <a:pt x="5488" y="1"/>
                  </a:moveTo>
                  <a:lnTo>
                    <a:pt x="5428" y="21"/>
                  </a:lnTo>
                  <a:lnTo>
                    <a:pt x="5369" y="60"/>
                  </a:lnTo>
                  <a:lnTo>
                    <a:pt x="5349" y="120"/>
                  </a:lnTo>
                  <a:lnTo>
                    <a:pt x="5329" y="179"/>
                  </a:lnTo>
                  <a:lnTo>
                    <a:pt x="5329" y="239"/>
                  </a:lnTo>
                  <a:lnTo>
                    <a:pt x="5369" y="278"/>
                  </a:lnTo>
                  <a:lnTo>
                    <a:pt x="5408" y="318"/>
                  </a:lnTo>
                  <a:lnTo>
                    <a:pt x="5448" y="338"/>
                  </a:lnTo>
                  <a:lnTo>
                    <a:pt x="5448" y="8143"/>
                  </a:lnTo>
                  <a:lnTo>
                    <a:pt x="7409" y="10104"/>
                  </a:lnTo>
                  <a:lnTo>
                    <a:pt x="7409" y="17216"/>
                  </a:lnTo>
                  <a:lnTo>
                    <a:pt x="5448" y="19177"/>
                  </a:lnTo>
                  <a:lnTo>
                    <a:pt x="5448" y="27122"/>
                  </a:lnTo>
                  <a:lnTo>
                    <a:pt x="3011" y="29558"/>
                  </a:lnTo>
                  <a:lnTo>
                    <a:pt x="3011" y="34412"/>
                  </a:lnTo>
                  <a:lnTo>
                    <a:pt x="4418" y="35818"/>
                  </a:lnTo>
                  <a:lnTo>
                    <a:pt x="4418" y="39206"/>
                  </a:lnTo>
                  <a:lnTo>
                    <a:pt x="2060" y="36849"/>
                  </a:lnTo>
                  <a:lnTo>
                    <a:pt x="2060" y="28904"/>
                  </a:lnTo>
                  <a:lnTo>
                    <a:pt x="79" y="26943"/>
                  </a:lnTo>
                  <a:lnTo>
                    <a:pt x="79" y="19831"/>
                  </a:lnTo>
                  <a:lnTo>
                    <a:pt x="2060" y="17870"/>
                  </a:lnTo>
                  <a:lnTo>
                    <a:pt x="2060" y="10065"/>
                  </a:lnTo>
                  <a:lnTo>
                    <a:pt x="2100" y="10045"/>
                  </a:lnTo>
                  <a:lnTo>
                    <a:pt x="2140" y="10005"/>
                  </a:lnTo>
                  <a:lnTo>
                    <a:pt x="2179" y="9966"/>
                  </a:lnTo>
                  <a:lnTo>
                    <a:pt x="2179" y="9906"/>
                  </a:lnTo>
                  <a:lnTo>
                    <a:pt x="2160" y="9847"/>
                  </a:lnTo>
                  <a:lnTo>
                    <a:pt x="2140" y="9787"/>
                  </a:lnTo>
                  <a:lnTo>
                    <a:pt x="2080" y="9748"/>
                  </a:lnTo>
                  <a:lnTo>
                    <a:pt x="1942" y="9748"/>
                  </a:lnTo>
                  <a:lnTo>
                    <a:pt x="1902" y="9787"/>
                  </a:lnTo>
                  <a:lnTo>
                    <a:pt x="1862" y="9847"/>
                  </a:lnTo>
                  <a:lnTo>
                    <a:pt x="1843" y="9906"/>
                  </a:lnTo>
                  <a:lnTo>
                    <a:pt x="1862" y="9966"/>
                  </a:lnTo>
                  <a:lnTo>
                    <a:pt x="1882" y="10005"/>
                  </a:lnTo>
                  <a:lnTo>
                    <a:pt x="1922" y="10045"/>
                  </a:lnTo>
                  <a:lnTo>
                    <a:pt x="1961" y="10065"/>
                  </a:lnTo>
                  <a:lnTo>
                    <a:pt x="1961" y="17830"/>
                  </a:lnTo>
                  <a:lnTo>
                    <a:pt x="0" y="19792"/>
                  </a:lnTo>
                  <a:lnTo>
                    <a:pt x="0" y="26983"/>
                  </a:lnTo>
                  <a:lnTo>
                    <a:pt x="1961" y="28944"/>
                  </a:lnTo>
                  <a:lnTo>
                    <a:pt x="1961" y="36888"/>
                  </a:lnTo>
                  <a:lnTo>
                    <a:pt x="4418" y="39325"/>
                  </a:lnTo>
                  <a:lnTo>
                    <a:pt x="4418" y="54460"/>
                  </a:lnTo>
                  <a:lnTo>
                    <a:pt x="4497" y="54460"/>
                  </a:lnTo>
                  <a:lnTo>
                    <a:pt x="4497" y="39285"/>
                  </a:lnTo>
                  <a:lnTo>
                    <a:pt x="4497" y="33540"/>
                  </a:lnTo>
                  <a:lnTo>
                    <a:pt x="7508" y="30529"/>
                  </a:lnTo>
                  <a:lnTo>
                    <a:pt x="7508" y="20505"/>
                  </a:lnTo>
                  <a:lnTo>
                    <a:pt x="7409" y="20505"/>
                  </a:lnTo>
                  <a:lnTo>
                    <a:pt x="7409" y="30509"/>
                  </a:lnTo>
                  <a:lnTo>
                    <a:pt x="4497" y="33421"/>
                  </a:lnTo>
                  <a:lnTo>
                    <a:pt x="4497" y="32530"/>
                  </a:lnTo>
                  <a:lnTo>
                    <a:pt x="6518" y="30529"/>
                  </a:lnTo>
                  <a:lnTo>
                    <a:pt x="6518" y="23694"/>
                  </a:lnTo>
                  <a:lnTo>
                    <a:pt x="6439" y="23694"/>
                  </a:lnTo>
                  <a:lnTo>
                    <a:pt x="6439" y="30509"/>
                  </a:lnTo>
                  <a:lnTo>
                    <a:pt x="4418" y="32510"/>
                  </a:lnTo>
                  <a:lnTo>
                    <a:pt x="4418" y="35700"/>
                  </a:lnTo>
                  <a:lnTo>
                    <a:pt x="3091" y="34392"/>
                  </a:lnTo>
                  <a:lnTo>
                    <a:pt x="3091" y="29598"/>
                  </a:lnTo>
                  <a:lnTo>
                    <a:pt x="5547" y="27161"/>
                  </a:lnTo>
                  <a:lnTo>
                    <a:pt x="5547" y="19217"/>
                  </a:lnTo>
                  <a:lnTo>
                    <a:pt x="7508" y="17256"/>
                  </a:lnTo>
                  <a:lnTo>
                    <a:pt x="7508" y="10065"/>
                  </a:lnTo>
                  <a:lnTo>
                    <a:pt x="5547" y="8103"/>
                  </a:lnTo>
                  <a:lnTo>
                    <a:pt x="5547" y="338"/>
                  </a:lnTo>
                  <a:lnTo>
                    <a:pt x="5587" y="318"/>
                  </a:lnTo>
                  <a:lnTo>
                    <a:pt x="5626" y="278"/>
                  </a:lnTo>
                  <a:lnTo>
                    <a:pt x="5646" y="239"/>
                  </a:lnTo>
                  <a:lnTo>
                    <a:pt x="5666" y="179"/>
                  </a:lnTo>
                  <a:lnTo>
                    <a:pt x="5646" y="120"/>
                  </a:lnTo>
                  <a:lnTo>
                    <a:pt x="5607" y="60"/>
                  </a:lnTo>
                  <a:lnTo>
                    <a:pt x="5567" y="21"/>
                  </a:lnTo>
                  <a:lnTo>
                    <a:pt x="5488"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
            <p:cNvSpPr/>
            <p:nvPr/>
          </p:nvSpPr>
          <p:spPr>
            <a:xfrm>
              <a:off x="614525" y="1073275"/>
              <a:ext cx="187725" cy="1361525"/>
            </a:xfrm>
            <a:custGeom>
              <a:avLst/>
              <a:gdLst/>
              <a:ahLst/>
              <a:cxnLst/>
              <a:rect l="l" t="t" r="r" b="b"/>
              <a:pathLst>
                <a:path w="7509" h="54461" fill="none" extrusionOk="0">
                  <a:moveTo>
                    <a:pt x="5488" y="1"/>
                  </a:moveTo>
                  <a:lnTo>
                    <a:pt x="5488" y="1"/>
                  </a:lnTo>
                  <a:lnTo>
                    <a:pt x="5428" y="21"/>
                  </a:lnTo>
                  <a:lnTo>
                    <a:pt x="5369" y="60"/>
                  </a:lnTo>
                  <a:lnTo>
                    <a:pt x="5349" y="120"/>
                  </a:lnTo>
                  <a:lnTo>
                    <a:pt x="5329" y="179"/>
                  </a:lnTo>
                  <a:lnTo>
                    <a:pt x="5329" y="179"/>
                  </a:lnTo>
                  <a:lnTo>
                    <a:pt x="5329" y="239"/>
                  </a:lnTo>
                  <a:lnTo>
                    <a:pt x="5369" y="278"/>
                  </a:lnTo>
                  <a:lnTo>
                    <a:pt x="5408" y="318"/>
                  </a:lnTo>
                  <a:lnTo>
                    <a:pt x="5448" y="338"/>
                  </a:lnTo>
                  <a:lnTo>
                    <a:pt x="5448" y="8143"/>
                  </a:lnTo>
                  <a:lnTo>
                    <a:pt x="7409" y="10104"/>
                  </a:lnTo>
                  <a:lnTo>
                    <a:pt x="7409" y="17216"/>
                  </a:lnTo>
                  <a:lnTo>
                    <a:pt x="5448" y="19177"/>
                  </a:lnTo>
                  <a:lnTo>
                    <a:pt x="5448" y="27122"/>
                  </a:lnTo>
                  <a:lnTo>
                    <a:pt x="3011" y="29558"/>
                  </a:lnTo>
                  <a:lnTo>
                    <a:pt x="3011" y="34412"/>
                  </a:lnTo>
                  <a:lnTo>
                    <a:pt x="4418" y="35818"/>
                  </a:lnTo>
                  <a:lnTo>
                    <a:pt x="4418" y="39206"/>
                  </a:lnTo>
                  <a:lnTo>
                    <a:pt x="2060" y="36849"/>
                  </a:lnTo>
                  <a:lnTo>
                    <a:pt x="2060" y="28904"/>
                  </a:lnTo>
                  <a:lnTo>
                    <a:pt x="79" y="26943"/>
                  </a:lnTo>
                  <a:lnTo>
                    <a:pt x="79" y="19831"/>
                  </a:lnTo>
                  <a:lnTo>
                    <a:pt x="2060" y="17870"/>
                  </a:lnTo>
                  <a:lnTo>
                    <a:pt x="2060" y="10065"/>
                  </a:lnTo>
                  <a:lnTo>
                    <a:pt x="2060" y="10065"/>
                  </a:lnTo>
                  <a:lnTo>
                    <a:pt x="2100" y="10045"/>
                  </a:lnTo>
                  <a:lnTo>
                    <a:pt x="2140" y="10005"/>
                  </a:lnTo>
                  <a:lnTo>
                    <a:pt x="2179" y="9966"/>
                  </a:lnTo>
                  <a:lnTo>
                    <a:pt x="2179" y="9906"/>
                  </a:lnTo>
                  <a:lnTo>
                    <a:pt x="2179" y="9906"/>
                  </a:lnTo>
                  <a:lnTo>
                    <a:pt x="2160" y="9847"/>
                  </a:lnTo>
                  <a:lnTo>
                    <a:pt x="2140" y="9787"/>
                  </a:lnTo>
                  <a:lnTo>
                    <a:pt x="2080" y="9748"/>
                  </a:lnTo>
                  <a:lnTo>
                    <a:pt x="2021" y="9748"/>
                  </a:lnTo>
                  <a:lnTo>
                    <a:pt x="2021" y="9748"/>
                  </a:lnTo>
                  <a:lnTo>
                    <a:pt x="1942" y="9748"/>
                  </a:lnTo>
                  <a:lnTo>
                    <a:pt x="1902" y="9787"/>
                  </a:lnTo>
                  <a:lnTo>
                    <a:pt x="1862" y="9847"/>
                  </a:lnTo>
                  <a:lnTo>
                    <a:pt x="1843" y="9906"/>
                  </a:lnTo>
                  <a:lnTo>
                    <a:pt x="1843" y="9906"/>
                  </a:lnTo>
                  <a:lnTo>
                    <a:pt x="1862" y="9966"/>
                  </a:lnTo>
                  <a:lnTo>
                    <a:pt x="1882" y="10005"/>
                  </a:lnTo>
                  <a:lnTo>
                    <a:pt x="1922" y="10045"/>
                  </a:lnTo>
                  <a:lnTo>
                    <a:pt x="1961" y="10065"/>
                  </a:lnTo>
                  <a:lnTo>
                    <a:pt x="1961" y="17830"/>
                  </a:lnTo>
                  <a:lnTo>
                    <a:pt x="0" y="19792"/>
                  </a:lnTo>
                  <a:lnTo>
                    <a:pt x="0" y="26983"/>
                  </a:lnTo>
                  <a:lnTo>
                    <a:pt x="1961" y="28944"/>
                  </a:lnTo>
                  <a:lnTo>
                    <a:pt x="1961" y="36888"/>
                  </a:lnTo>
                  <a:lnTo>
                    <a:pt x="4418" y="39325"/>
                  </a:lnTo>
                  <a:lnTo>
                    <a:pt x="4418" y="54460"/>
                  </a:lnTo>
                  <a:lnTo>
                    <a:pt x="4497" y="54460"/>
                  </a:lnTo>
                  <a:lnTo>
                    <a:pt x="4497" y="39285"/>
                  </a:lnTo>
                  <a:lnTo>
                    <a:pt x="4497" y="33540"/>
                  </a:lnTo>
                  <a:lnTo>
                    <a:pt x="7508" y="30529"/>
                  </a:lnTo>
                  <a:lnTo>
                    <a:pt x="7508" y="20505"/>
                  </a:lnTo>
                  <a:lnTo>
                    <a:pt x="7409" y="20505"/>
                  </a:lnTo>
                  <a:lnTo>
                    <a:pt x="7409" y="30509"/>
                  </a:lnTo>
                  <a:lnTo>
                    <a:pt x="4497" y="33421"/>
                  </a:lnTo>
                  <a:lnTo>
                    <a:pt x="4497" y="32530"/>
                  </a:lnTo>
                  <a:lnTo>
                    <a:pt x="6518" y="30529"/>
                  </a:lnTo>
                  <a:lnTo>
                    <a:pt x="6518" y="23694"/>
                  </a:lnTo>
                  <a:lnTo>
                    <a:pt x="6439" y="23694"/>
                  </a:lnTo>
                  <a:lnTo>
                    <a:pt x="6439" y="30509"/>
                  </a:lnTo>
                  <a:lnTo>
                    <a:pt x="4418" y="32510"/>
                  </a:lnTo>
                  <a:lnTo>
                    <a:pt x="4418" y="35700"/>
                  </a:lnTo>
                  <a:lnTo>
                    <a:pt x="3091" y="34392"/>
                  </a:lnTo>
                  <a:lnTo>
                    <a:pt x="3091" y="29598"/>
                  </a:lnTo>
                  <a:lnTo>
                    <a:pt x="5547" y="27161"/>
                  </a:lnTo>
                  <a:lnTo>
                    <a:pt x="5547" y="19217"/>
                  </a:lnTo>
                  <a:lnTo>
                    <a:pt x="7508" y="17256"/>
                  </a:lnTo>
                  <a:lnTo>
                    <a:pt x="7508" y="10065"/>
                  </a:lnTo>
                  <a:lnTo>
                    <a:pt x="5547" y="8103"/>
                  </a:lnTo>
                  <a:lnTo>
                    <a:pt x="5547" y="338"/>
                  </a:lnTo>
                  <a:lnTo>
                    <a:pt x="5547" y="338"/>
                  </a:lnTo>
                  <a:lnTo>
                    <a:pt x="5587" y="318"/>
                  </a:lnTo>
                  <a:lnTo>
                    <a:pt x="5626" y="278"/>
                  </a:lnTo>
                  <a:lnTo>
                    <a:pt x="5646" y="239"/>
                  </a:lnTo>
                  <a:lnTo>
                    <a:pt x="5666" y="179"/>
                  </a:lnTo>
                  <a:lnTo>
                    <a:pt x="5666" y="179"/>
                  </a:lnTo>
                  <a:lnTo>
                    <a:pt x="5646" y="120"/>
                  </a:lnTo>
                  <a:lnTo>
                    <a:pt x="5607" y="60"/>
                  </a:lnTo>
                  <a:lnTo>
                    <a:pt x="5567" y="21"/>
                  </a:lnTo>
                  <a:lnTo>
                    <a:pt x="5488"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
            <p:cNvSpPr/>
            <p:nvPr/>
          </p:nvSpPr>
          <p:spPr>
            <a:xfrm>
              <a:off x="771025" y="1035650"/>
              <a:ext cx="129275" cy="1399150"/>
            </a:xfrm>
            <a:custGeom>
              <a:avLst/>
              <a:gdLst/>
              <a:ahLst/>
              <a:cxnLst/>
              <a:rect l="l" t="t" r="r" b="b"/>
              <a:pathLst>
                <a:path w="5171" h="55966" extrusionOk="0">
                  <a:moveTo>
                    <a:pt x="4953" y="0"/>
                  </a:moveTo>
                  <a:lnTo>
                    <a:pt x="4894" y="40"/>
                  </a:lnTo>
                  <a:lnTo>
                    <a:pt x="4854" y="99"/>
                  </a:lnTo>
                  <a:lnTo>
                    <a:pt x="4834" y="159"/>
                  </a:lnTo>
                  <a:lnTo>
                    <a:pt x="4854" y="218"/>
                  </a:lnTo>
                  <a:lnTo>
                    <a:pt x="4874" y="258"/>
                  </a:lnTo>
                  <a:lnTo>
                    <a:pt x="4913" y="297"/>
                  </a:lnTo>
                  <a:lnTo>
                    <a:pt x="4973" y="317"/>
                  </a:lnTo>
                  <a:lnTo>
                    <a:pt x="4973" y="12956"/>
                  </a:lnTo>
                  <a:lnTo>
                    <a:pt x="3012" y="14918"/>
                  </a:lnTo>
                  <a:lnTo>
                    <a:pt x="3012" y="32014"/>
                  </a:lnTo>
                  <a:lnTo>
                    <a:pt x="0" y="35006"/>
                  </a:lnTo>
                  <a:lnTo>
                    <a:pt x="0" y="55965"/>
                  </a:lnTo>
                  <a:lnTo>
                    <a:pt x="80" y="55965"/>
                  </a:lnTo>
                  <a:lnTo>
                    <a:pt x="80" y="35045"/>
                  </a:lnTo>
                  <a:lnTo>
                    <a:pt x="3091" y="32034"/>
                  </a:lnTo>
                  <a:lnTo>
                    <a:pt x="3091" y="14957"/>
                  </a:lnTo>
                  <a:lnTo>
                    <a:pt x="5052" y="12996"/>
                  </a:lnTo>
                  <a:lnTo>
                    <a:pt x="5052" y="317"/>
                  </a:lnTo>
                  <a:lnTo>
                    <a:pt x="5092" y="297"/>
                  </a:lnTo>
                  <a:lnTo>
                    <a:pt x="5131" y="258"/>
                  </a:lnTo>
                  <a:lnTo>
                    <a:pt x="5171" y="218"/>
                  </a:lnTo>
                  <a:lnTo>
                    <a:pt x="5171" y="159"/>
                  </a:lnTo>
                  <a:lnTo>
                    <a:pt x="5171" y="99"/>
                  </a:lnTo>
                  <a:lnTo>
                    <a:pt x="5131" y="40"/>
                  </a:lnTo>
                  <a:lnTo>
                    <a:pt x="5072"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3"/>
            <p:cNvSpPr/>
            <p:nvPr/>
          </p:nvSpPr>
          <p:spPr>
            <a:xfrm>
              <a:off x="771025" y="1035650"/>
              <a:ext cx="129275" cy="1399150"/>
            </a:xfrm>
            <a:custGeom>
              <a:avLst/>
              <a:gdLst/>
              <a:ahLst/>
              <a:cxnLst/>
              <a:rect l="l" t="t" r="r" b="b"/>
              <a:pathLst>
                <a:path w="5171" h="55966" fill="none" extrusionOk="0">
                  <a:moveTo>
                    <a:pt x="5012" y="0"/>
                  </a:moveTo>
                  <a:lnTo>
                    <a:pt x="5012" y="0"/>
                  </a:lnTo>
                  <a:lnTo>
                    <a:pt x="4953" y="0"/>
                  </a:lnTo>
                  <a:lnTo>
                    <a:pt x="4894" y="40"/>
                  </a:lnTo>
                  <a:lnTo>
                    <a:pt x="4854" y="99"/>
                  </a:lnTo>
                  <a:lnTo>
                    <a:pt x="4834" y="159"/>
                  </a:lnTo>
                  <a:lnTo>
                    <a:pt x="4834" y="159"/>
                  </a:lnTo>
                  <a:lnTo>
                    <a:pt x="4854" y="218"/>
                  </a:lnTo>
                  <a:lnTo>
                    <a:pt x="4874" y="258"/>
                  </a:lnTo>
                  <a:lnTo>
                    <a:pt x="4913" y="297"/>
                  </a:lnTo>
                  <a:lnTo>
                    <a:pt x="4973" y="317"/>
                  </a:lnTo>
                  <a:lnTo>
                    <a:pt x="4973" y="12956"/>
                  </a:lnTo>
                  <a:lnTo>
                    <a:pt x="3012" y="14918"/>
                  </a:lnTo>
                  <a:lnTo>
                    <a:pt x="3012" y="32014"/>
                  </a:lnTo>
                  <a:lnTo>
                    <a:pt x="0" y="35006"/>
                  </a:lnTo>
                  <a:lnTo>
                    <a:pt x="0" y="55965"/>
                  </a:lnTo>
                  <a:lnTo>
                    <a:pt x="80" y="55965"/>
                  </a:lnTo>
                  <a:lnTo>
                    <a:pt x="80" y="35045"/>
                  </a:lnTo>
                  <a:lnTo>
                    <a:pt x="3091" y="32034"/>
                  </a:lnTo>
                  <a:lnTo>
                    <a:pt x="3091" y="14957"/>
                  </a:lnTo>
                  <a:lnTo>
                    <a:pt x="5052" y="12996"/>
                  </a:lnTo>
                  <a:lnTo>
                    <a:pt x="5052" y="317"/>
                  </a:lnTo>
                  <a:lnTo>
                    <a:pt x="5052" y="317"/>
                  </a:lnTo>
                  <a:lnTo>
                    <a:pt x="5092" y="297"/>
                  </a:lnTo>
                  <a:lnTo>
                    <a:pt x="5131" y="258"/>
                  </a:lnTo>
                  <a:lnTo>
                    <a:pt x="5171" y="218"/>
                  </a:lnTo>
                  <a:lnTo>
                    <a:pt x="5171" y="159"/>
                  </a:lnTo>
                  <a:lnTo>
                    <a:pt x="5171" y="159"/>
                  </a:lnTo>
                  <a:lnTo>
                    <a:pt x="5171" y="99"/>
                  </a:lnTo>
                  <a:lnTo>
                    <a:pt x="5131" y="40"/>
                  </a:lnTo>
                  <a:lnTo>
                    <a:pt x="5072" y="0"/>
                  </a:lnTo>
                  <a:lnTo>
                    <a:pt x="5012"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
            <p:cNvSpPr/>
            <p:nvPr/>
          </p:nvSpPr>
          <p:spPr>
            <a:xfrm>
              <a:off x="747750" y="1264950"/>
              <a:ext cx="130275" cy="1169850"/>
            </a:xfrm>
            <a:custGeom>
              <a:avLst/>
              <a:gdLst/>
              <a:ahLst/>
              <a:cxnLst/>
              <a:rect l="l" t="t" r="r" b="b"/>
              <a:pathLst>
                <a:path w="5211" h="46794" extrusionOk="0">
                  <a:moveTo>
                    <a:pt x="5052" y="1"/>
                  </a:moveTo>
                  <a:lnTo>
                    <a:pt x="4973" y="20"/>
                  </a:lnTo>
                  <a:lnTo>
                    <a:pt x="4933" y="60"/>
                  </a:lnTo>
                  <a:lnTo>
                    <a:pt x="4893" y="100"/>
                  </a:lnTo>
                  <a:lnTo>
                    <a:pt x="4874" y="179"/>
                  </a:lnTo>
                  <a:lnTo>
                    <a:pt x="4874" y="218"/>
                  </a:lnTo>
                  <a:lnTo>
                    <a:pt x="4893" y="258"/>
                  </a:lnTo>
                  <a:lnTo>
                    <a:pt x="4953" y="317"/>
                  </a:lnTo>
                  <a:lnTo>
                    <a:pt x="4953" y="3349"/>
                  </a:lnTo>
                  <a:lnTo>
                    <a:pt x="2992" y="5310"/>
                  </a:lnTo>
                  <a:lnTo>
                    <a:pt x="2992" y="22882"/>
                  </a:lnTo>
                  <a:lnTo>
                    <a:pt x="0" y="25873"/>
                  </a:lnTo>
                  <a:lnTo>
                    <a:pt x="0" y="46793"/>
                  </a:lnTo>
                  <a:lnTo>
                    <a:pt x="99" y="46793"/>
                  </a:lnTo>
                  <a:lnTo>
                    <a:pt x="99" y="25913"/>
                  </a:lnTo>
                  <a:lnTo>
                    <a:pt x="3091" y="22921"/>
                  </a:lnTo>
                  <a:lnTo>
                    <a:pt x="3091" y="5349"/>
                  </a:lnTo>
                  <a:lnTo>
                    <a:pt x="5052" y="3388"/>
                  </a:lnTo>
                  <a:lnTo>
                    <a:pt x="5052" y="337"/>
                  </a:lnTo>
                  <a:lnTo>
                    <a:pt x="5111" y="317"/>
                  </a:lnTo>
                  <a:lnTo>
                    <a:pt x="5171" y="298"/>
                  </a:lnTo>
                  <a:lnTo>
                    <a:pt x="5191" y="238"/>
                  </a:lnTo>
                  <a:lnTo>
                    <a:pt x="5210" y="179"/>
                  </a:lnTo>
                  <a:lnTo>
                    <a:pt x="5191" y="100"/>
                  </a:lnTo>
                  <a:lnTo>
                    <a:pt x="5171" y="60"/>
                  </a:lnTo>
                  <a:lnTo>
                    <a:pt x="5111" y="20"/>
                  </a:lnTo>
                  <a:lnTo>
                    <a:pt x="5052"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
            <p:cNvSpPr/>
            <p:nvPr/>
          </p:nvSpPr>
          <p:spPr>
            <a:xfrm>
              <a:off x="747750" y="1264950"/>
              <a:ext cx="130275" cy="1169850"/>
            </a:xfrm>
            <a:custGeom>
              <a:avLst/>
              <a:gdLst/>
              <a:ahLst/>
              <a:cxnLst/>
              <a:rect l="l" t="t" r="r" b="b"/>
              <a:pathLst>
                <a:path w="5211" h="46794" fill="none" extrusionOk="0">
                  <a:moveTo>
                    <a:pt x="5052" y="1"/>
                  </a:moveTo>
                  <a:lnTo>
                    <a:pt x="5052" y="1"/>
                  </a:lnTo>
                  <a:lnTo>
                    <a:pt x="5052" y="1"/>
                  </a:lnTo>
                  <a:lnTo>
                    <a:pt x="5052" y="1"/>
                  </a:lnTo>
                  <a:lnTo>
                    <a:pt x="4973" y="20"/>
                  </a:lnTo>
                  <a:lnTo>
                    <a:pt x="4933" y="60"/>
                  </a:lnTo>
                  <a:lnTo>
                    <a:pt x="4893" y="100"/>
                  </a:lnTo>
                  <a:lnTo>
                    <a:pt x="4874" y="179"/>
                  </a:lnTo>
                  <a:lnTo>
                    <a:pt x="4874" y="179"/>
                  </a:lnTo>
                  <a:lnTo>
                    <a:pt x="4874" y="218"/>
                  </a:lnTo>
                  <a:lnTo>
                    <a:pt x="4893" y="258"/>
                  </a:lnTo>
                  <a:lnTo>
                    <a:pt x="4953" y="317"/>
                  </a:lnTo>
                  <a:lnTo>
                    <a:pt x="4953" y="3349"/>
                  </a:lnTo>
                  <a:lnTo>
                    <a:pt x="2992" y="5310"/>
                  </a:lnTo>
                  <a:lnTo>
                    <a:pt x="2992" y="22882"/>
                  </a:lnTo>
                  <a:lnTo>
                    <a:pt x="0" y="25873"/>
                  </a:lnTo>
                  <a:lnTo>
                    <a:pt x="0" y="46793"/>
                  </a:lnTo>
                  <a:lnTo>
                    <a:pt x="99" y="46793"/>
                  </a:lnTo>
                  <a:lnTo>
                    <a:pt x="99" y="25913"/>
                  </a:lnTo>
                  <a:lnTo>
                    <a:pt x="3091" y="22921"/>
                  </a:lnTo>
                  <a:lnTo>
                    <a:pt x="3091" y="5349"/>
                  </a:lnTo>
                  <a:lnTo>
                    <a:pt x="5052" y="3388"/>
                  </a:lnTo>
                  <a:lnTo>
                    <a:pt x="5052" y="337"/>
                  </a:lnTo>
                  <a:lnTo>
                    <a:pt x="5052" y="337"/>
                  </a:lnTo>
                  <a:lnTo>
                    <a:pt x="5111" y="317"/>
                  </a:lnTo>
                  <a:lnTo>
                    <a:pt x="5171" y="298"/>
                  </a:lnTo>
                  <a:lnTo>
                    <a:pt x="5191" y="238"/>
                  </a:lnTo>
                  <a:lnTo>
                    <a:pt x="5210" y="179"/>
                  </a:lnTo>
                  <a:lnTo>
                    <a:pt x="5210" y="179"/>
                  </a:lnTo>
                  <a:lnTo>
                    <a:pt x="5191" y="100"/>
                  </a:lnTo>
                  <a:lnTo>
                    <a:pt x="5171" y="60"/>
                  </a:lnTo>
                  <a:lnTo>
                    <a:pt x="5111" y="20"/>
                  </a:lnTo>
                  <a:lnTo>
                    <a:pt x="5052"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7" name="Google Shape;277;p3"/>
          <p:cNvGrpSpPr/>
          <p:nvPr/>
        </p:nvGrpSpPr>
        <p:grpSpPr>
          <a:xfrm flipH="1">
            <a:off x="8515343" y="3162309"/>
            <a:ext cx="2638315" cy="4402295"/>
            <a:chOff x="238125" y="1025750"/>
            <a:chExt cx="844450" cy="1409050"/>
          </a:xfrm>
        </p:grpSpPr>
        <p:sp>
          <p:nvSpPr>
            <p:cNvPr id="278" name="Google Shape;278;p3"/>
            <p:cNvSpPr/>
            <p:nvPr/>
          </p:nvSpPr>
          <p:spPr>
            <a:xfrm>
              <a:off x="1028550" y="1271875"/>
              <a:ext cx="54025" cy="1162925"/>
            </a:xfrm>
            <a:custGeom>
              <a:avLst/>
              <a:gdLst/>
              <a:ahLst/>
              <a:cxnLst/>
              <a:rect l="l" t="t" r="r" b="b"/>
              <a:pathLst>
                <a:path w="2161" h="46517" extrusionOk="0">
                  <a:moveTo>
                    <a:pt x="159" y="1"/>
                  </a:moveTo>
                  <a:lnTo>
                    <a:pt x="100" y="21"/>
                  </a:lnTo>
                  <a:lnTo>
                    <a:pt x="41" y="60"/>
                  </a:lnTo>
                  <a:lnTo>
                    <a:pt x="1" y="100"/>
                  </a:lnTo>
                  <a:lnTo>
                    <a:pt x="1" y="179"/>
                  </a:lnTo>
                  <a:lnTo>
                    <a:pt x="1" y="219"/>
                  </a:lnTo>
                  <a:lnTo>
                    <a:pt x="41" y="278"/>
                  </a:lnTo>
                  <a:lnTo>
                    <a:pt x="80" y="298"/>
                  </a:lnTo>
                  <a:lnTo>
                    <a:pt x="120" y="338"/>
                  </a:lnTo>
                  <a:lnTo>
                    <a:pt x="120" y="4478"/>
                  </a:lnTo>
                  <a:lnTo>
                    <a:pt x="2081" y="6439"/>
                  </a:lnTo>
                  <a:lnTo>
                    <a:pt x="2081" y="46516"/>
                  </a:lnTo>
                  <a:lnTo>
                    <a:pt x="2160" y="46516"/>
                  </a:lnTo>
                  <a:lnTo>
                    <a:pt x="2160" y="6400"/>
                  </a:lnTo>
                  <a:lnTo>
                    <a:pt x="199" y="4438"/>
                  </a:lnTo>
                  <a:lnTo>
                    <a:pt x="199" y="338"/>
                  </a:lnTo>
                  <a:lnTo>
                    <a:pt x="258" y="298"/>
                  </a:lnTo>
                  <a:lnTo>
                    <a:pt x="298" y="278"/>
                  </a:lnTo>
                  <a:lnTo>
                    <a:pt x="318" y="219"/>
                  </a:lnTo>
                  <a:lnTo>
                    <a:pt x="338" y="179"/>
                  </a:lnTo>
                  <a:lnTo>
                    <a:pt x="318" y="100"/>
                  </a:lnTo>
                  <a:lnTo>
                    <a:pt x="278" y="60"/>
                  </a:lnTo>
                  <a:lnTo>
                    <a:pt x="239" y="21"/>
                  </a:lnTo>
                  <a:lnTo>
                    <a:pt x="159"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3"/>
            <p:cNvSpPr/>
            <p:nvPr/>
          </p:nvSpPr>
          <p:spPr>
            <a:xfrm>
              <a:off x="1028550" y="1271875"/>
              <a:ext cx="54025" cy="1162925"/>
            </a:xfrm>
            <a:custGeom>
              <a:avLst/>
              <a:gdLst/>
              <a:ahLst/>
              <a:cxnLst/>
              <a:rect l="l" t="t" r="r" b="b"/>
              <a:pathLst>
                <a:path w="2161" h="46517" fill="none" extrusionOk="0">
                  <a:moveTo>
                    <a:pt x="159" y="1"/>
                  </a:moveTo>
                  <a:lnTo>
                    <a:pt x="159" y="1"/>
                  </a:lnTo>
                  <a:lnTo>
                    <a:pt x="100" y="21"/>
                  </a:lnTo>
                  <a:lnTo>
                    <a:pt x="41" y="60"/>
                  </a:lnTo>
                  <a:lnTo>
                    <a:pt x="1" y="100"/>
                  </a:lnTo>
                  <a:lnTo>
                    <a:pt x="1" y="179"/>
                  </a:lnTo>
                  <a:lnTo>
                    <a:pt x="1" y="179"/>
                  </a:lnTo>
                  <a:lnTo>
                    <a:pt x="1" y="219"/>
                  </a:lnTo>
                  <a:lnTo>
                    <a:pt x="41" y="278"/>
                  </a:lnTo>
                  <a:lnTo>
                    <a:pt x="80" y="298"/>
                  </a:lnTo>
                  <a:lnTo>
                    <a:pt x="120" y="338"/>
                  </a:lnTo>
                  <a:lnTo>
                    <a:pt x="120" y="4478"/>
                  </a:lnTo>
                  <a:lnTo>
                    <a:pt x="2081" y="6439"/>
                  </a:lnTo>
                  <a:lnTo>
                    <a:pt x="2081" y="46516"/>
                  </a:lnTo>
                  <a:lnTo>
                    <a:pt x="2160" y="46516"/>
                  </a:lnTo>
                  <a:lnTo>
                    <a:pt x="2160" y="6400"/>
                  </a:lnTo>
                  <a:lnTo>
                    <a:pt x="199" y="4438"/>
                  </a:lnTo>
                  <a:lnTo>
                    <a:pt x="199" y="338"/>
                  </a:lnTo>
                  <a:lnTo>
                    <a:pt x="199" y="338"/>
                  </a:lnTo>
                  <a:lnTo>
                    <a:pt x="258" y="298"/>
                  </a:lnTo>
                  <a:lnTo>
                    <a:pt x="298" y="278"/>
                  </a:lnTo>
                  <a:lnTo>
                    <a:pt x="318" y="219"/>
                  </a:lnTo>
                  <a:lnTo>
                    <a:pt x="338" y="179"/>
                  </a:lnTo>
                  <a:lnTo>
                    <a:pt x="338" y="179"/>
                  </a:lnTo>
                  <a:lnTo>
                    <a:pt x="318" y="100"/>
                  </a:lnTo>
                  <a:lnTo>
                    <a:pt x="278" y="60"/>
                  </a:lnTo>
                  <a:lnTo>
                    <a:pt x="239" y="21"/>
                  </a:lnTo>
                  <a:lnTo>
                    <a:pt x="159"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3"/>
            <p:cNvSpPr/>
            <p:nvPr/>
          </p:nvSpPr>
          <p:spPr>
            <a:xfrm>
              <a:off x="333700" y="1515050"/>
              <a:ext cx="54500" cy="919750"/>
            </a:xfrm>
            <a:custGeom>
              <a:avLst/>
              <a:gdLst/>
              <a:ahLst/>
              <a:cxnLst/>
              <a:rect l="l" t="t" r="r" b="b"/>
              <a:pathLst>
                <a:path w="2180" h="36790" extrusionOk="0">
                  <a:moveTo>
                    <a:pt x="2021" y="1"/>
                  </a:moveTo>
                  <a:lnTo>
                    <a:pt x="1942" y="21"/>
                  </a:lnTo>
                  <a:lnTo>
                    <a:pt x="1902" y="60"/>
                  </a:lnTo>
                  <a:lnTo>
                    <a:pt x="1863" y="100"/>
                  </a:lnTo>
                  <a:lnTo>
                    <a:pt x="1843" y="179"/>
                  </a:lnTo>
                  <a:lnTo>
                    <a:pt x="1863" y="239"/>
                  </a:lnTo>
                  <a:lnTo>
                    <a:pt x="1882" y="278"/>
                  </a:lnTo>
                  <a:lnTo>
                    <a:pt x="1922" y="318"/>
                  </a:lnTo>
                  <a:lnTo>
                    <a:pt x="1962" y="338"/>
                  </a:lnTo>
                  <a:lnTo>
                    <a:pt x="1962" y="4458"/>
                  </a:lnTo>
                  <a:lnTo>
                    <a:pt x="0" y="6420"/>
                  </a:lnTo>
                  <a:lnTo>
                    <a:pt x="0" y="36789"/>
                  </a:lnTo>
                  <a:lnTo>
                    <a:pt x="100" y="36789"/>
                  </a:lnTo>
                  <a:lnTo>
                    <a:pt x="100" y="6439"/>
                  </a:lnTo>
                  <a:lnTo>
                    <a:pt x="2061" y="4478"/>
                  </a:lnTo>
                  <a:lnTo>
                    <a:pt x="2061" y="338"/>
                  </a:lnTo>
                  <a:lnTo>
                    <a:pt x="2100" y="318"/>
                  </a:lnTo>
                  <a:lnTo>
                    <a:pt x="2140" y="278"/>
                  </a:lnTo>
                  <a:lnTo>
                    <a:pt x="2180" y="239"/>
                  </a:lnTo>
                  <a:lnTo>
                    <a:pt x="2180" y="179"/>
                  </a:lnTo>
                  <a:lnTo>
                    <a:pt x="2160" y="120"/>
                  </a:lnTo>
                  <a:lnTo>
                    <a:pt x="2140" y="60"/>
                  </a:lnTo>
                  <a:lnTo>
                    <a:pt x="2081" y="21"/>
                  </a:lnTo>
                  <a:lnTo>
                    <a:pt x="2021"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3"/>
            <p:cNvSpPr/>
            <p:nvPr/>
          </p:nvSpPr>
          <p:spPr>
            <a:xfrm>
              <a:off x="333700" y="1515050"/>
              <a:ext cx="54500" cy="919750"/>
            </a:xfrm>
            <a:custGeom>
              <a:avLst/>
              <a:gdLst/>
              <a:ahLst/>
              <a:cxnLst/>
              <a:rect l="l" t="t" r="r" b="b"/>
              <a:pathLst>
                <a:path w="2180" h="36790" fill="none" extrusionOk="0">
                  <a:moveTo>
                    <a:pt x="2021" y="1"/>
                  </a:moveTo>
                  <a:lnTo>
                    <a:pt x="2021" y="1"/>
                  </a:lnTo>
                  <a:lnTo>
                    <a:pt x="1942" y="21"/>
                  </a:lnTo>
                  <a:lnTo>
                    <a:pt x="1902" y="60"/>
                  </a:lnTo>
                  <a:lnTo>
                    <a:pt x="1863" y="100"/>
                  </a:lnTo>
                  <a:lnTo>
                    <a:pt x="1843" y="179"/>
                  </a:lnTo>
                  <a:lnTo>
                    <a:pt x="1843" y="179"/>
                  </a:lnTo>
                  <a:lnTo>
                    <a:pt x="1863" y="239"/>
                  </a:lnTo>
                  <a:lnTo>
                    <a:pt x="1882" y="278"/>
                  </a:lnTo>
                  <a:lnTo>
                    <a:pt x="1922" y="318"/>
                  </a:lnTo>
                  <a:lnTo>
                    <a:pt x="1962" y="338"/>
                  </a:lnTo>
                  <a:lnTo>
                    <a:pt x="1962" y="4458"/>
                  </a:lnTo>
                  <a:lnTo>
                    <a:pt x="0" y="6420"/>
                  </a:lnTo>
                  <a:lnTo>
                    <a:pt x="0" y="36789"/>
                  </a:lnTo>
                  <a:lnTo>
                    <a:pt x="100" y="36789"/>
                  </a:lnTo>
                  <a:lnTo>
                    <a:pt x="100" y="6439"/>
                  </a:lnTo>
                  <a:lnTo>
                    <a:pt x="2061" y="4478"/>
                  </a:lnTo>
                  <a:lnTo>
                    <a:pt x="2061" y="338"/>
                  </a:lnTo>
                  <a:lnTo>
                    <a:pt x="2061" y="338"/>
                  </a:lnTo>
                  <a:lnTo>
                    <a:pt x="2100" y="318"/>
                  </a:lnTo>
                  <a:lnTo>
                    <a:pt x="2140" y="278"/>
                  </a:lnTo>
                  <a:lnTo>
                    <a:pt x="2180" y="239"/>
                  </a:lnTo>
                  <a:lnTo>
                    <a:pt x="2180" y="179"/>
                  </a:lnTo>
                  <a:lnTo>
                    <a:pt x="2180" y="179"/>
                  </a:lnTo>
                  <a:lnTo>
                    <a:pt x="2160" y="120"/>
                  </a:lnTo>
                  <a:lnTo>
                    <a:pt x="2140" y="60"/>
                  </a:lnTo>
                  <a:lnTo>
                    <a:pt x="2081" y="21"/>
                  </a:lnTo>
                  <a:lnTo>
                    <a:pt x="2021"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3"/>
            <p:cNvSpPr/>
            <p:nvPr/>
          </p:nvSpPr>
          <p:spPr>
            <a:xfrm>
              <a:off x="238125" y="1088150"/>
              <a:ext cx="76275" cy="1346650"/>
            </a:xfrm>
            <a:custGeom>
              <a:avLst/>
              <a:gdLst/>
              <a:ahLst/>
              <a:cxnLst/>
              <a:rect l="l" t="t" r="r" b="b"/>
              <a:pathLst>
                <a:path w="3051" h="53866" extrusionOk="0">
                  <a:moveTo>
                    <a:pt x="1525" y="0"/>
                  </a:moveTo>
                  <a:lnTo>
                    <a:pt x="1466" y="20"/>
                  </a:lnTo>
                  <a:lnTo>
                    <a:pt x="1407" y="60"/>
                  </a:lnTo>
                  <a:lnTo>
                    <a:pt x="1367" y="119"/>
                  </a:lnTo>
                  <a:lnTo>
                    <a:pt x="1367" y="178"/>
                  </a:lnTo>
                  <a:lnTo>
                    <a:pt x="1367" y="238"/>
                  </a:lnTo>
                  <a:lnTo>
                    <a:pt x="1407" y="277"/>
                  </a:lnTo>
                  <a:lnTo>
                    <a:pt x="1446" y="317"/>
                  </a:lnTo>
                  <a:lnTo>
                    <a:pt x="1506" y="337"/>
                  </a:lnTo>
                  <a:lnTo>
                    <a:pt x="1506" y="19731"/>
                  </a:lnTo>
                  <a:lnTo>
                    <a:pt x="198" y="21039"/>
                  </a:lnTo>
                  <a:lnTo>
                    <a:pt x="198" y="5488"/>
                  </a:lnTo>
                  <a:lnTo>
                    <a:pt x="258" y="5468"/>
                  </a:lnTo>
                  <a:lnTo>
                    <a:pt x="297" y="5428"/>
                  </a:lnTo>
                  <a:lnTo>
                    <a:pt x="317" y="5389"/>
                  </a:lnTo>
                  <a:lnTo>
                    <a:pt x="317" y="5329"/>
                  </a:lnTo>
                  <a:lnTo>
                    <a:pt x="317" y="5270"/>
                  </a:lnTo>
                  <a:lnTo>
                    <a:pt x="277" y="5210"/>
                  </a:lnTo>
                  <a:lnTo>
                    <a:pt x="218" y="5171"/>
                  </a:lnTo>
                  <a:lnTo>
                    <a:pt x="99" y="5171"/>
                  </a:lnTo>
                  <a:lnTo>
                    <a:pt x="40" y="5210"/>
                  </a:lnTo>
                  <a:lnTo>
                    <a:pt x="0" y="5270"/>
                  </a:lnTo>
                  <a:lnTo>
                    <a:pt x="0" y="5329"/>
                  </a:lnTo>
                  <a:lnTo>
                    <a:pt x="0" y="5389"/>
                  </a:lnTo>
                  <a:lnTo>
                    <a:pt x="20" y="5428"/>
                  </a:lnTo>
                  <a:lnTo>
                    <a:pt x="59" y="5468"/>
                  </a:lnTo>
                  <a:lnTo>
                    <a:pt x="119" y="5488"/>
                  </a:lnTo>
                  <a:lnTo>
                    <a:pt x="119" y="33975"/>
                  </a:lnTo>
                  <a:lnTo>
                    <a:pt x="1882" y="35738"/>
                  </a:lnTo>
                  <a:lnTo>
                    <a:pt x="1882" y="53865"/>
                  </a:lnTo>
                  <a:lnTo>
                    <a:pt x="1961" y="53865"/>
                  </a:lnTo>
                  <a:lnTo>
                    <a:pt x="1961" y="35719"/>
                  </a:lnTo>
                  <a:lnTo>
                    <a:pt x="198" y="33936"/>
                  </a:lnTo>
                  <a:lnTo>
                    <a:pt x="198" y="30370"/>
                  </a:lnTo>
                  <a:lnTo>
                    <a:pt x="1466" y="29102"/>
                  </a:lnTo>
                  <a:lnTo>
                    <a:pt x="1506" y="29102"/>
                  </a:lnTo>
                  <a:lnTo>
                    <a:pt x="1545" y="29122"/>
                  </a:lnTo>
                  <a:lnTo>
                    <a:pt x="1624" y="29102"/>
                  </a:lnTo>
                  <a:lnTo>
                    <a:pt x="1664" y="29062"/>
                  </a:lnTo>
                  <a:lnTo>
                    <a:pt x="1704" y="29023"/>
                  </a:lnTo>
                  <a:lnTo>
                    <a:pt x="1724" y="28943"/>
                  </a:lnTo>
                  <a:lnTo>
                    <a:pt x="1704" y="28884"/>
                  </a:lnTo>
                  <a:lnTo>
                    <a:pt x="1664" y="28825"/>
                  </a:lnTo>
                  <a:lnTo>
                    <a:pt x="1624" y="28805"/>
                  </a:lnTo>
                  <a:lnTo>
                    <a:pt x="1545" y="28785"/>
                  </a:lnTo>
                  <a:lnTo>
                    <a:pt x="1486" y="28805"/>
                  </a:lnTo>
                  <a:lnTo>
                    <a:pt x="1426" y="28825"/>
                  </a:lnTo>
                  <a:lnTo>
                    <a:pt x="1407" y="28884"/>
                  </a:lnTo>
                  <a:lnTo>
                    <a:pt x="1387" y="28943"/>
                  </a:lnTo>
                  <a:lnTo>
                    <a:pt x="1387" y="29003"/>
                  </a:lnTo>
                  <a:lnTo>
                    <a:pt x="1407" y="29042"/>
                  </a:lnTo>
                  <a:lnTo>
                    <a:pt x="198" y="30251"/>
                  </a:lnTo>
                  <a:lnTo>
                    <a:pt x="198" y="23119"/>
                  </a:lnTo>
                  <a:lnTo>
                    <a:pt x="2932" y="20385"/>
                  </a:lnTo>
                  <a:lnTo>
                    <a:pt x="2932" y="12481"/>
                  </a:lnTo>
                  <a:lnTo>
                    <a:pt x="2991" y="12461"/>
                  </a:lnTo>
                  <a:lnTo>
                    <a:pt x="3031" y="12421"/>
                  </a:lnTo>
                  <a:lnTo>
                    <a:pt x="3051" y="12382"/>
                  </a:lnTo>
                  <a:lnTo>
                    <a:pt x="3051" y="12322"/>
                  </a:lnTo>
                  <a:lnTo>
                    <a:pt x="3051" y="12263"/>
                  </a:lnTo>
                  <a:lnTo>
                    <a:pt x="3011" y="12203"/>
                  </a:lnTo>
                  <a:lnTo>
                    <a:pt x="2952" y="12164"/>
                  </a:lnTo>
                  <a:lnTo>
                    <a:pt x="2833" y="12164"/>
                  </a:lnTo>
                  <a:lnTo>
                    <a:pt x="2774" y="12203"/>
                  </a:lnTo>
                  <a:lnTo>
                    <a:pt x="2734" y="12263"/>
                  </a:lnTo>
                  <a:lnTo>
                    <a:pt x="2734" y="12322"/>
                  </a:lnTo>
                  <a:lnTo>
                    <a:pt x="2734" y="12382"/>
                  </a:lnTo>
                  <a:lnTo>
                    <a:pt x="2754" y="12421"/>
                  </a:lnTo>
                  <a:lnTo>
                    <a:pt x="2793" y="12461"/>
                  </a:lnTo>
                  <a:lnTo>
                    <a:pt x="2853" y="12481"/>
                  </a:lnTo>
                  <a:lnTo>
                    <a:pt x="2853" y="20346"/>
                  </a:lnTo>
                  <a:lnTo>
                    <a:pt x="198" y="23000"/>
                  </a:lnTo>
                  <a:lnTo>
                    <a:pt x="198" y="21158"/>
                  </a:lnTo>
                  <a:lnTo>
                    <a:pt x="1585" y="19771"/>
                  </a:lnTo>
                  <a:lnTo>
                    <a:pt x="1585" y="337"/>
                  </a:lnTo>
                  <a:lnTo>
                    <a:pt x="1624" y="317"/>
                  </a:lnTo>
                  <a:lnTo>
                    <a:pt x="1664" y="277"/>
                  </a:lnTo>
                  <a:lnTo>
                    <a:pt x="1684" y="238"/>
                  </a:lnTo>
                  <a:lnTo>
                    <a:pt x="1684" y="178"/>
                  </a:lnTo>
                  <a:lnTo>
                    <a:pt x="1684" y="119"/>
                  </a:lnTo>
                  <a:lnTo>
                    <a:pt x="1644" y="60"/>
                  </a:lnTo>
                  <a:lnTo>
                    <a:pt x="1585" y="20"/>
                  </a:lnTo>
                  <a:lnTo>
                    <a:pt x="1525"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3"/>
            <p:cNvSpPr/>
            <p:nvPr/>
          </p:nvSpPr>
          <p:spPr>
            <a:xfrm>
              <a:off x="238125" y="1088150"/>
              <a:ext cx="76275" cy="1346650"/>
            </a:xfrm>
            <a:custGeom>
              <a:avLst/>
              <a:gdLst/>
              <a:ahLst/>
              <a:cxnLst/>
              <a:rect l="l" t="t" r="r" b="b"/>
              <a:pathLst>
                <a:path w="3051" h="53866" fill="none" extrusionOk="0">
                  <a:moveTo>
                    <a:pt x="1525" y="0"/>
                  </a:moveTo>
                  <a:lnTo>
                    <a:pt x="1525" y="0"/>
                  </a:lnTo>
                  <a:lnTo>
                    <a:pt x="1466" y="20"/>
                  </a:lnTo>
                  <a:lnTo>
                    <a:pt x="1407" y="60"/>
                  </a:lnTo>
                  <a:lnTo>
                    <a:pt x="1367" y="119"/>
                  </a:lnTo>
                  <a:lnTo>
                    <a:pt x="1367" y="178"/>
                  </a:lnTo>
                  <a:lnTo>
                    <a:pt x="1367" y="178"/>
                  </a:lnTo>
                  <a:lnTo>
                    <a:pt x="1367" y="238"/>
                  </a:lnTo>
                  <a:lnTo>
                    <a:pt x="1407" y="277"/>
                  </a:lnTo>
                  <a:lnTo>
                    <a:pt x="1446" y="317"/>
                  </a:lnTo>
                  <a:lnTo>
                    <a:pt x="1506" y="337"/>
                  </a:lnTo>
                  <a:lnTo>
                    <a:pt x="1506" y="19731"/>
                  </a:lnTo>
                  <a:lnTo>
                    <a:pt x="198" y="21039"/>
                  </a:lnTo>
                  <a:lnTo>
                    <a:pt x="198" y="5488"/>
                  </a:lnTo>
                  <a:lnTo>
                    <a:pt x="198" y="5488"/>
                  </a:lnTo>
                  <a:lnTo>
                    <a:pt x="258" y="5468"/>
                  </a:lnTo>
                  <a:lnTo>
                    <a:pt x="297" y="5428"/>
                  </a:lnTo>
                  <a:lnTo>
                    <a:pt x="317" y="5389"/>
                  </a:lnTo>
                  <a:lnTo>
                    <a:pt x="317" y="5329"/>
                  </a:lnTo>
                  <a:lnTo>
                    <a:pt x="317" y="5329"/>
                  </a:lnTo>
                  <a:lnTo>
                    <a:pt x="317" y="5270"/>
                  </a:lnTo>
                  <a:lnTo>
                    <a:pt x="277" y="5210"/>
                  </a:lnTo>
                  <a:lnTo>
                    <a:pt x="218" y="5171"/>
                  </a:lnTo>
                  <a:lnTo>
                    <a:pt x="158" y="5171"/>
                  </a:lnTo>
                  <a:lnTo>
                    <a:pt x="158" y="5171"/>
                  </a:lnTo>
                  <a:lnTo>
                    <a:pt x="99" y="5171"/>
                  </a:lnTo>
                  <a:lnTo>
                    <a:pt x="40" y="5210"/>
                  </a:lnTo>
                  <a:lnTo>
                    <a:pt x="0" y="5270"/>
                  </a:lnTo>
                  <a:lnTo>
                    <a:pt x="0" y="5329"/>
                  </a:lnTo>
                  <a:lnTo>
                    <a:pt x="0" y="5329"/>
                  </a:lnTo>
                  <a:lnTo>
                    <a:pt x="0" y="5389"/>
                  </a:lnTo>
                  <a:lnTo>
                    <a:pt x="20" y="5428"/>
                  </a:lnTo>
                  <a:lnTo>
                    <a:pt x="59" y="5468"/>
                  </a:lnTo>
                  <a:lnTo>
                    <a:pt x="119" y="5488"/>
                  </a:lnTo>
                  <a:lnTo>
                    <a:pt x="119" y="33975"/>
                  </a:lnTo>
                  <a:lnTo>
                    <a:pt x="1882" y="35738"/>
                  </a:lnTo>
                  <a:lnTo>
                    <a:pt x="1882" y="53865"/>
                  </a:lnTo>
                  <a:lnTo>
                    <a:pt x="1961" y="53865"/>
                  </a:lnTo>
                  <a:lnTo>
                    <a:pt x="1961" y="35719"/>
                  </a:lnTo>
                  <a:lnTo>
                    <a:pt x="198" y="33936"/>
                  </a:lnTo>
                  <a:lnTo>
                    <a:pt x="198" y="30370"/>
                  </a:lnTo>
                  <a:lnTo>
                    <a:pt x="1466" y="29102"/>
                  </a:lnTo>
                  <a:lnTo>
                    <a:pt x="1466" y="29102"/>
                  </a:lnTo>
                  <a:lnTo>
                    <a:pt x="1506" y="29102"/>
                  </a:lnTo>
                  <a:lnTo>
                    <a:pt x="1545" y="29122"/>
                  </a:lnTo>
                  <a:lnTo>
                    <a:pt x="1545" y="29122"/>
                  </a:lnTo>
                  <a:lnTo>
                    <a:pt x="1624" y="29102"/>
                  </a:lnTo>
                  <a:lnTo>
                    <a:pt x="1664" y="29062"/>
                  </a:lnTo>
                  <a:lnTo>
                    <a:pt x="1704" y="29023"/>
                  </a:lnTo>
                  <a:lnTo>
                    <a:pt x="1724" y="28943"/>
                  </a:lnTo>
                  <a:lnTo>
                    <a:pt x="1724" y="28943"/>
                  </a:lnTo>
                  <a:lnTo>
                    <a:pt x="1704" y="28884"/>
                  </a:lnTo>
                  <a:lnTo>
                    <a:pt x="1664" y="28825"/>
                  </a:lnTo>
                  <a:lnTo>
                    <a:pt x="1624" y="28805"/>
                  </a:lnTo>
                  <a:lnTo>
                    <a:pt x="1545" y="28785"/>
                  </a:lnTo>
                  <a:lnTo>
                    <a:pt x="1545" y="28785"/>
                  </a:lnTo>
                  <a:lnTo>
                    <a:pt x="1486" y="28805"/>
                  </a:lnTo>
                  <a:lnTo>
                    <a:pt x="1426" y="28825"/>
                  </a:lnTo>
                  <a:lnTo>
                    <a:pt x="1407" y="28884"/>
                  </a:lnTo>
                  <a:lnTo>
                    <a:pt x="1387" y="28943"/>
                  </a:lnTo>
                  <a:lnTo>
                    <a:pt x="1387" y="28943"/>
                  </a:lnTo>
                  <a:lnTo>
                    <a:pt x="1387" y="29003"/>
                  </a:lnTo>
                  <a:lnTo>
                    <a:pt x="1407" y="29042"/>
                  </a:lnTo>
                  <a:lnTo>
                    <a:pt x="198" y="30251"/>
                  </a:lnTo>
                  <a:lnTo>
                    <a:pt x="198" y="23119"/>
                  </a:lnTo>
                  <a:lnTo>
                    <a:pt x="2932" y="20385"/>
                  </a:lnTo>
                  <a:lnTo>
                    <a:pt x="2932" y="12481"/>
                  </a:lnTo>
                  <a:lnTo>
                    <a:pt x="2932" y="12481"/>
                  </a:lnTo>
                  <a:lnTo>
                    <a:pt x="2991" y="12461"/>
                  </a:lnTo>
                  <a:lnTo>
                    <a:pt x="3031" y="12421"/>
                  </a:lnTo>
                  <a:lnTo>
                    <a:pt x="3051" y="12382"/>
                  </a:lnTo>
                  <a:lnTo>
                    <a:pt x="3051" y="12322"/>
                  </a:lnTo>
                  <a:lnTo>
                    <a:pt x="3051" y="12322"/>
                  </a:lnTo>
                  <a:lnTo>
                    <a:pt x="3051" y="12263"/>
                  </a:lnTo>
                  <a:lnTo>
                    <a:pt x="3011" y="12203"/>
                  </a:lnTo>
                  <a:lnTo>
                    <a:pt x="2952" y="12164"/>
                  </a:lnTo>
                  <a:lnTo>
                    <a:pt x="2892" y="12164"/>
                  </a:lnTo>
                  <a:lnTo>
                    <a:pt x="2892" y="12164"/>
                  </a:lnTo>
                  <a:lnTo>
                    <a:pt x="2892" y="12164"/>
                  </a:lnTo>
                  <a:lnTo>
                    <a:pt x="2892" y="12164"/>
                  </a:lnTo>
                  <a:lnTo>
                    <a:pt x="2833" y="12164"/>
                  </a:lnTo>
                  <a:lnTo>
                    <a:pt x="2774" y="12203"/>
                  </a:lnTo>
                  <a:lnTo>
                    <a:pt x="2734" y="12263"/>
                  </a:lnTo>
                  <a:lnTo>
                    <a:pt x="2734" y="12322"/>
                  </a:lnTo>
                  <a:lnTo>
                    <a:pt x="2734" y="12322"/>
                  </a:lnTo>
                  <a:lnTo>
                    <a:pt x="2734" y="12382"/>
                  </a:lnTo>
                  <a:lnTo>
                    <a:pt x="2754" y="12421"/>
                  </a:lnTo>
                  <a:lnTo>
                    <a:pt x="2793" y="12461"/>
                  </a:lnTo>
                  <a:lnTo>
                    <a:pt x="2853" y="12481"/>
                  </a:lnTo>
                  <a:lnTo>
                    <a:pt x="2853" y="20346"/>
                  </a:lnTo>
                  <a:lnTo>
                    <a:pt x="198" y="23000"/>
                  </a:lnTo>
                  <a:lnTo>
                    <a:pt x="198" y="21158"/>
                  </a:lnTo>
                  <a:lnTo>
                    <a:pt x="1585" y="19771"/>
                  </a:lnTo>
                  <a:lnTo>
                    <a:pt x="1585" y="337"/>
                  </a:lnTo>
                  <a:lnTo>
                    <a:pt x="1585" y="337"/>
                  </a:lnTo>
                  <a:lnTo>
                    <a:pt x="1624" y="317"/>
                  </a:lnTo>
                  <a:lnTo>
                    <a:pt x="1664" y="277"/>
                  </a:lnTo>
                  <a:lnTo>
                    <a:pt x="1684" y="238"/>
                  </a:lnTo>
                  <a:lnTo>
                    <a:pt x="1684" y="178"/>
                  </a:lnTo>
                  <a:lnTo>
                    <a:pt x="1684" y="178"/>
                  </a:lnTo>
                  <a:lnTo>
                    <a:pt x="1684" y="119"/>
                  </a:lnTo>
                  <a:lnTo>
                    <a:pt x="1644" y="60"/>
                  </a:lnTo>
                  <a:lnTo>
                    <a:pt x="1585" y="20"/>
                  </a:lnTo>
                  <a:lnTo>
                    <a:pt x="1525"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3"/>
            <p:cNvSpPr/>
            <p:nvPr/>
          </p:nvSpPr>
          <p:spPr>
            <a:xfrm>
              <a:off x="979525" y="1078725"/>
              <a:ext cx="54025" cy="1356075"/>
            </a:xfrm>
            <a:custGeom>
              <a:avLst/>
              <a:gdLst/>
              <a:ahLst/>
              <a:cxnLst/>
              <a:rect l="l" t="t" r="r" b="b"/>
              <a:pathLst>
                <a:path w="2161" h="54243" extrusionOk="0">
                  <a:moveTo>
                    <a:pt x="159" y="1"/>
                  </a:moveTo>
                  <a:lnTo>
                    <a:pt x="100" y="21"/>
                  </a:lnTo>
                  <a:lnTo>
                    <a:pt x="40" y="60"/>
                  </a:lnTo>
                  <a:lnTo>
                    <a:pt x="1" y="120"/>
                  </a:lnTo>
                  <a:lnTo>
                    <a:pt x="1" y="179"/>
                  </a:lnTo>
                  <a:lnTo>
                    <a:pt x="1" y="238"/>
                  </a:lnTo>
                  <a:lnTo>
                    <a:pt x="40" y="278"/>
                  </a:lnTo>
                  <a:lnTo>
                    <a:pt x="80" y="318"/>
                  </a:lnTo>
                  <a:lnTo>
                    <a:pt x="120" y="338"/>
                  </a:lnTo>
                  <a:lnTo>
                    <a:pt x="120" y="12996"/>
                  </a:lnTo>
                  <a:lnTo>
                    <a:pt x="2081" y="14958"/>
                  </a:lnTo>
                  <a:lnTo>
                    <a:pt x="2081" y="54242"/>
                  </a:lnTo>
                  <a:lnTo>
                    <a:pt x="2160" y="54242"/>
                  </a:lnTo>
                  <a:lnTo>
                    <a:pt x="2160" y="14938"/>
                  </a:lnTo>
                  <a:lnTo>
                    <a:pt x="199" y="12977"/>
                  </a:lnTo>
                  <a:lnTo>
                    <a:pt x="199" y="338"/>
                  </a:lnTo>
                  <a:lnTo>
                    <a:pt x="258" y="318"/>
                  </a:lnTo>
                  <a:lnTo>
                    <a:pt x="298" y="278"/>
                  </a:lnTo>
                  <a:lnTo>
                    <a:pt x="318" y="238"/>
                  </a:lnTo>
                  <a:lnTo>
                    <a:pt x="337" y="179"/>
                  </a:lnTo>
                  <a:lnTo>
                    <a:pt x="318" y="120"/>
                  </a:lnTo>
                  <a:lnTo>
                    <a:pt x="278" y="60"/>
                  </a:lnTo>
                  <a:lnTo>
                    <a:pt x="219" y="21"/>
                  </a:lnTo>
                  <a:lnTo>
                    <a:pt x="159"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
            <p:cNvSpPr/>
            <p:nvPr/>
          </p:nvSpPr>
          <p:spPr>
            <a:xfrm>
              <a:off x="979525" y="1078725"/>
              <a:ext cx="54025" cy="1356075"/>
            </a:xfrm>
            <a:custGeom>
              <a:avLst/>
              <a:gdLst/>
              <a:ahLst/>
              <a:cxnLst/>
              <a:rect l="l" t="t" r="r" b="b"/>
              <a:pathLst>
                <a:path w="2161" h="54243" fill="none" extrusionOk="0">
                  <a:moveTo>
                    <a:pt x="159" y="1"/>
                  </a:moveTo>
                  <a:lnTo>
                    <a:pt x="159" y="1"/>
                  </a:lnTo>
                  <a:lnTo>
                    <a:pt x="100" y="21"/>
                  </a:lnTo>
                  <a:lnTo>
                    <a:pt x="40" y="60"/>
                  </a:lnTo>
                  <a:lnTo>
                    <a:pt x="1" y="120"/>
                  </a:lnTo>
                  <a:lnTo>
                    <a:pt x="1" y="179"/>
                  </a:lnTo>
                  <a:lnTo>
                    <a:pt x="1" y="179"/>
                  </a:lnTo>
                  <a:lnTo>
                    <a:pt x="1" y="238"/>
                  </a:lnTo>
                  <a:lnTo>
                    <a:pt x="40" y="278"/>
                  </a:lnTo>
                  <a:lnTo>
                    <a:pt x="80" y="318"/>
                  </a:lnTo>
                  <a:lnTo>
                    <a:pt x="120" y="338"/>
                  </a:lnTo>
                  <a:lnTo>
                    <a:pt x="120" y="12996"/>
                  </a:lnTo>
                  <a:lnTo>
                    <a:pt x="2081" y="14958"/>
                  </a:lnTo>
                  <a:lnTo>
                    <a:pt x="2081" y="54242"/>
                  </a:lnTo>
                  <a:lnTo>
                    <a:pt x="2160" y="54242"/>
                  </a:lnTo>
                  <a:lnTo>
                    <a:pt x="2160" y="14938"/>
                  </a:lnTo>
                  <a:lnTo>
                    <a:pt x="199" y="12977"/>
                  </a:lnTo>
                  <a:lnTo>
                    <a:pt x="199" y="338"/>
                  </a:lnTo>
                  <a:lnTo>
                    <a:pt x="199" y="338"/>
                  </a:lnTo>
                  <a:lnTo>
                    <a:pt x="258" y="318"/>
                  </a:lnTo>
                  <a:lnTo>
                    <a:pt x="298" y="278"/>
                  </a:lnTo>
                  <a:lnTo>
                    <a:pt x="318" y="238"/>
                  </a:lnTo>
                  <a:lnTo>
                    <a:pt x="337" y="179"/>
                  </a:lnTo>
                  <a:lnTo>
                    <a:pt x="337" y="179"/>
                  </a:lnTo>
                  <a:lnTo>
                    <a:pt x="318" y="120"/>
                  </a:lnTo>
                  <a:lnTo>
                    <a:pt x="278" y="60"/>
                  </a:lnTo>
                  <a:lnTo>
                    <a:pt x="219" y="21"/>
                  </a:lnTo>
                  <a:lnTo>
                    <a:pt x="159"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3"/>
            <p:cNvSpPr/>
            <p:nvPr/>
          </p:nvSpPr>
          <p:spPr>
            <a:xfrm>
              <a:off x="1003800" y="1025750"/>
              <a:ext cx="54500" cy="1409050"/>
            </a:xfrm>
            <a:custGeom>
              <a:avLst/>
              <a:gdLst/>
              <a:ahLst/>
              <a:cxnLst/>
              <a:rect l="l" t="t" r="r" b="b"/>
              <a:pathLst>
                <a:path w="2180" h="56362" extrusionOk="0">
                  <a:moveTo>
                    <a:pt x="179" y="0"/>
                  </a:moveTo>
                  <a:lnTo>
                    <a:pt x="99" y="20"/>
                  </a:lnTo>
                  <a:lnTo>
                    <a:pt x="60" y="59"/>
                  </a:lnTo>
                  <a:lnTo>
                    <a:pt x="20" y="119"/>
                  </a:lnTo>
                  <a:lnTo>
                    <a:pt x="0" y="178"/>
                  </a:lnTo>
                  <a:lnTo>
                    <a:pt x="20" y="238"/>
                  </a:lnTo>
                  <a:lnTo>
                    <a:pt x="40" y="277"/>
                  </a:lnTo>
                  <a:lnTo>
                    <a:pt x="80" y="317"/>
                  </a:lnTo>
                  <a:lnTo>
                    <a:pt x="139" y="337"/>
                  </a:lnTo>
                  <a:lnTo>
                    <a:pt x="139" y="14719"/>
                  </a:lnTo>
                  <a:lnTo>
                    <a:pt x="2100" y="16681"/>
                  </a:lnTo>
                  <a:lnTo>
                    <a:pt x="2100" y="56361"/>
                  </a:lnTo>
                  <a:lnTo>
                    <a:pt x="2180" y="56361"/>
                  </a:lnTo>
                  <a:lnTo>
                    <a:pt x="2180" y="16641"/>
                  </a:lnTo>
                  <a:lnTo>
                    <a:pt x="218" y="14680"/>
                  </a:lnTo>
                  <a:lnTo>
                    <a:pt x="218" y="337"/>
                  </a:lnTo>
                  <a:lnTo>
                    <a:pt x="258" y="317"/>
                  </a:lnTo>
                  <a:lnTo>
                    <a:pt x="298" y="277"/>
                  </a:lnTo>
                  <a:lnTo>
                    <a:pt x="337" y="238"/>
                  </a:lnTo>
                  <a:lnTo>
                    <a:pt x="337" y="178"/>
                  </a:lnTo>
                  <a:lnTo>
                    <a:pt x="337" y="119"/>
                  </a:lnTo>
                  <a:lnTo>
                    <a:pt x="298" y="59"/>
                  </a:lnTo>
                  <a:lnTo>
                    <a:pt x="238" y="20"/>
                  </a:lnTo>
                  <a:lnTo>
                    <a:pt x="179"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3"/>
            <p:cNvSpPr/>
            <p:nvPr/>
          </p:nvSpPr>
          <p:spPr>
            <a:xfrm>
              <a:off x="1003800" y="1025750"/>
              <a:ext cx="54500" cy="1409050"/>
            </a:xfrm>
            <a:custGeom>
              <a:avLst/>
              <a:gdLst/>
              <a:ahLst/>
              <a:cxnLst/>
              <a:rect l="l" t="t" r="r" b="b"/>
              <a:pathLst>
                <a:path w="2180" h="56362" fill="none" extrusionOk="0">
                  <a:moveTo>
                    <a:pt x="179" y="0"/>
                  </a:moveTo>
                  <a:lnTo>
                    <a:pt x="179" y="0"/>
                  </a:lnTo>
                  <a:lnTo>
                    <a:pt x="99" y="20"/>
                  </a:lnTo>
                  <a:lnTo>
                    <a:pt x="60" y="59"/>
                  </a:lnTo>
                  <a:lnTo>
                    <a:pt x="20" y="119"/>
                  </a:lnTo>
                  <a:lnTo>
                    <a:pt x="0" y="178"/>
                  </a:lnTo>
                  <a:lnTo>
                    <a:pt x="0" y="178"/>
                  </a:lnTo>
                  <a:lnTo>
                    <a:pt x="20" y="238"/>
                  </a:lnTo>
                  <a:lnTo>
                    <a:pt x="40" y="277"/>
                  </a:lnTo>
                  <a:lnTo>
                    <a:pt x="80" y="317"/>
                  </a:lnTo>
                  <a:lnTo>
                    <a:pt x="139" y="337"/>
                  </a:lnTo>
                  <a:lnTo>
                    <a:pt x="139" y="14719"/>
                  </a:lnTo>
                  <a:lnTo>
                    <a:pt x="2100" y="16681"/>
                  </a:lnTo>
                  <a:lnTo>
                    <a:pt x="2100" y="56361"/>
                  </a:lnTo>
                  <a:lnTo>
                    <a:pt x="2180" y="56361"/>
                  </a:lnTo>
                  <a:lnTo>
                    <a:pt x="2180" y="16641"/>
                  </a:lnTo>
                  <a:lnTo>
                    <a:pt x="218" y="14680"/>
                  </a:lnTo>
                  <a:lnTo>
                    <a:pt x="218" y="337"/>
                  </a:lnTo>
                  <a:lnTo>
                    <a:pt x="218" y="337"/>
                  </a:lnTo>
                  <a:lnTo>
                    <a:pt x="258" y="317"/>
                  </a:lnTo>
                  <a:lnTo>
                    <a:pt x="298" y="277"/>
                  </a:lnTo>
                  <a:lnTo>
                    <a:pt x="337" y="238"/>
                  </a:lnTo>
                  <a:lnTo>
                    <a:pt x="337" y="178"/>
                  </a:lnTo>
                  <a:lnTo>
                    <a:pt x="337" y="178"/>
                  </a:lnTo>
                  <a:lnTo>
                    <a:pt x="337" y="119"/>
                  </a:lnTo>
                  <a:lnTo>
                    <a:pt x="298" y="59"/>
                  </a:lnTo>
                  <a:lnTo>
                    <a:pt x="238" y="20"/>
                  </a:lnTo>
                  <a:lnTo>
                    <a:pt x="179"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3"/>
            <p:cNvSpPr/>
            <p:nvPr/>
          </p:nvSpPr>
          <p:spPr>
            <a:xfrm>
              <a:off x="428800" y="2022200"/>
              <a:ext cx="8425" cy="412600"/>
            </a:xfrm>
            <a:custGeom>
              <a:avLst/>
              <a:gdLst/>
              <a:ahLst/>
              <a:cxnLst/>
              <a:rect l="l" t="t" r="r" b="b"/>
              <a:pathLst>
                <a:path w="337" h="16504" extrusionOk="0">
                  <a:moveTo>
                    <a:pt x="178" y="1"/>
                  </a:moveTo>
                  <a:lnTo>
                    <a:pt x="99" y="21"/>
                  </a:lnTo>
                  <a:lnTo>
                    <a:pt x="60" y="60"/>
                  </a:lnTo>
                  <a:lnTo>
                    <a:pt x="20" y="100"/>
                  </a:lnTo>
                  <a:lnTo>
                    <a:pt x="0" y="179"/>
                  </a:lnTo>
                  <a:lnTo>
                    <a:pt x="20" y="219"/>
                  </a:lnTo>
                  <a:lnTo>
                    <a:pt x="40" y="278"/>
                  </a:lnTo>
                  <a:lnTo>
                    <a:pt x="79" y="318"/>
                  </a:lnTo>
                  <a:lnTo>
                    <a:pt x="139" y="338"/>
                  </a:lnTo>
                  <a:lnTo>
                    <a:pt x="139" y="16503"/>
                  </a:lnTo>
                  <a:lnTo>
                    <a:pt x="218" y="16503"/>
                  </a:lnTo>
                  <a:lnTo>
                    <a:pt x="218" y="338"/>
                  </a:lnTo>
                  <a:lnTo>
                    <a:pt x="258" y="318"/>
                  </a:lnTo>
                  <a:lnTo>
                    <a:pt x="297" y="278"/>
                  </a:lnTo>
                  <a:lnTo>
                    <a:pt x="337" y="219"/>
                  </a:lnTo>
                  <a:lnTo>
                    <a:pt x="337" y="179"/>
                  </a:lnTo>
                  <a:lnTo>
                    <a:pt x="317" y="100"/>
                  </a:lnTo>
                  <a:lnTo>
                    <a:pt x="297" y="60"/>
                  </a:lnTo>
                  <a:lnTo>
                    <a:pt x="238" y="21"/>
                  </a:lnTo>
                  <a:lnTo>
                    <a:pt x="178"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3"/>
            <p:cNvSpPr/>
            <p:nvPr/>
          </p:nvSpPr>
          <p:spPr>
            <a:xfrm>
              <a:off x="428800" y="2022200"/>
              <a:ext cx="8425" cy="412600"/>
            </a:xfrm>
            <a:custGeom>
              <a:avLst/>
              <a:gdLst/>
              <a:ahLst/>
              <a:cxnLst/>
              <a:rect l="l" t="t" r="r" b="b"/>
              <a:pathLst>
                <a:path w="337" h="16504" fill="none" extrusionOk="0">
                  <a:moveTo>
                    <a:pt x="178" y="1"/>
                  </a:moveTo>
                  <a:lnTo>
                    <a:pt x="178" y="1"/>
                  </a:lnTo>
                  <a:lnTo>
                    <a:pt x="99" y="21"/>
                  </a:lnTo>
                  <a:lnTo>
                    <a:pt x="60" y="60"/>
                  </a:lnTo>
                  <a:lnTo>
                    <a:pt x="20" y="100"/>
                  </a:lnTo>
                  <a:lnTo>
                    <a:pt x="0" y="179"/>
                  </a:lnTo>
                  <a:lnTo>
                    <a:pt x="0" y="179"/>
                  </a:lnTo>
                  <a:lnTo>
                    <a:pt x="20" y="219"/>
                  </a:lnTo>
                  <a:lnTo>
                    <a:pt x="40" y="278"/>
                  </a:lnTo>
                  <a:lnTo>
                    <a:pt x="79" y="318"/>
                  </a:lnTo>
                  <a:lnTo>
                    <a:pt x="139" y="338"/>
                  </a:lnTo>
                  <a:lnTo>
                    <a:pt x="139" y="16503"/>
                  </a:lnTo>
                  <a:lnTo>
                    <a:pt x="218" y="16503"/>
                  </a:lnTo>
                  <a:lnTo>
                    <a:pt x="218" y="338"/>
                  </a:lnTo>
                  <a:lnTo>
                    <a:pt x="218" y="338"/>
                  </a:lnTo>
                  <a:lnTo>
                    <a:pt x="258" y="318"/>
                  </a:lnTo>
                  <a:lnTo>
                    <a:pt x="297" y="278"/>
                  </a:lnTo>
                  <a:lnTo>
                    <a:pt x="337" y="219"/>
                  </a:lnTo>
                  <a:lnTo>
                    <a:pt x="337" y="179"/>
                  </a:lnTo>
                  <a:lnTo>
                    <a:pt x="337" y="179"/>
                  </a:lnTo>
                  <a:lnTo>
                    <a:pt x="317" y="100"/>
                  </a:lnTo>
                  <a:lnTo>
                    <a:pt x="297" y="60"/>
                  </a:lnTo>
                  <a:lnTo>
                    <a:pt x="238" y="21"/>
                  </a:lnTo>
                  <a:lnTo>
                    <a:pt x="178"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3"/>
            <p:cNvSpPr/>
            <p:nvPr/>
          </p:nvSpPr>
          <p:spPr>
            <a:xfrm>
              <a:off x="309425" y="1428400"/>
              <a:ext cx="54500" cy="1006400"/>
            </a:xfrm>
            <a:custGeom>
              <a:avLst/>
              <a:gdLst/>
              <a:ahLst/>
              <a:cxnLst/>
              <a:rect l="l" t="t" r="r" b="b"/>
              <a:pathLst>
                <a:path w="2180" h="40256" extrusionOk="0">
                  <a:moveTo>
                    <a:pt x="1942" y="0"/>
                  </a:moveTo>
                  <a:lnTo>
                    <a:pt x="1883" y="40"/>
                  </a:lnTo>
                  <a:lnTo>
                    <a:pt x="1843" y="99"/>
                  </a:lnTo>
                  <a:lnTo>
                    <a:pt x="1843" y="159"/>
                  </a:lnTo>
                  <a:lnTo>
                    <a:pt x="1843" y="218"/>
                  </a:lnTo>
                  <a:lnTo>
                    <a:pt x="1863" y="258"/>
                  </a:lnTo>
                  <a:lnTo>
                    <a:pt x="1903" y="297"/>
                  </a:lnTo>
                  <a:lnTo>
                    <a:pt x="1962" y="317"/>
                  </a:lnTo>
                  <a:lnTo>
                    <a:pt x="1962" y="7508"/>
                  </a:lnTo>
                  <a:lnTo>
                    <a:pt x="21" y="9469"/>
                  </a:lnTo>
                  <a:lnTo>
                    <a:pt x="40" y="9489"/>
                  </a:lnTo>
                  <a:lnTo>
                    <a:pt x="1" y="9489"/>
                  </a:lnTo>
                  <a:lnTo>
                    <a:pt x="1" y="40255"/>
                  </a:lnTo>
                  <a:lnTo>
                    <a:pt x="80" y="40255"/>
                  </a:lnTo>
                  <a:lnTo>
                    <a:pt x="80" y="9509"/>
                  </a:lnTo>
                  <a:lnTo>
                    <a:pt x="2041" y="7548"/>
                  </a:lnTo>
                  <a:lnTo>
                    <a:pt x="2041" y="317"/>
                  </a:lnTo>
                  <a:lnTo>
                    <a:pt x="2101" y="297"/>
                  </a:lnTo>
                  <a:lnTo>
                    <a:pt x="2140" y="258"/>
                  </a:lnTo>
                  <a:lnTo>
                    <a:pt x="2160" y="218"/>
                  </a:lnTo>
                  <a:lnTo>
                    <a:pt x="2180" y="159"/>
                  </a:lnTo>
                  <a:lnTo>
                    <a:pt x="2160" y="99"/>
                  </a:lnTo>
                  <a:lnTo>
                    <a:pt x="2120" y="40"/>
                  </a:lnTo>
                  <a:lnTo>
                    <a:pt x="2061"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3"/>
            <p:cNvSpPr/>
            <p:nvPr/>
          </p:nvSpPr>
          <p:spPr>
            <a:xfrm>
              <a:off x="309425" y="1428400"/>
              <a:ext cx="54500" cy="1006400"/>
            </a:xfrm>
            <a:custGeom>
              <a:avLst/>
              <a:gdLst/>
              <a:ahLst/>
              <a:cxnLst/>
              <a:rect l="l" t="t" r="r" b="b"/>
              <a:pathLst>
                <a:path w="2180" h="40256" fill="none" extrusionOk="0">
                  <a:moveTo>
                    <a:pt x="2002" y="0"/>
                  </a:moveTo>
                  <a:lnTo>
                    <a:pt x="2002" y="0"/>
                  </a:lnTo>
                  <a:lnTo>
                    <a:pt x="2002" y="0"/>
                  </a:lnTo>
                  <a:lnTo>
                    <a:pt x="2002" y="0"/>
                  </a:lnTo>
                  <a:lnTo>
                    <a:pt x="1942" y="0"/>
                  </a:lnTo>
                  <a:lnTo>
                    <a:pt x="1883" y="40"/>
                  </a:lnTo>
                  <a:lnTo>
                    <a:pt x="1843" y="99"/>
                  </a:lnTo>
                  <a:lnTo>
                    <a:pt x="1843" y="159"/>
                  </a:lnTo>
                  <a:lnTo>
                    <a:pt x="1843" y="159"/>
                  </a:lnTo>
                  <a:lnTo>
                    <a:pt x="1843" y="218"/>
                  </a:lnTo>
                  <a:lnTo>
                    <a:pt x="1863" y="258"/>
                  </a:lnTo>
                  <a:lnTo>
                    <a:pt x="1903" y="297"/>
                  </a:lnTo>
                  <a:lnTo>
                    <a:pt x="1962" y="317"/>
                  </a:lnTo>
                  <a:lnTo>
                    <a:pt x="1962" y="7508"/>
                  </a:lnTo>
                  <a:lnTo>
                    <a:pt x="21" y="9469"/>
                  </a:lnTo>
                  <a:lnTo>
                    <a:pt x="40" y="9489"/>
                  </a:lnTo>
                  <a:lnTo>
                    <a:pt x="1" y="9489"/>
                  </a:lnTo>
                  <a:lnTo>
                    <a:pt x="1" y="40255"/>
                  </a:lnTo>
                  <a:lnTo>
                    <a:pt x="80" y="40255"/>
                  </a:lnTo>
                  <a:lnTo>
                    <a:pt x="80" y="9509"/>
                  </a:lnTo>
                  <a:lnTo>
                    <a:pt x="2041" y="7548"/>
                  </a:lnTo>
                  <a:lnTo>
                    <a:pt x="2041" y="317"/>
                  </a:lnTo>
                  <a:lnTo>
                    <a:pt x="2041" y="317"/>
                  </a:lnTo>
                  <a:lnTo>
                    <a:pt x="2101" y="297"/>
                  </a:lnTo>
                  <a:lnTo>
                    <a:pt x="2140" y="258"/>
                  </a:lnTo>
                  <a:lnTo>
                    <a:pt x="2160" y="218"/>
                  </a:lnTo>
                  <a:lnTo>
                    <a:pt x="2180" y="159"/>
                  </a:lnTo>
                  <a:lnTo>
                    <a:pt x="2180" y="159"/>
                  </a:lnTo>
                  <a:lnTo>
                    <a:pt x="2160" y="99"/>
                  </a:lnTo>
                  <a:lnTo>
                    <a:pt x="2120" y="40"/>
                  </a:lnTo>
                  <a:lnTo>
                    <a:pt x="2061" y="0"/>
                  </a:lnTo>
                  <a:lnTo>
                    <a:pt x="2002"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3"/>
            <p:cNvSpPr/>
            <p:nvPr/>
          </p:nvSpPr>
          <p:spPr>
            <a:xfrm>
              <a:off x="404525" y="1687900"/>
              <a:ext cx="119875" cy="746900"/>
            </a:xfrm>
            <a:custGeom>
              <a:avLst/>
              <a:gdLst/>
              <a:ahLst/>
              <a:cxnLst/>
              <a:rect l="l" t="t" r="r" b="b"/>
              <a:pathLst>
                <a:path w="4795" h="29876" extrusionOk="0">
                  <a:moveTo>
                    <a:pt x="4636" y="1"/>
                  </a:moveTo>
                  <a:lnTo>
                    <a:pt x="4577" y="21"/>
                  </a:lnTo>
                  <a:lnTo>
                    <a:pt x="4517" y="60"/>
                  </a:lnTo>
                  <a:lnTo>
                    <a:pt x="4478" y="120"/>
                  </a:lnTo>
                  <a:lnTo>
                    <a:pt x="4478" y="179"/>
                  </a:lnTo>
                  <a:lnTo>
                    <a:pt x="4478" y="239"/>
                  </a:lnTo>
                  <a:lnTo>
                    <a:pt x="4497" y="278"/>
                  </a:lnTo>
                  <a:lnTo>
                    <a:pt x="4537" y="318"/>
                  </a:lnTo>
                  <a:lnTo>
                    <a:pt x="4596" y="338"/>
                  </a:lnTo>
                  <a:lnTo>
                    <a:pt x="4596" y="6736"/>
                  </a:lnTo>
                  <a:lnTo>
                    <a:pt x="199" y="11115"/>
                  </a:lnTo>
                  <a:lnTo>
                    <a:pt x="199" y="5825"/>
                  </a:lnTo>
                  <a:lnTo>
                    <a:pt x="258" y="5805"/>
                  </a:lnTo>
                  <a:lnTo>
                    <a:pt x="298" y="5766"/>
                  </a:lnTo>
                  <a:lnTo>
                    <a:pt x="317" y="5706"/>
                  </a:lnTo>
                  <a:lnTo>
                    <a:pt x="337" y="5667"/>
                  </a:lnTo>
                  <a:lnTo>
                    <a:pt x="317" y="5587"/>
                  </a:lnTo>
                  <a:lnTo>
                    <a:pt x="278" y="5548"/>
                  </a:lnTo>
                  <a:lnTo>
                    <a:pt x="218" y="5508"/>
                  </a:lnTo>
                  <a:lnTo>
                    <a:pt x="159" y="5488"/>
                  </a:lnTo>
                  <a:lnTo>
                    <a:pt x="99" y="5508"/>
                  </a:lnTo>
                  <a:lnTo>
                    <a:pt x="40" y="5548"/>
                  </a:lnTo>
                  <a:lnTo>
                    <a:pt x="0" y="5587"/>
                  </a:lnTo>
                  <a:lnTo>
                    <a:pt x="0" y="5667"/>
                  </a:lnTo>
                  <a:lnTo>
                    <a:pt x="0" y="5706"/>
                  </a:lnTo>
                  <a:lnTo>
                    <a:pt x="20" y="5766"/>
                  </a:lnTo>
                  <a:lnTo>
                    <a:pt x="60" y="5805"/>
                  </a:lnTo>
                  <a:lnTo>
                    <a:pt x="119" y="5825"/>
                  </a:lnTo>
                  <a:lnTo>
                    <a:pt x="119" y="29875"/>
                  </a:lnTo>
                  <a:lnTo>
                    <a:pt x="199" y="29875"/>
                  </a:lnTo>
                  <a:lnTo>
                    <a:pt x="199" y="11233"/>
                  </a:lnTo>
                  <a:lnTo>
                    <a:pt x="4676" y="6756"/>
                  </a:lnTo>
                  <a:lnTo>
                    <a:pt x="4676" y="338"/>
                  </a:lnTo>
                  <a:lnTo>
                    <a:pt x="4735" y="318"/>
                  </a:lnTo>
                  <a:lnTo>
                    <a:pt x="4775" y="278"/>
                  </a:lnTo>
                  <a:lnTo>
                    <a:pt x="4795" y="239"/>
                  </a:lnTo>
                  <a:lnTo>
                    <a:pt x="4795" y="179"/>
                  </a:lnTo>
                  <a:lnTo>
                    <a:pt x="4795" y="120"/>
                  </a:lnTo>
                  <a:lnTo>
                    <a:pt x="4755" y="60"/>
                  </a:lnTo>
                  <a:lnTo>
                    <a:pt x="4696" y="21"/>
                  </a:lnTo>
                  <a:lnTo>
                    <a:pt x="4636"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3"/>
            <p:cNvSpPr/>
            <p:nvPr/>
          </p:nvSpPr>
          <p:spPr>
            <a:xfrm>
              <a:off x="404525" y="1687900"/>
              <a:ext cx="119875" cy="746900"/>
            </a:xfrm>
            <a:custGeom>
              <a:avLst/>
              <a:gdLst/>
              <a:ahLst/>
              <a:cxnLst/>
              <a:rect l="l" t="t" r="r" b="b"/>
              <a:pathLst>
                <a:path w="4795" h="29876" fill="none" extrusionOk="0">
                  <a:moveTo>
                    <a:pt x="4636" y="1"/>
                  </a:moveTo>
                  <a:lnTo>
                    <a:pt x="4636" y="1"/>
                  </a:lnTo>
                  <a:lnTo>
                    <a:pt x="4577" y="21"/>
                  </a:lnTo>
                  <a:lnTo>
                    <a:pt x="4517" y="60"/>
                  </a:lnTo>
                  <a:lnTo>
                    <a:pt x="4478" y="120"/>
                  </a:lnTo>
                  <a:lnTo>
                    <a:pt x="4478" y="179"/>
                  </a:lnTo>
                  <a:lnTo>
                    <a:pt x="4478" y="179"/>
                  </a:lnTo>
                  <a:lnTo>
                    <a:pt x="4478" y="239"/>
                  </a:lnTo>
                  <a:lnTo>
                    <a:pt x="4497" y="278"/>
                  </a:lnTo>
                  <a:lnTo>
                    <a:pt x="4537" y="318"/>
                  </a:lnTo>
                  <a:lnTo>
                    <a:pt x="4596" y="338"/>
                  </a:lnTo>
                  <a:lnTo>
                    <a:pt x="4596" y="6736"/>
                  </a:lnTo>
                  <a:lnTo>
                    <a:pt x="199" y="11115"/>
                  </a:lnTo>
                  <a:lnTo>
                    <a:pt x="199" y="5825"/>
                  </a:lnTo>
                  <a:lnTo>
                    <a:pt x="199" y="5825"/>
                  </a:lnTo>
                  <a:lnTo>
                    <a:pt x="258" y="5805"/>
                  </a:lnTo>
                  <a:lnTo>
                    <a:pt x="298" y="5766"/>
                  </a:lnTo>
                  <a:lnTo>
                    <a:pt x="317" y="5706"/>
                  </a:lnTo>
                  <a:lnTo>
                    <a:pt x="337" y="5667"/>
                  </a:lnTo>
                  <a:lnTo>
                    <a:pt x="337" y="5667"/>
                  </a:lnTo>
                  <a:lnTo>
                    <a:pt x="317" y="5587"/>
                  </a:lnTo>
                  <a:lnTo>
                    <a:pt x="278" y="5548"/>
                  </a:lnTo>
                  <a:lnTo>
                    <a:pt x="218" y="5508"/>
                  </a:lnTo>
                  <a:lnTo>
                    <a:pt x="159" y="5488"/>
                  </a:lnTo>
                  <a:lnTo>
                    <a:pt x="159" y="5488"/>
                  </a:lnTo>
                  <a:lnTo>
                    <a:pt x="159" y="5488"/>
                  </a:lnTo>
                  <a:lnTo>
                    <a:pt x="159" y="5488"/>
                  </a:lnTo>
                  <a:lnTo>
                    <a:pt x="99" y="5508"/>
                  </a:lnTo>
                  <a:lnTo>
                    <a:pt x="40" y="5548"/>
                  </a:lnTo>
                  <a:lnTo>
                    <a:pt x="0" y="5587"/>
                  </a:lnTo>
                  <a:lnTo>
                    <a:pt x="0" y="5667"/>
                  </a:lnTo>
                  <a:lnTo>
                    <a:pt x="0" y="5667"/>
                  </a:lnTo>
                  <a:lnTo>
                    <a:pt x="0" y="5706"/>
                  </a:lnTo>
                  <a:lnTo>
                    <a:pt x="20" y="5766"/>
                  </a:lnTo>
                  <a:lnTo>
                    <a:pt x="60" y="5805"/>
                  </a:lnTo>
                  <a:lnTo>
                    <a:pt x="119" y="5825"/>
                  </a:lnTo>
                  <a:lnTo>
                    <a:pt x="119" y="29875"/>
                  </a:lnTo>
                  <a:lnTo>
                    <a:pt x="199" y="29875"/>
                  </a:lnTo>
                  <a:lnTo>
                    <a:pt x="199" y="11233"/>
                  </a:lnTo>
                  <a:lnTo>
                    <a:pt x="4676" y="6756"/>
                  </a:lnTo>
                  <a:lnTo>
                    <a:pt x="4676" y="338"/>
                  </a:lnTo>
                  <a:lnTo>
                    <a:pt x="4676" y="338"/>
                  </a:lnTo>
                  <a:lnTo>
                    <a:pt x="4735" y="318"/>
                  </a:lnTo>
                  <a:lnTo>
                    <a:pt x="4775" y="278"/>
                  </a:lnTo>
                  <a:lnTo>
                    <a:pt x="4795" y="239"/>
                  </a:lnTo>
                  <a:lnTo>
                    <a:pt x="4795" y="179"/>
                  </a:lnTo>
                  <a:lnTo>
                    <a:pt x="4795" y="179"/>
                  </a:lnTo>
                  <a:lnTo>
                    <a:pt x="4795" y="120"/>
                  </a:lnTo>
                  <a:lnTo>
                    <a:pt x="4755" y="60"/>
                  </a:lnTo>
                  <a:lnTo>
                    <a:pt x="4696" y="21"/>
                  </a:lnTo>
                  <a:lnTo>
                    <a:pt x="4636"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3"/>
            <p:cNvSpPr/>
            <p:nvPr/>
          </p:nvSpPr>
          <p:spPr>
            <a:xfrm>
              <a:off x="434250" y="1977150"/>
              <a:ext cx="55975" cy="457650"/>
            </a:xfrm>
            <a:custGeom>
              <a:avLst/>
              <a:gdLst/>
              <a:ahLst/>
              <a:cxnLst/>
              <a:rect l="l" t="t" r="r" b="b"/>
              <a:pathLst>
                <a:path w="2239" h="18306" extrusionOk="0">
                  <a:moveTo>
                    <a:pt x="178" y="0"/>
                  </a:moveTo>
                  <a:lnTo>
                    <a:pt x="99" y="20"/>
                  </a:lnTo>
                  <a:lnTo>
                    <a:pt x="59" y="60"/>
                  </a:lnTo>
                  <a:lnTo>
                    <a:pt x="20" y="99"/>
                  </a:lnTo>
                  <a:lnTo>
                    <a:pt x="0" y="178"/>
                  </a:lnTo>
                  <a:lnTo>
                    <a:pt x="20" y="238"/>
                  </a:lnTo>
                  <a:lnTo>
                    <a:pt x="59" y="297"/>
                  </a:lnTo>
                  <a:lnTo>
                    <a:pt x="99" y="317"/>
                  </a:lnTo>
                  <a:lnTo>
                    <a:pt x="178" y="337"/>
                  </a:lnTo>
                  <a:lnTo>
                    <a:pt x="218" y="337"/>
                  </a:lnTo>
                  <a:lnTo>
                    <a:pt x="258" y="317"/>
                  </a:lnTo>
                  <a:lnTo>
                    <a:pt x="2140" y="2199"/>
                  </a:lnTo>
                  <a:lnTo>
                    <a:pt x="2140" y="18305"/>
                  </a:lnTo>
                  <a:lnTo>
                    <a:pt x="2239" y="18305"/>
                  </a:lnTo>
                  <a:lnTo>
                    <a:pt x="2239" y="2179"/>
                  </a:lnTo>
                  <a:lnTo>
                    <a:pt x="317" y="258"/>
                  </a:lnTo>
                  <a:lnTo>
                    <a:pt x="337" y="218"/>
                  </a:lnTo>
                  <a:lnTo>
                    <a:pt x="337" y="178"/>
                  </a:lnTo>
                  <a:lnTo>
                    <a:pt x="317" y="99"/>
                  </a:lnTo>
                  <a:lnTo>
                    <a:pt x="297" y="60"/>
                  </a:lnTo>
                  <a:lnTo>
                    <a:pt x="238" y="20"/>
                  </a:lnTo>
                  <a:lnTo>
                    <a:pt x="178"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3"/>
            <p:cNvSpPr/>
            <p:nvPr/>
          </p:nvSpPr>
          <p:spPr>
            <a:xfrm>
              <a:off x="434250" y="1977150"/>
              <a:ext cx="55975" cy="457650"/>
            </a:xfrm>
            <a:custGeom>
              <a:avLst/>
              <a:gdLst/>
              <a:ahLst/>
              <a:cxnLst/>
              <a:rect l="l" t="t" r="r" b="b"/>
              <a:pathLst>
                <a:path w="2239" h="18306" fill="none" extrusionOk="0">
                  <a:moveTo>
                    <a:pt x="178" y="0"/>
                  </a:moveTo>
                  <a:lnTo>
                    <a:pt x="178" y="0"/>
                  </a:lnTo>
                  <a:lnTo>
                    <a:pt x="178" y="0"/>
                  </a:lnTo>
                  <a:lnTo>
                    <a:pt x="178" y="0"/>
                  </a:lnTo>
                  <a:lnTo>
                    <a:pt x="99" y="20"/>
                  </a:lnTo>
                  <a:lnTo>
                    <a:pt x="59" y="60"/>
                  </a:lnTo>
                  <a:lnTo>
                    <a:pt x="20" y="99"/>
                  </a:lnTo>
                  <a:lnTo>
                    <a:pt x="0" y="178"/>
                  </a:lnTo>
                  <a:lnTo>
                    <a:pt x="0" y="178"/>
                  </a:lnTo>
                  <a:lnTo>
                    <a:pt x="20" y="238"/>
                  </a:lnTo>
                  <a:lnTo>
                    <a:pt x="59" y="297"/>
                  </a:lnTo>
                  <a:lnTo>
                    <a:pt x="99" y="317"/>
                  </a:lnTo>
                  <a:lnTo>
                    <a:pt x="178" y="337"/>
                  </a:lnTo>
                  <a:lnTo>
                    <a:pt x="178" y="337"/>
                  </a:lnTo>
                  <a:lnTo>
                    <a:pt x="218" y="337"/>
                  </a:lnTo>
                  <a:lnTo>
                    <a:pt x="258" y="317"/>
                  </a:lnTo>
                  <a:lnTo>
                    <a:pt x="2140" y="2199"/>
                  </a:lnTo>
                  <a:lnTo>
                    <a:pt x="2140" y="18305"/>
                  </a:lnTo>
                  <a:lnTo>
                    <a:pt x="2239" y="18305"/>
                  </a:lnTo>
                  <a:lnTo>
                    <a:pt x="2239" y="2179"/>
                  </a:lnTo>
                  <a:lnTo>
                    <a:pt x="317" y="258"/>
                  </a:lnTo>
                  <a:lnTo>
                    <a:pt x="317" y="258"/>
                  </a:lnTo>
                  <a:lnTo>
                    <a:pt x="337" y="218"/>
                  </a:lnTo>
                  <a:lnTo>
                    <a:pt x="337" y="178"/>
                  </a:lnTo>
                  <a:lnTo>
                    <a:pt x="337" y="178"/>
                  </a:lnTo>
                  <a:lnTo>
                    <a:pt x="317" y="99"/>
                  </a:lnTo>
                  <a:lnTo>
                    <a:pt x="297" y="60"/>
                  </a:lnTo>
                  <a:lnTo>
                    <a:pt x="238" y="20"/>
                  </a:lnTo>
                  <a:lnTo>
                    <a:pt x="178"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3"/>
            <p:cNvSpPr/>
            <p:nvPr/>
          </p:nvSpPr>
          <p:spPr>
            <a:xfrm>
              <a:off x="891875" y="1444725"/>
              <a:ext cx="120375" cy="990075"/>
            </a:xfrm>
            <a:custGeom>
              <a:avLst/>
              <a:gdLst/>
              <a:ahLst/>
              <a:cxnLst/>
              <a:rect l="l" t="t" r="r" b="b"/>
              <a:pathLst>
                <a:path w="4815" h="39603" extrusionOk="0">
                  <a:moveTo>
                    <a:pt x="178" y="1"/>
                  </a:moveTo>
                  <a:lnTo>
                    <a:pt x="119" y="21"/>
                  </a:lnTo>
                  <a:lnTo>
                    <a:pt x="60" y="60"/>
                  </a:lnTo>
                  <a:lnTo>
                    <a:pt x="20" y="100"/>
                  </a:lnTo>
                  <a:lnTo>
                    <a:pt x="0" y="179"/>
                  </a:lnTo>
                  <a:lnTo>
                    <a:pt x="20" y="219"/>
                  </a:lnTo>
                  <a:lnTo>
                    <a:pt x="40" y="278"/>
                  </a:lnTo>
                  <a:lnTo>
                    <a:pt x="79" y="318"/>
                  </a:lnTo>
                  <a:lnTo>
                    <a:pt x="139" y="338"/>
                  </a:lnTo>
                  <a:lnTo>
                    <a:pt x="139" y="6756"/>
                  </a:lnTo>
                  <a:lnTo>
                    <a:pt x="4616" y="11233"/>
                  </a:lnTo>
                  <a:lnTo>
                    <a:pt x="4616" y="39602"/>
                  </a:lnTo>
                  <a:lnTo>
                    <a:pt x="4695" y="39602"/>
                  </a:lnTo>
                  <a:lnTo>
                    <a:pt x="4695" y="5805"/>
                  </a:lnTo>
                  <a:lnTo>
                    <a:pt x="4735" y="5785"/>
                  </a:lnTo>
                  <a:lnTo>
                    <a:pt x="4775" y="5766"/>
                  </a:lnTo>
                  <a:lnTo>
                    <a:pt x="4814" y="5706"/>
                  </a:lnTo>
                  <a:lnTo>
                    <a:pt x="4814" y="5647"/>
                  </a:lnTo>
                  <a:lnTo>
                    <a:pt x="4814" y="5587"/>
                  </a:lnTo>
                  <a:lnTo>
                    <a:pt x="4775" y="5528"/>
                  </a:lnTo>
                  <a:lnTo>
                    <a:pt x="4715" y="5508"/>
                  </a:lnTo>
                  <a:lnTo>
                    <a:pt x="4656" y="5488"/>
                  </a:lnTo>
                  <a:lnTo>
                    <a:pt x="4576" y="5508"/>
                  </a:lnTo>
                  <a:lnTo>
                    <a:pt x="4537" y="5528"/>
                  </a:lnTo>
                  <a:lnTo>
                    <a:pt x="4497" y="5587"/>
                  </a:lnTo>
                  <a:lnTo>
                    <a:pt x="4477" y="5647"/>
                  </a:lnTo>
                  <a:lnTo>
                    <a:pt x="4497" y="5706"/>
                  </a:lnTo>
                  <a:lnTo>
                    <a:pt x="4517" y="5766"/>
                  </a:lnTo>
                  <a:lnTo>
                    <a:pt x="4557" y="5785"/>
                  </a:lnTo>
                  <a:lnTo>
                    <a:pt x="4616" y="5805"/>
                  </a:lnTo>
                  <a:lnTo>
                    <a:pt x="4616" y="11115"/>
                  </a:lnTo>
                  <a:lnTo>
                    <a:pt x="218" y="6717"/>
                  </a:lnTo>
                  <a:lnTo>
                    <a:pt x="218" y="338"/>
                  </a:lnTo>
                  <a:lnTo>
                    <a:pt x="258" y="318"/>
                  </a:lnTo>
                  <a:lnTo>
                    <a:pt x="297" y="278"/>
                  </a:lnTo>
                  <a:lnTo>
                    <a:pt x="337" y="219"/>
                  </a:lnTo>
                  <a:lnTo>
                    <a:pt x="337" y="179"/>
                  </a:lnTo>
                  <a:lnTo>
                    <a:pt x="337" y="100"/>
                  </a:lnTo>
                  <a:lnTo>
                    <a:pt x="297" y="60"/>
                  </a:lnTo>
                  <a:lnTo>
                    <a:pt x="238" y="21"/>
                  </a:lnTo>
                  <a:lnTo>
                    <a:pt x="178"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
            <p:cNvSpPr/>
            <p:nvPr/>
          </p:nvSpPr>
          <p:spPr>
            <a:xfrm>
              <a:off x="891875" y="1444725"/>
              <a:ext cx="120375" cy="990075"/>
            </a:xfrm>
            <a:custGeom>
              <a:avLst/>
              <a:gdLst/>
              <a:ahLst/>
              <a:cxnLst/>
              <a:rect l="l" t="t" r="r" b="b"/>
              <a:pathLst>
                <a:path w="4815" h="39603" fill="none" extrusionOk="0">
                  <a:moveTo>
                    <a:pt x="178" y="1"/>
                  </a:moveTo>
                  <a:lnTo>
                    <a:pt x="178" y="1"/>
                  </a:lnTo>
                  <a:lnTo>
                    <a:pt x="119" y="21"/>
                  </a:lnTo>
                  <a:lnTo>
                    <a:pt x="60" y="60"/>
                  </a:lnTo>
                  <a:lnTo>
                    <a:pt x="20" y="100"/>
                  </a:lnTo>
                  <a:lnTo>
                    <a:pt x="0" y="179"/>
                  </a:lnTo>
                  <a:lnTo>
                    <a:pt x="0" y="179"/>
                  </a:lnTo>
                  <a:lnTo>
                    <a:pt x="20" y="219"/>
                  </a:lnTo>
                  <a:lnTo>
                    <a:pt x="40" y="278"/>
                  </a:lnTo>
                  <a:lnTo>
                    <a:pt x="79" y="318"/>
                  </a:lnTo>
                  <a:lnTo>
                    <a:pt x="139" y="338"/>
                  </a:lnTo>
                  <a:lnTo>
                    <a:pt x="139" y="6756"/>
                  </a:lnTo>
                  <a:lnTo>
                    <a:pt x="4616" y="11233"/>
                  </a:lnTo>
                  <a:lnTo>
                    <a:pt x="4616" y="39602"/>
                  </a:lnTo>
                  <a:lnTo>
                    <a:pt x="4695" y="39602"/>
                  </a:lnTo>
                  <a:lnTo>
                    <a:pt x="4695" y="5805"/>
                  </a:lnTo>
                  <a:lnTo>
                    <a:pt x="4695" y="5805"/>
                  </a:lnTo>
                  <a:lnTo>
                    <a:pt x="4735" y="5785"/>
                  </a:lnTo>
                  <a:lnTo>
                    <a:pt x="4775" y="5766"/>
                  </a:lnTo>
                  <a:lnTo>
                    <a:pt x="4814" y="5706"/>
                  </a:lnTo>
                  <a:lnTo>
                    <a:pt x="4814" y="5647"/>
                  </a:lnTo>
                  <a:lnTo>
                    <a:pt x="4814" y="5647"/>
                  </a:lnTo>
                  <a:lnTo>
                    <a:pt x="4814" y="5587"/>
                  </a:lnTo>
                  <a:lnTo>
                    <a:pt x="4775" y="5528"/>
                  </a:lnTo>
                  <a:lnTo>
                    <a:pt x="4715" y="5508"/>
                  </a:lnTo>
                  <a:lnTo>
                    <a:pt x="4656" y="5488"/>
                  </a:lnTo>
                  <a:lnTo>
                    <a:pt x="4656" y="5488"/>
                  </a:lnTo>
                  <a:lnTo>
                    <a:pt x="4576" y="5508"/>
                  </a:lnTo>
                  <a:lnTo>
                    <a:pt x="4537" y="5528"/>
                  </a:lnTo>
                  <a:lnTo>
                    <a:pt x="4497" y="5587"/>
                  </a:lnTo>
                  <a:lnTo>
                    <a:pt x="4477" y="5647"/>
                  </a:lnTo>
                  <a:lnTo>
                    <a:pt x="4477" y="5647"/>
                  </a:lnTo>
                  <a:lnTo>
                    <a:pt x="4497" y="5706"/>
                  </a:lnTo>
                  <a:lnTo>
                    <a:pt x="4517" y="5766"/>
                  </a:lnTo>
                  <a:lnTo>
                    <a:pt x="4557" y="5785"/>
                  </a:lnTo>
                  <a:lnTo>
                    <a:pt x="4616" y="5805"/>
                  </a:lnTo>
                  <a:lnTo>
                    <a:pt x="4616" y="11115"/>
                  </a:lnTo>
                  <a:lnTo>
                    <a:pt x="218" y="6717"/>
                  </a:lnTo>
                  <a:lnTo>
                    <a:pt x="218" y="338"/>
                  </a:lnTo>
                  <a:lnTo>
                    <a:pt x="218" y="338"/>
                  </a:lnTo>
                  <a:lnTo>
                    <a:pt x="258" y="318"/>
                  </a:lnTo>
                  <a:lnTo>
                    <a:pt x="297" y="278"/>
                  </a:lnTo>
                  <a:lnTo>
                    <a:pt x="337" y="219"/>
                  </a:lnTo>
                  <a:lnTo>
                    <a:pt x="337" y="179"/>
                  </a:lnTo>
                  <a:lnTo>
                    <a:pt x="337" y="179"/>
                  </a:lnTo>
                  <a:lnTo>
                    <a:pt x="337" y="100"/>
                  </a:lnTo>
                  <a:lnTo>
                    <a:pt x="297" y="60"/>
                  </a:lnTo>
                  <a:lnTo>
                    <a:pt x="238" y="21"/>
                  </a:lnTo>
                  <a:lnTo>
                    <a:pt x="178"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3"/>
            <p:cNvSpPr/>
            <p:nvPr/>
          </p:nvSpPr>
          <p:spPr>
            <a:xfrm>
              <a:off x="382725" y="1322400"/>
              <a:ext cx="54500" cy="1112400"/>
            </a:xfrm>
            <a:custGeom>
              <a:avLst/>
              <a:gdLst/>
              <a:ahLst/>
              <a:cxnLst/>
              <a:rect l="l" t="t" r="r" b="b"/>
              <a:pathLst>
                <a:path w="2180" h="44496" extrusionOk="0">
                  <a:moveTo>
                    <a:pt x="1942" y="1"/>
                  </a:moveTo>
                  <a:lnTo>
                    <a:pt x="1903" y="40"/>
                  </a:lnTo>
                  <a:lnTo>
                    <a:pt x="1863" y="100"/>
                  </a:lnTo>
                  <a:lnTo>
                    <a:pt x="1843" y="159"/>
                  </a:lnTo>
                  <a:lnTo>
                    <a:pt x="1863" y="218"/>
                  </a:lnTo>
                  <a:lnTo>
                    <a:pt x="1883" y="258"/>
                  </a:lnTo>
                  <a:lnTo>
                    <a:pt x="1922" y="298"/>
                  </a:lnTo>
                  <a:lnTo>
                    <a:pt x="1982" y="318"/>
                  </a:lnTo>
                  <a:lnTo>
                    <a:pt x="1982" y="12957"/>
                  </a:lnTo>
                  <a:lnTo>
                    <a:pt x="1" y="14918"/>
                  </a:lnTo>
                  <a:lnTo>
                    <a:pt x="1" y="44495"/>
                  </a:lnTo>
                  <a:lnTo>
                    <a:pt x="100" y="44495"/>
                  </a:lnTo>
                  <a:lnTo>
                    <a:pt x="100" y="14958"/>
                  </a:lnTo>
                  <a:lnTo>
                    <a:pt x="2061" y="12996"/>
                  </a:lnTo>
                  <a:lnTo>
                    <a:pt x="2061" y="318"/>
                  </a:lnTo>
                  <a:lnTo>
                    <a:pt x="2101" y="298"/>
                  </a:lnTo>
                  <a:lnTo>
                    <a:pt x="2140" y="258"/>
                  </a:lnTo>
                  <a:lnTo>
                    <a:pt x="2180" y="218"/>
                  </a:lnTo>
                  <a:lnTo>
                    <a:pt x="2180" y="159"/>
                  </a:lnTo>
                  <a:lnTo>
                    <a:pt x="2160" y="100"/>
                  </a:lnTo>
                  <a:lnTo>
                    <a:pt x="2140" y="40"/>
                  </a:lnTo>
                  <a:lnTo>
                    <a:pt x="2081"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3"/>
            <p:cNvSpPr/>
            <p:nvPr/>
          </p:nvSpPr>
          <p:spPr>
            <a:xfrm>
              <a:off x="382725" y="1322400"/>
              <a:ext cx="54500" cy="1112400"/>
            </a:xfrm>
            <a:custGeom>
              <a:avLst/>
              <a:gdLst/>
              <a:ahLst/>
              <a:cxnLst/>
              <a:rect l="l" t="t" r="r" b="b"/>
              <a:pathLst>
                <a:path w="2180" h="44496" fill="none" extrusionOk="0">
                  <a:moveTo>
                    <a:pt x="2021" y="1"/>
                  </a:moveTo>
                  <a:lnTo>
                    <a:pt x="2021" y="1"/>
                  </a:lnTo>
                  <a:lnTo>
                    <a:pt x="1942" y="1"/>
                  </a:lnTo>
                  <a:lnTo>
                    <a:pt x="1903" y="40"/>
                  </a:lnTo>
                  <a:lnTo>
                    <a:pt x="1863" y="100"/>
                  </a:lnTo>
                  <a:lnTo>
                    <a:pt x="1843" y="159"/>
                  </a:lnTo>
                  <a:lnTo>
                    <a:pt x="1843" y="159"/>
                  </a:lnTo>
                  <a:lnTo>
                    <a:pt x="1863" y="218"/>
                  </a:lnTo>
                  <a:lnTo>
                    <a:pt x="1883" y="258"/>
                  </a:lnTo>
                  <a:lnTo>
                    <a:pt x="1922" y="298"/>
                  </a:lnTo>
                  <a:lnTo>
                    <a:pt x="1982" y="318"/>
                  </a:lnTo>
                  <a:lnTo>
                    <a:pt x="1982" y="12957"/>
                  </a:lnTo>
                  <a:lnTo>
                    <a:pt x="1" y="14918"/>
                  </a:lnTo>
                  <a:lnTo>
                    <a:pt x="1" y="44495"/>
                  </a:lnTo>
                  <a:lnTo>
                    <a:pt x="100" y="44495"/>
                  </a:lnTo>
                  <a:lnTo>
                    <a:pt x="100" y="14958"/>
                  </a:lnTo>
                  <a:lnTo>
                    <a:pt x="2061" y="12996"/>
                  </a:lnTo>
                  <a:lnTo>
                    <a:pt x="2061" y="318"/>
                  </a:lnTo>
                  <a:lnTo>
                    <a:pt x="2061" y="318"/>
                  </a:lnTo>
                  <a:lnTo>
                    <a:pt x="2101" y="298"/>
                  </a:lnTo>
                  <a:lnTo>
                    <a:pt x="2140" y="258"/>
                  </a:lnTo>
                  <a:lnTo>
                    <a:pt x="2180" y="218"/>
                  </a:lnTo>
                  <a:lnTo>
                    <a:pt x="2180" y="159"/>
                  </a:lnTo>
                  <a:lnTo>
                    <a:pt x="2180" y="159"/>
                  </a:lnTo>
                  <a:lnTo>
                    <a:pt x="2160" y="100"/>
                  </a:lnTo>
                  <a:lnTo>
                    <a:pt x="2140" y="40"/>
                  </a:lnTo>
                  <a:lnTo>
                    <a:pt x="2081" y="1"/>
                  </a:lnTo>
                  <a:lnTo>
                    <a:pt x="2021"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
            <p:cNvSpPr/>
            <p:nvPr/>
          </p:nvSpPr>
          <p:spPr>
            <a:xfrm>
              <a:off x="358475" y="1269400"/>
              <a:ext cx="54500" cy="1165400"/>
            </a:xfrm>
            <a:custGeom>
              <a:avLst/>
              <a:gdLst/>
              <a:ahLst/>
              <a:cxnLst/>
              <a:rect l="l" t="t" r="r" b="b"/>
              <a:pathLst>
                <a:path w="2180" h="46616" extrusionOk="0">
                  <a:moveTo>
                    <a:pt x="1941" y="1"/>
                  </a:moveTo>
                  <a:lnTo>
                    <a:pt x="1882" y="40"/>
                  </a:lnTo>
                  <a:lnTo>
                    <a:pt x="1842" y="100"/>
                  </a:lnTo>
                  <a:lnTo>
                    <a:pt x="1842" y="159"/>
                  </a:lnTo>
                  <a:lnTo>
                    <a:pt x="1842" y="219"/>
                  </a:lnTo>
                  <a:lnTo>
                    <a:pt x="1862" y="258"/>
                  </a:lnTo>
                  <a:lnTo>
                    <a:pt x="1902" y="298"/>
                  </a:lnTo>
                  <a:lnTo>
                    <a:pt x="1961" y="318"/>
                  </a:lnTo>
                  <a:lnTo>
                    <a:pt x="1961" y="14680"/>
                  </a:lnTo>
                  <a:lnTo>
                    <a:pt x="0" y="16642"/>
                  </a:lnTo>
                  <a:lnTo>
                    <a:pt x="0" y="46615"/>
                  </a:lnTo>
                  <a:lnTo>
                    <a:pt x="79" y="46615"/>
                  </a:lnTo>
                  <a:lnTo>
                    <a:pt x="79" y="16662"/>
                  </a:lnTo>
                  <a:lnTo>
                    <a:pt x="2041" y="14700"/>
                  </a:lnTo>
                  <a:lnTo>
                    <a:pt x="2041" y="318"/>
                  </a:lnTo>
                  <a:lnTo>
                    <a:pt x="2100" y="298"/>
                  </a:lnTo>
                  <a:lnTo>
                    <a:pt x="2140" y="258"/>
                  </a:lnTo>
                  <a:lnTo>
                    <a:pt x="2159" y="219"/>
                  </a:lnTo>
                  <a:lnTo>
                    <a:pt x="2179" y="159"/>
                  </a:lnTo>
                  <a:lnTo>
                    <a:pt x="2159" y="100"/>
                  </a:lnTo>
                  <a:lnTo>
                    <a:pt x="2120" y="40"/>
                  </a:lnTo>
                  <a:lnTo>
                    <a:pt x="2060"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
            <p:cNvSpPr/>
            <p:nvPr/>
          </p:nvSpPr>
          <p:spPr>
            <a:xfrm>
              <a:off x="358475" y="1269400"/>
              <a:ext cx="54500" cy="1165400"/>
            </a:xfrm>
            <a:custGeom>
              <a:avLst/>
              <a:gdLst/>
              <a:ahLst/>
              <a:cxnLst/>
              <a:rect l="l" t="t" r="r" b="b"/>
              <a:pathLst>
                <a:path w="2180" h="46616" fill="none" extrusionOk="0">
                  <a:moveTo>
                    <a:pt x="2001" y="1"/>
                  </a:moveTo>
                  <a:lnTo>
                    <a:pt x="2001" y="1"/>
                  </a:lnTo>
                  <a:lnTo>
                    <a:pt x="2001" y="1"/>
                  </a:lnTo>
                  <a:lnTo>
                    <a:pt x="2001" y="1"/>
                  </a:lnTo>
                  <a:lnTo>
                    <a:pt x="1941" y="1"/>
                  </a:lnTo>
                  <a:lnTo>
                    <a:pt x="1882" y="40"/>
                  </a:lnTo>
                  <a:lnTo>
                    <a:pt x="1842" y="100"/>
                  </a:lnTo>
                  <a:lnTo>
                    <a:pt x="1842" y="159"/>
                  </a:lnTo>
                  <a:lnTo>
                    <a:pt x="1842" y="159"/>
                  </a:lnTo>
                  <a:lnTo>
                    <a:pt x="1842" y="219"/>
                  </a:lnTo>
                  <a:lnTo>
                    <a:pt x="1862" y="258"/>
                  </a:lnTo>
                  <a:lnTo>
                    <a:pt x="1902" y="298"/>
                  </a:lnTo>
                  <a:lnTo>
                    <a:pt x="1961" y="318"/>
                  </a:lnTo>
                  <a:lnTo>
                    <a:pt x="1961" y="14680"/>
                  </a:lnTo>
                  <a:lnTo>
                    <a:pt x="0" y="16642"/>
                  </a:lnTo>
                  <a:lnTo>
                    <a:pt x="0" y="46615"/>
                  </a:lnTo>
                  <a:lnTo>
                    <a:pt x="79" y="46615"/>
                  </a:lnTo>
                  <a:lnTo>
                    <a:pt x="79" y="16662"/>
                  </a:lnTo>
                  <a:lnTo>
                    <a:pt x="2041" y="14700"/>
                  </a:lnTo>
                  <a:lnTo>
                    <a:pt x="2041" y="318"/>
                  </a:lnTo>
                  <a:lnTo>
                    <a:pt x="2041" y="318"/>
                  </a:lnTo>
                  <a:lnTo>
                    <a:pt x="2100" y="298"/>
                  </a:lnTo>
                  <a:lnTo>
                    <a:pt x="2140" y="258"/>
                  </a:lnTo>
                  <a:lnTo>
                    <a:pt x="2159" y="219"/>
                  </a:lnTo>
                  <a:lnTo>
                    <a:pt x="2179" y="159"/>
                  </a:lnTo>
                  <a:lnTo>
                    <a:pt x="2179" y="159"/>
                  </a:lnTo>
                  <a:lnTo>
                    <a:pt x="2159" y="100"/>
                  </a:lnTo>
                  <a:lnTo>
                    <a:pt x="2120" y="40"/>
                  </a:lnTo>
                  <a:lnTo>
                    <a:pt x="2060" y="1"/>
                  </a:lnTo>
                  <a:lnTo>
                    <a:pt x="2001"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
            <p:cNvSpPr/>
            <p:nvPr/>
          </p:nvSpPr>
          <p:spPr>
            <a:xfrm>
              <a:off x="979525" y="1779025"/>
              <a:ext cx="8450" cy="655775"/>
            </a:xfrm>
            <a:custGeom>
              <a:avLst/>
              <a:gdLst/>
              <a:ahLst/>
              <a:cxnLst/>
              <a:rect l="l" t="t" r="r" b="b"/>
              <a:pathLst>
                <a:path w="338" h="26231" extrusionOk="0">
                  <a:moveTo>
                    <a:pt x="100" y="1"/>
                  </a:moveTo>
                  <a:lnTo>
                    <a:pt x="40" y="41"/>
                  </a:lnTo>
                  <a:lnTo>
                    <a:pt x="1" y="100"/>
                  </a:lnTo>
                  <a:lnTo>
                    <a:pt x="1" y="159"/>
                  </a:lnTo>
                  <a:lnTo>
                    <a:pt x="1" y="219"/>
                  </a:lnTo>
                  <a:lnTo>
                    <a:pt x="40" y="258"/>
                  </a:lnTo>
                  <a:lnTo>
                    <a:pt x="80" y="298"/>
                  </a:lnTo>
                  <a:lnTo>
                    <a:pt x="120" y="318"/>
                  </a:lnTo>
                  <a:lnTo>
                    <a:pt x="120" y="26230"/>
                  </a:lnTo>
                  <a:lnTo>
                    <a:pt x="199" y="26230"/>
                  </a:lnTo>
                  <a:lnTo>
                    <a:pt x="199" y="318"/>
                  </a:lnTo>
                  <a:lnTo>
                    <a:pt x="258" y="298"/>
                  </a:lnTo>
                  <a:lnTo>
                    <a:pt x="298" y="258"/>
                  </a:lnTo>
                  <a:lnTo>
                    <a:pt x="318" y="219"/>
                  </a:lnTo>
                  <a:lnTo>
                    <a:pt x="337" y="159"/>
                  </a:lnTo>
                  <a:lnTo>
                    <a:pt x="318" y="100"/>
                  </a:lnTo>
                  <a:lnTo>
                    <a:pt x="278" y="41"/>
                  </a:lnTo>
                  <a:lnTo>
                    <a:pt x="219"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
            <p:cNvSpPr/>
            <p:nvPr/>
          </p:nvSpPr>
          <p:spPr>
            <a:xfrm>
              <a:off x="979525" y="1779025"/>
              <a:ext cx="8450" cy="655775"/>
            </a:xfrm>
            <a:custGeom>
              <a:avLst/>
              <a:gdLst/>
              <a:ahLst/>
              <a:cxnLst/>
              <a:rect l="l" t="t" r="r" b="b"/>
              <a:pathLst>
                <a:path w="338" h="26231" fill="none" extrusionOk="0">
                  <a:moveTo>
                    <a:pt x="159" y="1"/>
                  </a:moveTo>
                  <a:lnTo>
                    <a:pt x="159" y="1"/>
                  </a:lnTo>
                  <a:lnTo>
                    <a:pt x="100" y="1"/>
                  </a:lnTo>
                  <a:lnTo>
                    <a:pt x="40" y="41"/>
                  </a:lnTo>
                  <a:lnTo>
                    <a:pt x="1" y="100"/>
                  </a:lnTo>
                  <a:lnTo>
                    <a:pt x="1" y="159"/>
                  </a:lnTo>
                  <a:lnTo>
                    <a:pt x="1" y="159"/>
                  </a:lnTo>
                  <a:lnTo>
                    <a:pt x="1" y="219"/>
                  </a:lnTo>
                  <a:lnTo>
                    <a:pt x="40" y="258"/>
                  </a:lnTo>
                  <a:lnTo>
                    <a:pt x="80" y="298"/>
                  </a:lnTo>
                  <a:lnTo>
                    <a:pt x="120" y="318"/>
                  </a:lnTo>
                  <a:lnTo>
                    <a:pt x="120" y="26230"/>
                  </a:lnTo>
                  <a:lnTo>
                    <a:pt x="199" y="26230"/>
                  </a:lnTo>
                  <a:lnTo>
                    <a:pt x="199" y="318"/>
                  </a:lnTo>
                  <a:lnTo>
                    <a:pt x="199" y="318"/>
                  </a:lnTo>
                  <a:lnTo>
                    <a:pt x="258" y="298"/>
                  </a:lnTo>
                  <a:lnTo>
                    <a:pt x="298" y="258"/>
                  </a:lnTo>
                  <a:lnTo>
                    <a:pt x="318" y="219"/>
                  </a:lnTo>
                  <a:lnTo>
                    <a:pt x="337" y="159"/>
                  </a:lnTo>
                  <a:lnTo>
                    <a:pt x="337" y="159"/>
                  </a:lnTo>
                  <a:lnTo>
                    <a:pt x="318" y="100"/>
                  </a:lnTo>
                  <a:lnTo>
                    <a:pt x="278" y="41"/>
                  </a:lnTo>
                  <a:lnTo>
                    <a:pt x="219" y="1"/>
                  </a:lnTo>
                  <a:lnTo>
                    <a:pt x="159"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
            <p:cNvSpPr/>
            <p:nvPr/>
          </p:nvSpPr>
          <p:spPr>
            <a:xfrm>
              <a:off x="538750" y="1510100"/>
              <a:ext cx="54000" cy="924700"/>
            </a:xfrm>
            <a:custGeom>
              <a:avLst/>
              <a:gdLst/>
              <a:ahLst/>
              <a:cxnLst/>
              <a:rect l="l" t="t" r="r" b="b"/>
              <a:pathLst>
                <a:path w="2160" h="36988" extrusionOk="0">
                  <a:moveTo>
                    <a:pt x="159" y="1"/>
                  </a:moveTo>
                  <a:lnTo>
                    <a:pt x="99" y="21"/>
                  </a:lnTo>
                  <a:lnTo>
                    <a:pt x="40" y="40"/>
                  </a:lnTo>
                  <a:lnTo>
                    <a:pt x="0" y="100"/>
                  </a:lnTo>
                  <a:lnTo>
                    <a:pt x="0" y="159"/>
                  </a:lnTo>
                  <a:lnTo>
                    <a:pt x="0" y="219"/>
                  </a:lnTo>
                  <a:lnTo>
                    <a:pt x="40" y="278"/>
                  </a:lnTo>
                  <a:lnTo>
                    <a:pt x="79" y="298"/>
                  </a:lnTo>
                  <a:lnTo>
                    <a:pt x="119" y="318"/>
                  </a:lnTo>
                  <a:lnTo>
                    <a:pt x="119" y="3270"/>
                  </a:lnTo>
                  <a:lnTo>
                    <a:pt x="2080" y="5231"/>
                  </a:lnTo>
                  <a:lnTo>
                    <a:pt x="2080" y="36987"/>
                  </a:lnTo>
                  <a:lnTo>
                    <a:pt x="2159" y="36987"/>
                  </a:lnTo>
                  <a:lnTo>
                    <a:pt x="2159" y="5191"/>
                  </a:lnTo>
                  <a:lnTo>
                    <a:pt x="198" y="3230"/>
                  </a:lnTo>
                  <a:lnTo>
                    <a:pt x="198" y="318"/>
                  </a:lnTo>
                  <a:lnTo>
                    <a:pt x="258" y="298"/>
                  </a:lnTo>
                  <a:lnTo>
                    <a:pt x="297" y="278"/>
                  </a:lnTo>
                  <a:lnTo>
                    <a:pt x="317" y="219"/>
                  </a:lnTo>
                  <a:lnTo>
                    <a:pt x="337" y="159"/>
                  </a:lnTo>
                  <a:lnTo>
                    <a:pt x="317" y="100"/>
                  </a:lnTo>
                  <a:lnTo>
                    <a:pt x="277" y="40"/>
                  </a:lnTo>
                  <a:lnTo>
                    <a:pt x="218" y="21"/>
                  </a:lnTo>
                  <a:lnTo>
                    <a:pt x="159"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
            <p:cNvSpPr/>
            <p:nvPr/>
          </p:nvSpPr>
          <p:spPr>
            <a:xfrm>
              <a:off x="538750" y="1510100"/>
              <a:ext cx="54000" cy="924700"/>
            </a:xfrm>
            <a:custGeom>
              <a:avLst/>
              <a:gdLst/>
              <a:ahLst/>
              <a:cxnLst/>
              <a:rect l="l" t="t" r="r" b="b"/>
              <a:pathLst>
                <a:path w="2160" h="36988" fill="none" extrusionOk="0">
                  <a:moveTo>
                    <a:pt x="159" y="1"/>
                  </a:moveTo>
                  <a:lnTo>
                    <a:pt x="159" y="1"/>
                  </a:lnTo>
                  <a:lnTo>
                    <a:pt x="99" y="21"/>
                  </a:lnTo>
                  <a:lnTo>
                    <a:pt x="40" y="40"/>
                  </a:lnTo>
                  <a:lnTo>
                    <a:pt x="0" y="100"/>
                  </a:lnTo>
                  <a:lnTo>
                    <a:pt x="0" y="159"/>
                  </a:lnTo>
                  <a:lnTo>
                    <a:pt x="0" y="159"/>
                  </a:lnTo>
                  <a:lnTo>
                    <a:pt x="0" y="219"/>
                  </a:lnTo>
                  <a:lnTo>
                    <a:pt x="40" y="278"/>
                  </a:lnTo>
                  <a:lnTo>
                    <a:pt x="79" y="298"/>
                  </a:lnTo>
                  <a:lnTo>
                    <a:pt x="119" y="318"/>
                  </a:lnTo>
                  <a:lnTo>
                    <a:pt x="119" y="3270"/>
                  </a:lnTo>
                  <a:lnTo>
                    <a:pt x="2080" y="5231"/>
                  </a:lnTo>
                  <a:lnTo>
                    <a:pt x="2080" y="36987"/>
                  </a:lnTo>
                  <a:lnTo>
                    <a:pt x="2159" y="36987"/>
                  </a:lnTo>
                  <a:lnTo>
                    <a:pt x="2159" y="5191"/>
                  </a:lnTo>
                  <a:lnTo>
                    <a:pt x="198" y="3230"/>
                  </a:lnTo>
                  <a:lnTo>
                    <a:pt x="198" y="318"/>
                  </a:lnTo>
                  <a:lnTo>
                    <a:pt x="198" y="318"/>
                  </a:lnTo>
                  <a:lnTo>
                    <a:pt x="258" y="298"/>
                  </a:lnTo>
                  <a:lnTo>
                    <a:pt x="297" y="278"/>
                  </a:lnTo>
                  <a:lnTo>
                    <a:pt x="317" y="219"/>
                  </a:lnTo>
                  <a:lnTo>
                    <a:pt x="337" y="159"/>
                  </a:lnTo>
                  <a:lnTo>
                    <a:pt x="337" y="159"/>
                  </a:lnTo>
                  <a:lnTo>
                    <a:pt x="317" y="100"/>
                  </a:lnTo>
                  <a:lnTo>
                    <a:pt x="277" y="40"/>
                  </a:lnTo>
                  <a:lnTo>
                    <a:pt x="218" y="21"/>
                  </a:lnTo>
                  <a:lnTo>
                    <a:pt x="159"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3"/>
            <p:cNvSpPr/>
            <p:nvPr/>
          </p:nvSpPr>
          <p:spPr>
            <a:xfrm>
              <a:off x="516450" y="1278825"/>
              <a:ext cx="54025" cy="1155975"/>
            </a:xfrm>
            <a:custGeom>
              <a:avLst/>
              <a:gdLst/>
              <a:ahLst/>
              <a:cxnLst/>
              <a:rect l="l" t="t" r="r" b="b"/>
              <a:pathLst>
                <a:path w="2161" h="46239" extrusionOk="0">
                  <a:moveTo>
                    <a:pt x="159" y="0"/>
                  </a:moveTo>
                  <a:lnTo>
                    <a:pt x="100" y="20"/>
                  </a:lnTo>
                  <a:lnTo>
                    <a:pt x="40" y="60"/>
                  </a:lnTo>
                  <a:lnTo>
                    <a:pt x="1" y="99"/>
                  </a:lnTo>
                  <a:lnTo>
                    <a:pt x="1" y="179"/>
                  </a:lnTo>
                  <a:lnTo>
                    <a:pt x="1" y="218"/>
                  </a:lnTo>
                  <a:lnTo>
                    <a:pt x="20" y="278"/>
                  </a:lnTo>
                  <a:lnTo>
                    <a:pt x="60" y="297"/>
                  </a:lnTo>
                  <a:lnTo>
                    <a:pt x="119" y="337"/>
                  </a:lnTo>
                  <a:lnTo>
                    <a:pt x="119" y="12996"/>
                  </a:lnTo>
                  <a:lnTo>
                    <a:pt x="2081" y="14957"/>
                  </a:lnTo>
                  <a:lnTo>
                    <a:pt x="2081" y="46238"/>
                  </a:lnTo>
                  <a:lnTo>
                    <a:pt x="2160" y="46238"/>
                  </a:lnTo>
                  <a:lnTo>
                    <a:pt x="2160" y="14918"/>
                  </a:lnTo>
                  <a:lnTo>
                    <a:pt x="199" y="12956"/>
                  </a:lnTo>
                  <a:lnTo>
                    <a:pt x="199" y="337"/>
                  </a:lnTo>
                  <a:lnTo>
                    <a:pt x="258" y="297"/>
                  </a:lnTo>
                  <a:lnTo>
                    <a:pt x="298" y="278"/>
                  </a:lnTo>
                  <a:lnTo>
                    <a:pt x="318" y="218"/>
                  </a:lnTo>
                  <a:lnTo>
                    <a:pt x="318" y="179"/>
                  </a:lnTo>
                  <a:lnTo>
                    <a:pt x="318" y="99"/>
                  </a:lnTo>
                  <a:lnTo>
                    <a:pt x="278" y="60"/>
                  </a:lnTo>
                  <a:lnTo>
                    <a:pt x="219" y="20"/>
                  </a:lnTo>
                  <a:lnTo>
                    <a:pt x="159"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
            <p:cNvSpPr/>
            <p:nvPr/>
          </p:nvSpPr>
          <p:spPr>
            <a:xfrm>
              <a:off x="516450" y="1278825"/>
              <a:ext cx="54025" cy="1155975"/>
            </a:xfrm>
            <a:custGeom>
              <a:avLst/>
              <a:gdLst/>
              <a:ahLst/>
              <a:cxnLst/>
              <a:rect l="l" t="t" r="r" b="b"/>
              <a:pathLst>
                <a:path w="2161" h="46239" fill="none" extrusionOk="0">
                  <a:moveTo>
                    <a:pt x="159" y="0"/>
                  </a:moveTo>
                  <a:lnTo>
                    <a:pt x="159" y="0"/>
                  </a:lnTo>
                  <a:lnTo>
                    <a:pt x="100" y="20"/>
                  </a:lnTo>
                  <a:lnTo>
                    <a:pt x="40" y="60"/>
                  </a:lnTo>
                  <a:lnTo>
                    <a:pt x="1" y="99"/>
                  </a:lnTo>
                  <a:lnTo>
                    <a:pt x="1" y="179"/>
                  </a:lnTo>
                  <a:lnTo>
                    <a:pt x="1" y="179"/>
                  </a:lnTo>
                  <a:lnTo>
                    <a:pt x="1" y="218"/>
                  </a:lnTo>
                  <a:lnTo>
                    <a:pt x="20" y="278"/>
                  </a:lnTo>
                  <a:lnTo>
                    <a:pt x="60" y="297"/>
                  </a:lnTo>
                  <a:lnTo>
                    <a:pt x="119" y="337"/>
                  </a:lnTo>
                  <a:lnTo>
                    <a:pt x="119" y="12996"/>
                  </a:lnTo>
                  <a:lnTo>
                    <a:pt x="2081" y="14957"/>
                  </a:lnTo>
                  <a:lnTo>
                    <a:pt x="2081" y="46238"/>
                  </a:lnTo>
                  <a:lnTo>
                    <a:pt x="2160" y="46238"/>
                  </a:lnTo>
                  <a:lnTo>
                    <a:pt x="2160" y="14918"/>
                  </a:lnTo>
                  <a:lnTo>
                    <a:pt x="199" y="12956"/>
                  </a:lnTo>
                  <a:lnTo>
                    <a:pt x="199" y="337"/>
                  </a:lnTo>
                  <a:lnTo>
                    <a:pt x="199" y="337"/>
                  </a:lnTo>
                  <a:lnTo>
                    <a:pt x="258" y="297"/>
                  </a:lnTo>
                  <a:lnTo>
                    <a:pt x="298" y="278"/>
                  </a:lnTo>
                  <a:lnTo>
                    <a:pt x="318" y="218"/>
                  </a:lnTo>
                  <a:lnTo>
                    <a:pt x="318" y="179"/>
                  </a:lnTo>
                  <a:lnTo>
                    <a:pt x="318" y="179"/>
                  </a:lnTo>
                  <a:lnTo>
                    <a:pt x="318" y="99"/>
                  </a:lnTo>
                  <a:lnTo>
                    <a:pt x="278" y="60"/>
                  </a:lnTo>
                  <a:lnTo>
                    <a:pt x="219" y="20"/>
                  </a:lnTo>
                  <a:lnTo>
                    <a:pt x="159"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
            <p:cNvSpPr/>
            <p:nvPr/>
          </p:nvSpPr>
          <p:spPr>
            <a:xfrm>
              <a:off x="611550" y="1825100"/>
              <a:ext cx="8450" cy="609700"/>
            </a:xfrm>
            <a:custGeom>
              <a:avLst/>
              <a:gdLst/>
              <a:ahLst/>
              <a:cxnLst/>
              <a:rect l="l" t="t" r="r" b="b"/>
              <a:pathLst>
                <a:path w="338" h="24388" extrusionOk="0">
                  <a:moveTo>
                    <a:pt x="159" y="0"/>
                  </a:moveTo>
                  <a:lnTo>
                    <a:pt x="99" y="20"/>
                  </a:lnTo>
                  <a:lnTo>
                    <a:pt x="40" y="60"/>
                  </a:lnTo>
                  <a:lnTo>
                    <a:pt x="20" y="99"/>
                  </a:lnTo>
                  <a:lnTo>
                    <a:pt x="0" y="179"/>
                  </a:lnTo>
                  <a:lnTo>
                    <a:pt x="0" y="218"/>
                  </a:lnTo>
                  <a:lnTo>
                    <a:pt x="40" y="278"/>
                  </a:lnTo>
                  <a:lnTo>
                    <a:pt x="80" y="317"/>
                  </a:lnTo>
                  <a:lnTo>
                    <a:pt x="119" y="337"/>
                  </a:lnTo>
                  <a:lnTo>
                    <a:pt x="119" y="24387"/>
                  </a:lnTo>
                  <a:lnTo>
                    <a:pt x="198" y="24387"/>
                  </a:lnTo>
                  <a:lnTo>
                    <a:pt x="198" y="337"/>
                  </a:lnTo>
                  <a:lnTo>
                    <a:pt x="258" y="317"/>
                  </a:lnTo>
                  <a:lnTo>
                    <a:pt x="297" y="278"/>
                  </a:lnTo>
                  <a:lnTo>
                    <a:pt x="317" y="218"/>
                  </a:lnTo>
                  <a:lnTo>
                    <a:pt x="337" y="179"/>
                  </a:lnTo>
                  <a:lnTo>
                    <a:pt x="317" y="99"/>
                  </a:lnTo>
                  <a:lnTo>
                    <a:pt x="278" y="60"/>
                  </a:lnTo>
                  <a:lnTo>
                    <a:pt x="238" y="20"/>
                  </a:lnTo>
                  <a:lnTo>
                    <a:pt x="159"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
            <p:cNvSpPr/>
            <p:nvPr/>
          </p:nvSpPr>
          <p:spPr>
            <a:xfrm>
              <a:off x="611550" y="1825100"/>
              <a:ext cx="8450" cy="609700"/>
            </a:xfrm>
            <a:custGeom>
              <a:avLst/>
              <a:gdLst/>
              <a:ahLst/>
              <a:cxnLst/>
              <a:rect l="l" t="t" r="r" b="b"/>
              <a:pathLst>
                <a:path w="338" h="24388" fill="none" extrusionOk="0">
                  <a:moveTo>
                    <a:pt x="159" y="0"/>
                  </a:moveTo>
                  <a:lnTo>
                    <a:pt x="159" y="0"/>
                  </a:lnTo>
                  <a:lnTo>
                    <a:pt x="99" y="20"/>
                  </a:lnTo>
                  <a:lnTo>
                    <a:pt x="40" y="60"/>
                  </a:lnTo>
                  <a:lnTo>
                    <a:pt x="20" y="99"/>
                  </a:lnTo>
                  <a:lnTo>
                    <a:pt x="0" y="179"/>
                  </a:lnTo>
                  <a:lnTo>
                    <a:pt x="0" y="179"/>
                  </a:lnTo>
                  <a:lnTo>
                    <a:pt x="0" y="218"/>
                  </a:lnTo>
                  <a:lnTo>
                    <a:pt x="40" y="278"/>
                  </a:lnTo>
                  <a:lnTo>
                    <a:pt x="80" y="317"/>
                  </a:lnTo>
                  <a:lnTo>
                    <a:pt x="119" y="337"/>
                  </a:lnTo>
                  <a:lnTo>
                    <a:pt x="119" y="24387"/>
                  </a:lnTo>
                  <a:lnTo>
                    <a:pt x="198" y="24387"/>
                  </a:lnTo>
                  <a:lnTo>
                    <a:pt x="198" y="337"/>
                  </a:lnTo>
                  <a:lnTo>
                    <a:pt x="198" y="337"/>
                  </a:lnTo>
                  <a:lnTo>
                    <a:pt x="258" y="317"/>
                  </a:lnTo>
                  <a:lnTo>
                    <a:pt x="297" y="278"/>
                  </a:lnTo>
                  <a:lnTo>
                    <a:pt x="317" y="218"/>
                  </a:lnTo>
                  <a:lnTo>
                    <a:pt x="337" y="179"/>
                  </a:lnTo>
                  <a:lnTo>
                    <a:pt x="337" y="179"/>
                  </a:lnTo>
                  <a:lnTo>
                    <a:pt x="317" y="99"/>
                  </a:lnTo>
                  <a:lnTo>
                    <a:pt x="278" y="60"/>
                  </a:lnTo>
                  <a:lnTo>
                    <a:pt x="238" y="20"/>
                  </a:lnTo>
                  <a:lnTo>
                    <a:pt x="159"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
            <p:cNvSpPr/>
            <p:nvPr/>
          </p:nvSpPr>
          <p:spPr>
            <a:xfrm>
              <a:off x="926525" y="1733975"/>
              <a:ext cx="56000" cy="700825"/>
            </a:xfrm>
            <a:custGeom>
              <a:avLst/>
              <a:gdLst/>
              <a:ahLst/>
              <a:cxnLst/>
              <a:rect l="l" t="t" r="r" b="b"/>
              <a:pathLst>
                <a:path w="2240" h="28033" extrusionOk="0">
                  <a:moveTo>
                    <a:pt x="2061" y="0"/>
                  </a:moveTo>
                  <a:lnTo>
                    <a:pt x="2002" y="20"/>
                  </a:lnTo>
                  <a:lnTo>
                    <a:pt x="1942" y="40"/>
                  </a:lnTo>
                  <a:lnTo>
                    <a:pt x="1903" y="99"/>
                  </a:lnTo>
                  <a:lnTo>
                    <a:pt x="1903" y="159"/>
                  </a:lnTo>
                  <a:lnTo>
                    <a:pt x="1903" y="218"/>
                  </a:lnTo>
                  <a:lnTo>
                    <a:pt x="1923" y="258"/>
                  </a:lnTo>
                  <a:lnTo>
                    <a:pt x="1" y="2160"/>
                  </a:lnTo>
                  <a:lnTo>
                    <a:pt x="1" y="28032"/>
                  </a:lnTo>
                  <a:lnTo>
                    <a:pt x="80" y="28032"/>
                  </a:lnTo>
                  <a:lnTo>
                    <a:pt x="80" y="2199"/>
                  </a:lnTo>
                  <a:lnTo>
                    <a:pt x="1982" y="317"/>
                  </a:lnTo>
                  <a:lnTo>
                    <a:pt x="2022" y="337"/>
                  </a:lnTo>
                  <a:lnTo>
                    <a:pt x="2061" y="337"/>
                  </a:lnTo>
                  <a:lnTo>
                    <a:pt x="2121" y="317"/>
                  </a:lnTo>
                  <a:lnTo>
                    <a:pt x="2180" y="278"/>
                  </a:lnTo>
                  <a:lnTo>
                    <a:pt x="2220" y="238"/>
                  </a:lnTo>
                  <a:lnTo>
                    <a:pt x="2240" y="159"/>
                  </a:lnTo>
                  <a:lnTo>
                    <a:pt x="2220" y="99"/>
                  </a:lnTo>
                  <a:lnTo>
                    <a:pt x="2180" y="40"/>
                  </a:lnTo>
                  <a:lnTo>
                    <a:pt x="2121" y="20"/>
                  </a:lnTo>
                  <a:lnTo>
                    <a:pt x="2061"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
            <p:cNvSpPr/>
            <p:nvPr/>
          </p:nvSpPr>
          <p:spPr>
            <a:xfrm>
              <a:off x="926525" y="1733975"/>
              <a:ext cx="56000" cy="700825"/>
            </a:xfrm>
            <a:custGeom>
              <a:avLst/>
              <a:gdLst/>
              <a:ahLst/>
              <a:cxnLst/>
              <a:rect l="l" t="t" r="r" b="b"/>
              <a:pathLst>
                <a:path w="2240" h="28033" fill="none" extrusionOk="0">
                  <a:moveTo>
                    <a:pt x="2061" y="0"/>
                  </a:moveTo>
                  <a:lnTo>
                    <a:pt x="2061" y="0"/>
                  </a:lnTo>
                  <a:lnTo>
                    <a:pt x="2002" y="20"/>
                  </a:lnTo>
                  <a:lnTo>
                    <a:pt x="1942" y="40"/>
                  </a:lnTo>
                  <a:lnTo>
                    <a:pt x="1903" y="99"/>
                  </a:lnTo>
                  <a:lnTo>
                    <a:pt x="1903" y="159"/>
                  </a:lnTo>
                  <a:lnTo>
                    <a:pt x="1903" y="159"/>
                  </a:lnTo>
                  <a:lnTo>
                    <a:pt x="1903" y="218"/>
                  </a:lnTo>
                  <a:lnTo>
                    <a:pt x="1923" y="258"/>
                  </a:lnTo>
                  <a:lnTo>
                    <a:pt x="1" y="2160"/>
                  </a:lnTo>
                  <a:lnTo>
                    <a:pt x="1" y="28032"/>
                  </a:lnTo>
                  <a:lnTo>
                    <a:pt x="80" y="28032"/>
                  </a:lnTo>
                  <a:lnTo>
                    <a:pt x="80" y="2199"/>
                  </a:lnTo>
                  <a:lnTo>
                    <a:pt x="1982" y="317"/>
                  </a:lnTo>
                  <a:lnTo>
                    <a:pt x="1982" y="317"/>
                  </a:lnTo>
                  <a:lnTo>
                    <a:pt x="2022" y="337"/>
                  </a:lnTo>
                  <a:lnTo>
                    <a:pt x="2061" y="337"/>
                  </a:lnTo>
                  <a:lnTo>
                    <a:pt x="2061" y="337"/>
                  </a:lnTo>
                  <a:lnTo>
                    <a:pt x="2121" y="317"/>
                  </a:lnTo>
                  <a:lnTo>
                    <a:pt x="2180" y="278"/>
                  </a:lnTo>
                  <a:lnTo>
                    <a:pt x="2220" y="238"/>
                  </a:lnTo>
                  <a:lnTo>
                    <a:pt x="2240" y="159"/>
                  </a:lnTo>
                  <a:lnTo>
                    <a:pt x="2240" y="159"/>
                  </a:lnTo>
                  <a:lnTo>
                    <a:pt x="2220" y="99"/>
                  </a:lnTo>
                  <a:lnTo>
                    <a:pt x="2180" y="40"/>
                  </a:lnTo>
                  <a:lnTo>
                    <a:pt x="2121" y="20"/>
                  </a:lnTo>
                  <a:lnTo>
                    <a:pt x="2061"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
            <p:cNvSpPr/>
            <p:nvPr/>
          </p:nvSpPr>
          <p:spPr>
            <a:xfrm>
              <a:off x="472875" y="1899875"/>
              <a:ext cx="49550" cy="534925"/>
            </a:xfrm>
            <a:custGeom>
              <a:avLst/>
              <a:gdLst/>
              <a:ahLst/>
              <a:cxnLst/>
              <a:rect l="l" t="t" r="r" b="b"/>
              <a:pathLst>
                <a:path w="1982" h="21397" extrusionOk="0">
                  <a:moveTo>
                    <a:pt x="1744" y="1"/>
                  </a:moveTo>
                  <a:lnTo>
                    <a:pt x="1684" y="40"/>
                  </a:lnTo>
                  <a:lnTo>
                    <a:pt x="1664" y="100"/>
                  </a:lnTo>
                  <a:lnTo>
                    <a:pt x="1645" y="159"/>
                  </a:lnTo>
                  <a:lnTo>
                    <a:pt x="1645" y="199"/>
                  </a:lnTo>
                  <a:lnTo>
                    <a:pt x="1664" y="258"/>
                  </a:lnTo>
                  <a:lnTo>
                    <a:pt x="0" y="1922"/>
                  </a:lnTo>
                  <a:lnTo>
                    <a:pt x="0" y="3111"/>
                  </a:lnTo>
                  <a:lnTo>
                    <a:pt x="1763" y="4874"/>
                  </a:lnTo>
                  <a:lnTo>
                    <a:pt x="1763" y="21396"/>
                  </a:lnTo>
                  <a:lnTo>
                    <a:pt x="1862" y="21396"/>
                  </a:lnTo>
                  <a:lnTo>
                    <a:pt x="1862" y="4834"/>
                  </a:lnTo>
                  <a:lnTo>
                    <a:pt x="1862" y="2735"/>
                  </a:lnTo>
                  <a:lnTo>
                    <a:pt x="1902" y="2715"/>
                  </a:lnTo>
                  <a:lnTo>
                    <a:pt x="1942" y="2675"/>
                  </a:lnTo>
                  <a:lnTo>
                    <a:pt x="1962" y="2636"/>
                  </a:lnTo>
                  <a:lnTo>
                    <a:pt x="1981" y="2576"/>
                  </a:lnTo>
                  <a:lnTo>
                    <a:pt x="1962" y="2517"/>
                  </a:lnTo>
                  <a:lnTo>
                    <a:pt x="1922" y="2457"/>
                  </a:lnTo>
                  <a:lnTo>
                    <a:pt x="1882" y="2418"/>
                  </a:lnTo>
                  <a:lnTo>
                    <a:pt x="1744" y="2418"/>
                  </a:lnTo>
                  <a:lnTo>
                    <a:pt x="1684" y="2457"/>
                  </a:lnTo>
                  <a:lnTo>
                    <a:pt x="1664" y="2517"/>
                  </a:lnTo>
                  <a:lnTo>
                    <a:pt x="1645" y="2576"/>
                  </a:lnTo>
                  <a:lnTo>
                    <a:pt x="1645" y="2636"/>
                  </a:lnTo>
                  <a:lnTo>
                    <a:pt x="1684" y="2675"/>
                  </a:lnTo>
                  <a:lnTo>
                    <a:pt x="1724" y="2715"/>
                  </a:lnTo>
                  <a:lnTo>
                    <a:pt x="1763" y="2735"/>
                  </a:lnTo>
                  <a:lnTo>
                    <a:pt x="1763" y="4755"/>
                  </a:lnTo>
                  <a:lnTo>
                    <a:pt x="80" y="3071"/>
                  </a:lnTo>
                  <a:lnTo>
                    <a:pt x="80" y="1962"/>
                  </a:lnTo>
                  <a:lnTo>
                    <a:pt x="1744" y="298"/>
                  </a:lnTo>
                  <a:lnTo>
                    <a:pt x="1803" y="318"/>
                  </a:lnTo>
                  <a:lnTo>
                    <a:pt x="1882" y="318"/>
                  </a:lnTo>
                  <a:lnTo>
                    <a:pt x="1922" y="278"/>
                  </a:lnTo>
                  <a:lnTo>
                    <a:pt x="1962" y="219"/>
                  </a:lnTo>
                  <a:lnTo>
                    <a:pt x="1981" y="159"/>
                  </a:lnTo>
                  <a:lnTo>
                    <a:pt x="1962" y="100"/>
                  </a:lnTo>
                  <a:lnTo>
                    <a:pt x="1922" y="40"/>
                  </a:lnTo>
                  <a:lnTo>
                    <a:pt x="1882"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
            <p:cNvSpPr/>
            <p:nvPr/>
          </p:nvSpPr>
          <p:spPr>
            <a:xfrm>
              <a:off x="472875" y="1899875"/>
              <a:ext cx="49550" cy="534925"/>
            </a:xfrm>
            <a:custGeom>
              <a:avLst/>
              <a:gdLst/>
              <a:ahLst/>
              <a:cxnLst/>
              <a:rect l="l" t="t" r="r" b="b"/>
              <a:pathLst>
                <a:path w="1982" h="21397" fill="none" extrusionOk="0">
                  <a:moveTo>
                    <a:pt x="1803" y="1"/>
                  </a:moveTo>
                  <a:lnTo>
                    <a:pt x="1803" y="1"/>
                  </a:lnTo>
                  <a:lnTo>
                    <a:pt x="1744" y="1"/>
                  </a:lnTo>
                  <a:lnTo>
                    <a:pt x="1684" y="40"/>
                  </a:lnTo>
                  <a:lnTo>
                    <a:pt x="1664" y="100"/>
                  </a:lnTo>
                  <a:lnTo>
                    <a:pt x="1645" y="159"/>
                  </a:lnTo>
                  <a:lnTo>
                    <a:pt x="1645" y="159"/>
                  </a:lnTo>
                  <a:lnTo>
                    <a:pt x="1645" y="199"/>
                  </a:lnTo>
                  <a:lnTo>
                    <a:pt x="1664" y="258"/>
                  </a:lnTo>
                  <a:lnTo>
                    <a:pt x="0" y="1922"/>
                  </a:lnTo>
                  <a:lnTo>
                    <a:pt x="0" y="3111"/>
                  </a:lnTo>
                  <a:lnTo>
                    <a:pt x="1763" y="4874"/>
                  </a:lnTo>
                  <a:lnTo>
                    <a:pt x="1763" y="21396"/>
                  </a:lnTo>
                  <a:lnTo>
                    <a:pt x="1862" y="21396"/>
                  </a:lnTo>
                  <a:lnTo>
                    <a:pt x="1862" y="4834"/>
                  </a:lnTo>
                  <a:lnTo>
                    <a:pt x="1862" y="2735"/>
                  </a:lnTo>
                  <a:lnTo>
                    <a:pt x="1862" y="2735"/>
                  </a:lnTo>
                  <a:lnTo>
                    <a:pt x="1902" y="2715"/>
                  </a:lnTo>
                  <a:lnTo>
                    <a:pt x="1942" y="2675"/>
                  </a:lnTo>
                  <a:lnTo>
                    <a:pt x="1962" y="2636"/>
                  </a:lnTo>
                  <a:lnTo>
                    <a:pt x="1981" y="2576"/>
                  </a:lnTo>
                  <a:lnTo>
                    <a:pt x="1981" y="2576"/>
                  </a:lnTo>
                  <a:lnTo>
                    <a:pt x="1962" y="2517"/>
                  </a:lnTo>
                  <a:lnTo>
                    <a:pt x="1922" y="2457"/>
                  </a:lnTo>
                  <a:lnTo>
                    <a:pt x="1882" y="2418"/>
                  </a:lnTo>
                  <a:lnTo>
                    <a:pt x="1803" y="2418"/>
                  </a:lnTo>
                  <a:lnTo>
                    <a:pt x="1803" y="2418"/>
                  </a:lnTo>
                  <a:lnTo>
                    <a:pt x="1744" y="2418"/>
                  </a:lnTo>
                  <a:lnTo>
                    <a:pt x="1684" y="2457"/>
                  </a:lnTo>
                  <a:lnTo>
                    <a:pt x="1664" y="2517"/>
                  </a:lnTo>
                  <a:lnTo>
                    <a:pt x="1645" y="2576"/>
                  </a:lnTo>
                  <a:lnTo>
                    <a:pt x="1645" y="2576"/>
                  </a:lnTo>
                  <a:lnTo>
                    <a:pt x="1645" y="2636"/>
                  </a:lnTo>
                  <a:lnTo>
                    <a:pt x="1684" y="2675"/>
                  </a:lnTo>
                  <a:lnTo>
                    <a:pt x="1724" y="2715"/>
                  </a:lnTo>
                  <a:lnTo>
                    <a:pt x="1763" y="2735"/>
                  </a:lnTo>
                  <a:lnTo>
                    <a:pt x="1763" y="4755"/>
                  </a:lnTo>
                  <a:lnTo>
                    <a:pt x="80" y="3071"/>
                  </a:lnTo>
                  <a:lnTo>
                    <a:pt x="80" y="1962"/>
                  </a:lnTo>
                  <a:lnTo>
                    <a:pt x="1744" y="298"/>
                  </a:lnTo>
                  <a:lnTo>
                    <a:pt x="1744" y="298"/>
                  </a:lnTo>
                  <a:lnTo>
                    <a:pt x="1803" y="318"/>
                  </a:lnTo>
                  <a:lnTo>
                    <a:pt x="1803" y="318"/>
                  </a:lnTo>
                  <a:lnTo>
                    <a:pt x="1882" y="318"/>
                  </a:lnTo>
                  <a:lnTo>
                    <a:pt x="1922" y="278"/>
                  </a:lnTo>
                  <a:lnTo>
                    <a:pt x="1962" y="219"/>
                  </a:lnTo>
                  <a:lnTo>
                    <a:pt x="1981" y="159"/>
                  </a:lnTo>
                  <a:lnTo>
                    <a:pt x="1981" y="159"/>
                  </a:lnTo>
                  <a:lnTo>
                    <a:pt x="1962" y="100"/>
                  </a:lnTo>
                  <a:lnTo>
                    <a:pt x="1922" y="40"/>
                  </a:lnTo>
                  <a:lnTo>
                    <a:pt x="1882" y="1"/>
                  </a:lnTo>
                  <a:lnTo>
                    <a:pt x="1803"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
            <p:cNvSpPr/>
            <p:nvPr/>
          </p:nvSpPr>
          <p:spPr>
            <a:xfrm>
              <a:off x="635825" y="1904825"/>
              <a:ext cx="8425" cy="529975"/>
            </a:xfrm>
            <a:custGeom>
              <a:avLst/>
              <a:gdLst/>
              <a:ahLst/>
              <a:cxnLst/>
              <a:rect l="l" t="t" r="r" b="b"/>
              <a:pathLst>
                <a:path w="337" h="21199" extrusionOk="0">
                  <a:moveTo>
                    <a:pt x="119" y="1"/>
                  </a:moveTo>
                  <a:lnTo>
                    <a:pt x="59" y="40"/>
                  </a:lnTo>
                  <a:lnTo>
                    <a:pt x="20" y="100"/>
                  </a:lnTo>
                  <a:lnTo>
                    <a:pt x="0" y="159"/>
                  </a:lnTo>
                  <a:lnTo>
                    <a:pt x="20" y="219"/>
                  </a:lnTo>
                  <a:lnTo>
                    <a:pt x="40" y="258"/>
                  </a:lnTo>
                  <a:lnTo>
                    <a:pt x="79" y="298"/>
                  </a:lnTo>
                  <a:lnTo>
                    <a:pt x="139" y="318"/>
                  </a:lnTo>
                  <a:lnTo>
                    <a:pt x="139" y="21198"/>
                  </a:lnTo>
                  <a:lnTo>
                    <a:pt x="218" y="21198"/>
                  </a:lnTo>
                  <a:lnTo>
                    <a:pt x="218" y="318"/>
                  </a:lnTo>
                  <a:lnTo>
                    <a:pt x="277" y="298"/>
                  </a:lnTo>
                  <a:lnTo>
                    <a:pt x="317" y="258"/>
                  </a:lnTo>
                  <a:lnTo>
                    <a:pt x="337" y="219"/>
                  </a:lnTo>
                  <a:lnTo>
                    <a:pt x="337" y="159"/>
                  </a:lnTo>
                  <a:lnTo>
                    <a:pt x="337" y="100"/>
                  </a:lnTo>
                  <a:lnTo>
                    <a:pt x="297" y="40"/>
                  </a:lnTo>
                  <a:lnTo>
                    <a:pt x="238"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
            <p:cNvSpPr/>
            <p:nvPr/>
          </p:nvSpPr>
          <p:spPr>
            <a:xfrm>
              <a:off x="635825" y="1904825"/>
              <a:ext cx="8425" cy="529975"/>
            </a:xfrm>
            <a:custGeom>
              <a:avLst/>
              <a:gdLst/>
              <a:ahLst/>
              <a:cxnLst/>
              <a:rect l="l" t="t" r="r" b="b"/>
              <a:pathLst>
                <a:path w="337" h="21199" fill="none" extrusionOk="0">
                  <a:moveTo>
                    <a:pt x="178" y="1"/>
                  </a:moveTo>
                  <a:lnTo>
                    <a:pt x="178" y="1"/>
                  </a:lnTo>
                  <a:lnTo>
                    <a:pt x="119" y="1"/>
                  </a:lnTo>
                  <a:lnTo>
                    <a:pt x="59" y="40"/>
                  </a:lnTo>
                  <a:lnTo>
                    <a:pt x="20" y="100"/>
                  </a:lnTo>
                  <a:lnTo>
                    <a:pt x="0" y="159"/>
                  </a:lnTo>
                  <a:lnTo>
                    <a:pt x="0" y="159"/>
                  </a:lnTo>
                  <a:lnTo>
                    <a:pt x="20" y="219"/>
                  </a:lnTo>
                  <a:lnTo>
                    <a:pt x="40" y="258"/>
                  </a:lnTo>
                  <a:lnTo>
                    <a:pt x="79" y="298"/>
                  </a:lnTo>
                  <a:lnTo>
                    <a:pt x="139" y="318"/>
                  </a:lnTo>
                  <a:lnTo>
                    <a:pt x="139" y="21198"/>
                  </a:lnTo>
                  <a:lnTo>
                    <a:pt x="218" y="21198"/>
                  </a:lnTo>
                  <a:lnTo>
                    <a:pt x="218" y="318"/>
                  </a:lnTo>
                  <a:lnTo>
                    <a:pt x="218" y="318"/>
                  </a:lnTo>
                  <a:lnTo>
                    <a:pt x="277" y="298"/>
                  </a:lnTo>
                  <a:lnTo>
                    <a:pt x="317" y="258"/>
                  </a:lnTo>
                  <a:lnTo>
                    <a:pt x="337" y="219"/>
                  </a:lnTo>
                  <a:lnTo>
                    <a:pt x="337" y="159"/>
                  </a:lnTo>
                  <a:lnTo>
                    <a:pt x="337" y="159"/>
                  </a:lnTo>
                  <a:lnTo>
                    <a:pt x="337" y="100"/>
                  </a:lnTo>
                  <a:lnTo>
                    <a:pt x="297" y="40"/>
                  </a:lnTo>
                  <a:lnTo>
                    <a:pt x="238" y="1"/>
                  </a:lnTo>
                  <a:lnTo>
                    <a:pt x="178"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
            <p:cNvSpPr/>
            <p:nvPr/>
          </p:nvSpPr>
          <p:spPr>
            <a:xfrm>
              <a:off x="469900" y="1333800"/>
              <a:ext cx="78275" cy="1101000"/>
            </a:xfrm>
            <a:custGeom>
              <a:avLst/>
              <a:gdLst/>
              <a:ahLst/>
              <a:cxnLst/>
              <a:rect l="l" t="t" r="r" b="b"/>
              <a:pathLst>
                <a:path w="3131" h="44040" extrusionOk="0">
                  <a:moveTo>
                    <a:pt x="179" y="0"/>
                  </a:moveTo>
                  <a:lnTo>
                    <a:pt x="119" y="20"/>
                  </a:lnTo>
                  <a:lnTo>
                    <a:pt x="60" y="60"/>
                  </a:lnTo>
                  <a:lnTo>
                    <a:pt x="20" y="119"/>
                  </a:lnTo>
                  <a:lnTo>
                    <a:pt x="0" y="178"/>
                  </a:lnTo>
                  <a:lnTo>
                    <a:pt x="20" y="238"/>
                  </a:lnTo>
                  <a:lnTo>
                    <a:pt x="40" y="278"/>
                  </a:lnTo>
                  <a:lnTo>
                    <a:pt x="80" y="317"/>
                  </a:lnTo>
                  <a:lnTo>
                    <a:pt x="139" y="337"/>
                  </a:lnTo>
                  <a:lnTo>
                    <a:pt x="139" y="1684"/>
                  </a:lnTo>
                  <a:lnTo>
                    <a:pt x="1090" y="2635"/>
                  </a:lnTo>
                  <a:lnTo>
                    <a:pt x="1090" y="11272"/>
                  </a:lnTo>
                  <a:lnTo>
                    <a:pt x="3051" y="13234"/>
                  </a:lnTo>
                  <a:lnTo>
                    <a:pt x="3051" y="44039"/>
                  </a:lnTo>
                  <a:lnTo>
                    <a:pt x="3131" y="44039"/>
                  </a:lnTo>
                  <a:lnTo>
                    <a:pt x="3131" y="13194"/>
                  </a:lnTo>
                  <a:lnTo>
                    <a:pt x="1169" y="11233"/>
                  </a:lnTo>
                  <a:lnTo>
                    <a:pt x="1169" y="2595"/>
                  </a:lnTo>
                  <a:lnTo>
                    <a:pt x="218" y="1644"/>
                  </a:lnTo>
                  <a:lnTo>
                    <a:pt x="218" y="337"/>
                  </a:lnTo>
                  <a:lnTo>
                    <a:pt x="278" y="317"/>
                  </a:lnTo>
                  <a:lnTo>
                    <a:pt x="317" y="278"/>
                  </a:lnTo>
                  <a:lnTo>
                    <a:pt x="337" y="238"/>
                  </a:lnTo>
                  <a:lnTo>
                    <a:pt x="337" y="178"/>
                  </a:lnTo>
                  <a:lnTo>
                    <a:pt x="337" y="119"/>
                  </a:lnTo>
                  <a:lnTo>
                    <a:pt x="298" y="60"/>
                  </a:lnTo>
                  <a:lnTo>
                    <a:pt x="238" y="20"/>
                  </a:lnTo>
                  <a:lnTo>
                    <a:pt x="179"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
            <p:cNvSpPr/>
            <p:nvPr/>
          </p:nvSpPr>
          <p:spPr>
            <a:xfrm>
              <a:off x="469900" y="1333800"/>
              <a:ext cx="78275" cy="1101000"/>
            </a:xfrm>
            <a:custGeom>
              <a:avLst/>
              <a:gdLst/>
              <a:ahLst/>
              <a:cxnLst/>
              <a:rect l="l" t="t" r="r" b="b"/>
              <a:pathLst>
                <a:path w="3131" h="44040" fill="none" extrusionOk="0">
                  <a:moveTo>
                    <a:pt x="179" y="0"/>
                  </a:moveTo>
                  <a:lnTo>
                    <a:pt x="179" y="0"/>
                  </a:lnTo>
                  <a:lnTo>
                    <a:pt x="119" y="20"/>
                  </a:lnTo>
                  <a:lnTo>
                    <a:pt x="60" y="60"/>
                  </a:lnTo>
                  <a:lnTo>
                    <a:pt x="20" y="119"/>
                  </a:lnTo>
                  <a:lnTo>
                    <a:pt x="0" y="178"/>
                  </a:lnTo>
                  <a:lnTo>
                    <a:pt x="0" y="178"/>
                  </a:lnTo>
                  <a:lnTo>
                    <a:pt x="20" y="238"/>
                  </a:lnTo>
                  <a:lnTo>
                    <a:pt x="40" y="278"/>
                  </a:lnTo>
                  <a:lnTo>
                    <a:pt x="80" y="317"/>
                  </a:lnTo>
                  <a:lnTo>
                    <a:pt x="139" y="337"/>
                  </a:lnTo>
                  <a:lnTo>
                    <a:pt x="139" y="1684"/>
                  </a:lnTo>
                  <a:lnTo>
                    <a:pt x="1090" y="2635"/>
                  </a:lnTo>
                  <a:lnTo>
                    <a:pt x="1090" y="11272"/>
                  </a:lnTo>
                  <a:lnTo>
                    <a:pt x="3051" y="13234"/>
                  </a:lnTo>
                  <a:lnTo>
                    <a:pt x="3051" y="44039"/>
                  </a:lnTo>
                  <a:lnTo>
                    <a:pt x="3131" y="44039"/>
                  </a:lnTo>
                  <a:lnTo>
                    <a:pt x="3131" y="13194"/>
                  </a:lnTo>
                  <a:lnTo>
                    <a:pt x="1169" y="11233"/>
                  </a:lnTo>
                  <a:lnTo>
                    <a:pt x="1169" y="2595"/>
                  </a:lnTo>
                  <a:lnTo>
                    <a:pt x="218" y="1644"/>
                  </a:lnTo>
                  <a:lnTo>
                    <a:pt x="218" y="337"/>
                  </a:lnTo>
                  <a:lnTo>
                    <a:pt x="218" y="337"/>
                  </a:lnTo>
                  <a:lnTo>
                    <a:pt x="278" y="317"/>
                  </a:lnTo>
                  <a:lnTo>
                    <a:pt x="317" y="278"/>
                  </a:lnTo>
                  <a:lnTo>
                    <a:pt x="337" y="238"/>
                  </a:lnTo>
                  <a:lnTo>
                    <a:pt x="337" y="178"/>
                  </a:lnTo>
                  <a:lnTo>
                    <a:pt x="337" y="178"/>
                  </a:lnTo>
                  <a:lnTo>
                    <a:pt x="337" y="119"/>
                  </a:lnTo>
                  <a:lnTo>
                    <a:pt x="298" y="60"/>
                  </a:lnTo>
                  <a:lnTo>
                    <a:pt x="238" y="20"/>
                  </a:lnTo>
                  <a:lnTo>
                    <a:pt x="179"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
            <p:cNvSpPr/>
            <p:nvPr/>
          </p:nvSpPr>
          <p:spPr>
            <a:xfrm>
              <a:off x="868600" y="1090625"/>
              <a:ext cx="77775" cy="1344175"/>
            </a:xfrm>
            <a:custGeom>
              <a:avLst/>
              <a:gdLst/>
              <a:ahLst/>
              <a:cxnLst/>
              <a:rect l="l" t="t" r="r" b="b"/>
              <a:pathLst>
                <a:path w="3111" h="53767" extrusionOk="0">
                  <a:moveTo>
                    <a:pt x="2952" y="0"/>
                  </a:moveTo>
                  <a:lnTo>
                    <a:pt x="2892" y="20"/>
                  </a:lnTo>
                  <a:lnTo>
                    <a:pt x="2833" y="60"/>
                  </a:lnTo>
                  <a:lnTo>
                    <a:pt x="2793" y="99"/>
                  </a:lnTo>
                  <a:lnTo>
                    <a:pt x="2774" y="178"/>
                  </a:lnTo>
                  <a:lnTo>
                    <a:pt x="2793" y="218"/>
                  </a:lnTo>
                  <a:lnTo>
                    <a:pt x="2813" y="278"/>
                  </a:lnTo>
                  <a:lnTo>
                    <a:pt x="2853" y="317"/>
                  </a:lnTo>
                  <a:lnTo>
                    <a:pt x="2912" y="337"/>
                  </a:lnTo>
                  <a:lnTo>
                    <a:pt x="2912" y="1644"/>
                  </a:lnTo>
                  <a:lnTo>
                    <a:pt x="1961" y="2595"/>
                  </a:lnTo>
                  <a:lnTo>
                    <a:pt x="1961" y="11233"/>
                  </a:lnTo>
                  <a:lnTo>
                    <a:pt x="0" y="13194"/>
                  </a:lnTo>
                  <a:lnTo>
                    <a:pt x="0" y="53766"/>
                  </a:lnTo>
                  <a:lnTo>
                    <a:pt x="79" y="53766"/>
                  </a:lnTo>
                  <a:lnTo>
                    <a:pt x="79" y="13234"/>
                  </a:lnTo>
                  <a:lnTo>
                    <a:pt x="2041" y="11272"/>
                  </a:lnTo>
                  <a:lnTo>
                    <a:pt x="2041" y="2635"/>
                  </a:lnTo>
                  <a:lnTo>
                    <a:pt x="2991" y="1684"/>
                  </a:lnTo>
                  <a:lnTo>
                    <a:pt x="2991" y="337"/>
                  </a:lnTo>
                  <a:lnTo>
                    <a:pt x="3051" y="317"/>
                  </a:lnTo>
                  <a:lnTo>
                    <a:pt x="3091" y="278"/>
                  </a:lnTo>
                  <a:lnTo>
                    <a:pt x="3110" y="218"/>
                  </a:lnTo>
                  <a:lnTo>
                    <a:pt x="3110" y="178"/>
                  </a:lnTo>
                  <a:lnTo>
                    <a:pt x="3110" y="99"/>
                  </a:lnTo>
                  <a:lnTo>
                    <a:pt x="3071" y="60"/>
                  </a:lnTo>
                  <a:lnTo>
                    <a:pt x="3011" y="20"/>
                  </a:lnTo>
                  <a:lnTo>
                    <a:pt x="2952"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3"/>
            <p:cNvSpPr/>
            <p:nvPr/>
          </p:nvSpPr>
          <p:spPr>
            <a:xfrm>
              <a:off x="868600" y="1090625"/>
              <a:ext cx="77775" cy="1344175"/>
            </a:xfrm>
            <a:custGeom>
              <a:avLst/>
              <a:gdLst/>
              <a:ahLst/>
              <a:cxnLst/>
              <a:rect l="l" t="t" r="r" b="b"/>
              <a:pathLst>
                <a:path w="3111" h="53767" fill="none" extrusionOk="0">
                  <a:moveTo>
                    <a:pt x="2952" y="0"/>
                  </a:moveTo>
                  <a:lnTo>
                    <a:pt x="2952" y="0"/>
                  </a:lnTo>
                  <a:lnTo>
                    <a:pt x="2892" y="20"/>
                  </a:lnTo>
                  <a:lnTo>
                    <a:pt x="2833" y="60"/>
                  </a:lnTo>
                  <a:lnTo>
                    <a:pt x="2793" y="99"/>
                  </a:lnTo>
                  <a:lnTo>
                    <a:pt x="2774" y="178"/>
                  </a:lnTo>
                  <a:lnTo>
                    <a:pt x="2774" y="178"/>
                  </a:lnTo>
                  <a:lnTo>
                    <a:pt x="2793" y="218"/>
                  </a:lnTo>
                  <a:lnTo>
                    <a:pt x="2813" y="278"/>
                  </a:lnTo>
                  <a:lnTo>
                    <a:pt x="2853" y="317"/>
                  </a:lnTo>
                  <a:lnTo>
                    <a:pt x="2912" y="337"/>
                  </a:lnTo>
                  <a:lnTo>
                    <a:pt x="2912" y="1644"/>
                  </a:lnTo>
                  <a:lnTo>
                    <a:pt x="1961" y="2595"/>
                  </a:lnTo>
                  <a:lnTo>
                    <a:pt x="1961" y="11233"/>
                  </a:lnTo>
                  <a:lnTo>
                    <a:pt x="0" y="13194"/>
                  </a:lnTo>
                  <a:lnTo>
                    <a:pt x="0" y="53766"/>
                  </a:lnTo>
                  <a:lnTo>
                    <a:pt x="79" y="53766"/>
                  </a:lnTo>
                  <a:lnTo>
                    <a:pt x="79" y="13234"/>
                  </a:lnTo>
                  <a:lnTo>
                    <a:pt x="2041" y="11272"/>
                  </a:lnTo>
                  <a:lnTo>
                    <a:pt x="2041" y="2635"/>
                  </a:lnTo>
                  <a:lnTo>
                    <a:pt x="2991" y="1684"/>
                  </a:lnTo>
                  <a:lnTo>
                    <a:pt x="2991" y="337"/>
                  </a:lnTo>
                  <a:lnTo>
                    <a:pt x="2991" y="337"/>
                  </a:lnTo>
                  <a:lnTo>
                    <a:pt x="3051" y="317"/>
                  </a:lnTo>
                  <a:lnTo>
                    <a:pt x="3091" y="278"/>
                  </a:lnTo>
                  <a:lnTo>
                    <a:pt x="3110" y="218"/>
                  </a:lnTo>
                  <a:lnTo>
                    <a:pt x="3110" y="178"/>
                  </a:lnTo>
                  <a:lnTo>
                    <a:pt x="3110" y="178"/>
                  </a:lnTo>
                  <a:lnTo>
                    <a:pt x="3110" y="99"/>
                  </a:lnTo>
                  <a:lnTo>
                    <a:pt x="3071" y="60"/>
                  </a:lnTo>
                  <a:lnTo>
                    <a:pt x="3011" y="20"/>
                  </a:lnTo>
                  <a:lnTo>
                    <a:pt x="2952"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
            <p:cNvSpPr/>
            <p:nvPr/>
          </p:nvSpPr>
          <p:spPr>
            <a:xfrm>
              <a:off x="894350" y="1656700"/>
              <a:ext cx="49550" cy="778100"/>
            </a:xfrm>
            <a:custGeom>
              <a:avLst/>
              <a:gdLst/>
              <a:ahLst/>
              <a:cxnLst/>
              <a:rect l="l" t="t" r="r" b="b"/>
              <a:pathLst>
                <a:path w="1982" h="31124" extrusionOk="0">
                  <a:moveTo>
                    <a:pt x="159" y="1"/>
                  </a:moveTo>
                  <a:lnTo>
                    <a:pt x="99" y="21"/>
                  </a:lnTo>
                  <a:lnTo>
                    <a:pt x="40" y="40"/>
                  </a:lnTo>
                  <a:lnTo>
                    <a:pt x="20" y="100"/>
                  </a:lnTo>
                  <a:lnTo>
                    <a:pt x="0" y="159"/>
                  </a:lnTo>
                  <a:lnTo>
                    <a:pt x="20" y="238"/>
                  </a:lnTo>
                  <a:lnTo>
                    <a:pt x="40" y="278"/>
                  </a:lnTo>
                  <a:lnTo>
                    <a:pt x="99" y="318"/>
                  </a:lnTo>
                  <a:lnTo>
                    <a:pt x="159" y="337"/>
                  </a:lnTo>
                  <a:lnTo>
                    <a:pt x="218" y="337"/>
                  </a:lnTo>
                  <a:lnTo>
                    <a:pt x="258" y="318"/>
                  </a:lnTo>
                  <a:lnTo>
                    <a:pt x="1902" y="1962"/>
                  </a:lnTo>
                  <a:lnTo>
                    <a:pt x="1902" y="3071"/>
                  </a:lnTo>
                  <a:lnTo>
                    <a:pt x="218" y="4755"/>
                  </a:lnTo>
                  <a:lnTo>
                    <a:pt x="218" y="2735"/>
                  </a:lnTo>
                  <a:lnTo>
                    <a:pt x="258" y="2715"/>
                  </a:lnTo>
                  <a:lnTo>
                    <a:pt x="297" y="2675"/>
                  </a:lnTo>
                  <a:lnTo>
                    <a:pt x="317" y="2616"/>
                  </a:lnTo>
                  <a:lnTo>
                    <a:pt x="337" y="2576"/>
                  </a:lnTo>
                  <a:lnTo>
                    <a:pt x="317" y="2497"/>
                  </a:lnTo>
                  <a:lnTo>
                    <a:pt x="278" y="2457"/>
                  </a:lnTo>
                  <a:lnTo>
                    <a:pt x="238" y="2418"/>
                  </a:lnTo>
                  <a:lnTo>
                    <a:pt x="159" y="2398"/>
                  </a:lnTo>
                  <a:lnTo>
                    <a:pt x="99" y="2418"/>
                  </a:lnTo>
                  <a:lnTo>
                    <a:pt x="40" y="2457"/>
                  </a:lnTo>
                  <a:lnTo>
                    <a:pt x="20" y="2497"/>
                  </a:lnTo>
                  <a:lnTo>
                    <a:pt x="0" y="2576"/>
                  </a:lnTo>
                  <a:lnTo>
                    <a:pt x="0" y="2616"/>
                  </a:lnTo>
                  <a:lnTo>
                    <a:pt x="40" y="2675"/>
                  </a:lnTo>
                  <a:lnTo>
                    <a:pt x="79" y="2715"/>
                  </a:lnTo>
                  <a:lnTo>
                    <a:pt x="119" y="2735"/>
                  </a:lnTo>
                  <a:lnTo>
                    <a:pt x="119" y="31123"/>
                  </a:lnTo>
                  <a:lnTo>
                    <a:pt x="218" y="31123"/>
                  </a:lnTo>
                  <a:lnTo>
                    <a:pt x="218" y="4874"/>
                  </a:lnTo>
                  <a:lnTo>
                    <a:pt x="1981" y="3091"/>
                  </a:lnTo>
                  <a:lnTo>
                    <a:pt x="1981" y="1922"/>
                  </a:lnTo>
                  <a:lnTo>
                    <a:pt x="317" y="258"/>
                  </a:lnTo>
                  <a:lnTo>
                    <a:pt x="337" y="219"/>
                  </a:lnTo>
                  <a:lnTo>
                    <a:pt x="337" y="159"/>
                  </a:lnTo>
                  <a:lnTo>
                    <a:pt x="317" y="100"/>
                  </a:lnTo>
                  <a:lnTo>
                    <a:pt x="278" y="40"/>
                  </a:lnTo>
                  <a:lnTo>
                    <a:pt x="238" y="21"/>
                  </a:lnTo>
                  <a:lnTo>
                    <a:pt x="159"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
            <p:cNvSpPr/>
            <p:nvPr/>
          </p:nvSpPr>
          <p:spPr>
            <a:xfrm>
              <a:off x="894350" y="1656700"/>
              <a:ext cx="49550" cy="778100"/>
            </a:xfrm>
            <a:custGeom>
              <a:avLst/>
              <a:gdLst/>
              <a:ahLst/>
              <a:cxnLst/>
              <a:rect l="l" t="t" r="r" b="b"/>
              <a:pathLst>
                <a:path w="1982" h="31124" fill="none" extrusionOk="0">
                  <a:moveTo>
                    <a:pt x="159" y="1"/>
                  </a:moveTo>
                  <a:lnTo>
                    <a:pt x="159" y="1"/>
                  </a:lnTo>
                  <a:lnTo>
                    <a:pt x="159" y="1"/>
                  </a:lnTo>
                  <a:lnTo>
                    <a:pt x="159" y="1"/>
                  </a:lnTo>
                  <a:lnTo>
                    <a:pt x="99" y="21"/>
                  </a:lnTo>
                  <a:lnTo>
                    <a:pt x="40" y="40"/>
                  </a:lnTo>
                  <a:lnTo>
                    <a:pt x="20" y="100"/>
                  </a:lnTo>
                  <a:lnTo>
                    <a:pt x="0" y="159"/>
                  </a:lnTo>
                  <a:lnTo>
                    <a:pt x="0" y="159"/>
                  </a:lnTo>
                  <a:lnTo>
                    <a:pt x="20" y="238"/>
                  </a:lnTo>
                  <a:lnTo>
                    <a:pt x="40" y="278"/>
                  </a:lnTo>
                  <a:lnTo>
                    <a:pt x="99" y="318"/>
                  </a:lnTo>
                  <a:lnTo>
                    <a:pt x="159" y="337"/>
                  </a:lnTo>
                  <a:lnTo>
                    <a:pt x="159" y="337"/>
                  </a:lnTo>
                  <a:lnTo>
                    <a:pt x="218" y="337"/>
                  </a:lnTo>
                  <a:lnTo>
                    <a:pt x="258" y="318"/>
                  </a:lnTo>
                  <a:lnTo>
                    <a:pt x="1902" y="1962"/>
                  </a:lnTo>
                  <a:lnTo>
                    <a:pt x="1902" y="3071"/>
                  </a:lnTo>
                  <a:lnTo>
                    <a:pt x="218" y="4755"/>
                  </a:lnTo>
                  <a:lnTo>
                    <a:pt x="218" y="2735"/>
                  </a:lnTo>
                  <a:lnTo>
                    <a:pt x="218" y="2735"/>
                  </a:lnTo>
                  <a:lnTo>
                    <a:pt x="258" y="2715"/>
                  </a:lnTo>
                  <a:lnTo>
                    <a:pt x="297" y="2675"/>
                  </a:lnTo>
                  <a:lnTo>
                    <a:pt x="317" y="2616"/>
                  </a:lnTo>
                  <a:lnTo>
                    <a:pt x="337" y="2576"/>
                  </a:lnTo>
                  <a:lnTo>
                    <a:pt x="337" y="2576"/>
                  </a:lnTo>
                  <a:lnTo>
                    <a:pt x="317" y="2497"/>
                  </a:lnTo>
                  <a:lnTo>
                    <a:pt x="278" y="2457"/>
                  </a:lnTo>
                  <a:lnTo>
                    <a:pt x="238" y="2418"/>
                  </a:lnTo>
                  <a:lnTo>
                    <a:pt x="159" y="2398"/>
                  </a:lnTo>
                  <a:lnTo>
                    <a:pt x="159" y="2398"/>
                  </a:lnTo>
                  <a:lnTo>
                    <a:pt x="99" y="2418"/>
                  </a:lnTo>
                  <a:lnTo>
                    <a:pt x="40" y="2457"/>
                  </a:lnTo>
                  <a:lnTo>
                    <a:pt x="20" y="2497"/>
                  </a:lnTo>
                  <a:lnTo>
                    <a:pt x="0" y="2576"/>
                  </a:lnTo>
                  <a:lnTo>
                    <a:pt x="0" y="2576"/>
                  </a:lnTo>
                  <a:lnTo>
                    <a:pt x="0" y="2616"/>
                  </a:lnTo>
                  <a:lnTo>
                    <a:pt x="40" y="2675"/>
                  </a:lnTo>
                  <a:lnTo>
                    <a:pt x="79" y="2715"/>
                  </a:lnTo>
                  <a:lnTo>
                    <a:pt x="119" y="2735"/>
                  </a:lnTo>
                  <a:lnTo>
                    <a:pt x="119" y="31123"/>
                  </a:lnTo>
                  <a:lnTo>
                    <a:pt x="218" y="31123"/>
                  </a:lnTo>
                  <a:lnTo>
                    <a:pt x="218" y="4874"/>
                  </a:lnTo>
                  <a:lnTo>
                    <a:pt x="1981" y="3091"/>
                  </a:lnTo>
                  <a:lnTo>
                    <a:pt x="1981" y="1922"/>
                  </a:lnTo>
                  <a:lnTo>
                    <a:pt x="317" y="258"/>
                  </a:lnTo>
                  <a:lnTo>
                    <a:pt x="317" y="258"/>
                  </a:lnTo>
                  <a:lnTo>
                    <a:pt x="337" y="219"/>
                  </a:lnTo>
                  <a:lnTo>
                    <a:pt x="337" y="159"/>
                  </a:lnTo>
                  <a:lnTo>
                    <a:pt x="337" y="159"/>
                  </a:lnTo>
                  <a:lnTo>
                    <a:pt x="317" y="100"/>
                  </a:lnTo>
                  <a:lnTo>
                    <a:pt x="278" y="40"/>
                  </a:lnTo>
                  <a:lnTo>
                    <a:pt x="238" y="21"/>
                  </a:lnTo>
                  <a:lnTo>
                    <a:pt x="159"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
            <p:cNvSpPr/>
            <p:nvPr/>
          </p:nvSpPr>
          <p:spPr>
            <a:xfrm>
              <a:off x="614525" y="1073275"/>
              <a:ext cx="187725" cy="1361525"/>
            </a:xfrm>
            <a:custGeom>
              <a:avLst/>
              <a:gdLst/>
              <a:ahLst/>
              <a:cxnLst/>
              <a:rect l="l" t="t" r="r" b="b"/>
              <a:pathLst>
                <a:path w="7509" h="54461" extrusionOk="0">
                  <a:moveTo>
                    <a:pt x="5488" y="1"/>
                  </a:moveTo>
                  <a:lnTo>
                    <a:pt x="5428" y="21"/>
                  </a:lnTo>
                  <a:lnTo>
                    <a:pt x="5369" y="60"/>
                  </a:lnTo>
                  <a:lnTo>
                    <a:pt x="5349" y="120"/>
                  </a:lnTo>
                  <a:lnTo>
                    <a:pt x="5329" y="179"/>
                  </a:lnTo>
                  <a:lnTo>
                    <a:pt x="5329" y="239"/>
                  </a:lnTo>
                  <a:lnTo>
                    <a:pt x="5369" y="278"/>
                  </a:lnTo>
                  <a:lnTo>
                    <a:pt x="5408" y="318"/>
                  </a:lnTo>
                  <a:lnTo>
                    <a:pt x="5448" y="338"/>
                  </a:lnTo>
                  <a:lnTo>
                    <a:pt x="5448" y="8143"/>
                  </a:lnTo>
                  <a:lnTo>
                    <a:pt x="7409" y="10104"/>
                  </a:lnTo>
                  <a:lnTo>
                    <a:pt x="7409" y="17216"/>
                  </a:lnTo>
                  <a:lnTo>
                    <a:pt x="5448" y="19177"/>
                  </a:lnTo>
                  <a:lnTo>
                    <a:pt x="5448" y="27122"/>
                  </a:lnTo>
                  <a:lnTo>
                    <a:pt x="3011" y="29558"/>
                  </a:lnTo>
                  <a:lnTo>
                    <a:pt x="3011" y="34412"/>
                  </a:lnTo>
                  <a:lnTo>
                    <a:pt x="4418" y="35818"/>
                  </a:lnTo>
                  <a:lnTo>
                    <a:pt x="4418" y="39206"/>
                  </a:lnTo>
                  <a:lnTo>
                    <a:pt x="2060" y="36849"/>
                  </a:lnTo>
                  <a:lnTo>
                    <a:pt x="2060" y="28904"/>
                  </a:lnTo>
                  <a:lnTo>
                    <a:pt x="79" y="26943"/>
                  </a:lnTo>
                  <a:lnTo>
                    <a:pt x="79" y="19831"/>
                  </a:lnTo>
                  <a:lnTo>
                    <a:pt x="2060" y="17870"/>
                  </a:lnTo>
                  <a:lnTo>
                    <a:pt x="2060" y="10065"/>
                  </a:lnTo>
                  <a:lnTo>
                    <a:pt x="2100" y="10045"/>
                  </a:lnTo>
                  <a:lnTo>
                    <a:pt x="2140" y="10005"/>
                  </a:lnTo>
                  <a:lnTo>
                    <a:pt x="2179" y="9966"/>
                  </a:lnTo>
                  <a:lnTo>
                    <a:pt x="2179" y="9906"/>
                  </a:lnTo>
                  <a:lnTo>
                    <a:pt x="2160" y="9847"/>
                  </a:lnTo>
                  <a:lnTo>
                    <a:pt x="2140" y="9787"/>
                  </a:lnTo>
                  <a:lnTo>
                    <a:pt x="2080" y="9748"/>
                  </a:lnTo>
                  <a:lnTo>
                    <a:pt x="1942" y="9748"/>
                  </a:lnTo>
                  <a:lnTo>
                    <a:pt x="1902" y="9787"/>
                  </a:lnTo>
                  <a:lnTo>
                    <a:pt x="1862" y="9847"/>
                  </a:lnTo>
                  <a:lnTo>
                    <a:pt x="1843" y="9906"/>
                  </a:lnTo>
                  <a:lnTo>
                    <a:pt x="1862" y="9966"/>
                  </a:lnTo>
                  <a:lnTo>
                    <a:pt x="1882" y="10005"/>
                  </a:lnTo>
                  <a:lnTo>
                    <a:pt x="1922" y="10045"/>
                  </a:lnTo>
                  <a:lnTo>
                    <a:pt x="1961" y="10065"/>
                  </a:lnTo>
                  <a:lnTo>
                    <a:pt x="1961" y="17830"/>
                  </a:lnTo>
                  <a:lnTo>
                    <a:pt x="0" y="19792"/>
                  </a:lnTo>
                  <a:lnTo>
                    <a:pt x="0" y="26983"/>
                  </a:lnTo>
                  <a:lnTo>
                    <a:pt x="1961" y="28944"/>
                  </a:lnTo>
                  <a:lnTo>
                    <a:pt x="1961" y="36888"/>
                  </a:lnTo>
                  <a:lnTo>
                    <a:pt x="4418" y="39325"/>
                  </a:lnTo>
                  <a:lnTo>
                    <a:pt x="4418" y="54460"/>
                  </a:lnTo>
                  <a:lnTo>
                    <a:pt x="4497" y="54460"/>
                  </a:lnTo>
                  <a:lnTo>
                    <a:pt x="4497" y="39285"/>
                  </a:lnTo>
                  <a:lnTo>
                    <a:pt x="4497" y="33540"/>
                  </a:lnTo>
                  <a:lnTo>
                    <a:pt x="7508" y="30529"/>
                  </a:lnTo>
                  <a:lnTo>
                    <a:pt x="7508" y="20505"/>
                  </a:lnTo>
                  <a:lnTo>
                    <a:pt x="7409" y="20505"/>
                  </a:lnTo>
                  <a:lnTo>
                    <a:pt x="7409" y="30509"/>
                  </a:lnTo>
                  <a:lnTo>
                    <a:pt x="4497" y="33421"/>
                  </a:lnTo>
                  <a:lnTo>
                    <a:pt x="4497" y="32530"/>
                  </a:lnTo>
                  <a:lnTo>
                    <a:pt x="6518" y="30529"/>
                  </a:lnTo>
                  <a:lnTo>
                    <a:pt x="6518" y="23694"/>
                  </a:lnTo>
                  <a:lnTo>
                    <a:pt x="6439" y="23694"/>
                  </a:lnTo>
                  <a:lnTo>
                    <a:pt x="6439" y="30509"/>
                  </a:lnTo>
                  <a:lnTo>
                    <a:pt x="4418" y="32510"/>
                  </a:lnTo>
                  <a:lnTo>
                    <a:pt x="4418" y="35700"/>
                  </a:lnTo>
                  <a:lnTo>
                    <a:pt x="3091" y="34392"/>
                  </a:lnTo>
                  <a:lnTo>
                    <a:pt x="3091" y="29598"/>
                  </a:lnTo>
                  <a:lnTo>
                    <a:pt x="5547" y="27161"/>
                  </a:lnTo>
                  <a:lnTo>
                    <a:pt x="5547" y="19217"/>
                  </a:lnTo>
                  <a:lnTo>
                    <a:pt x="7508" y="17256"/>
                  </a:lnTo>
                  <a:lnTo>
                    <a:pt x="7508" y="10065"/>
                  </a:lnTo>
                  <a:lnTo>
                    <a:pt x="5547" y="8103"/>
                  </a:lnTo>
                  <a:lnTo>
                    <a:pt x="5547" y="338"/>
                  </a:lnTo>
                  <a:lnTo>
                    <a:pt x="5587" y="318"/>
                  </a:lnTo>
                  <a:lnTo>
                    <a:pt x="5626" y="278"/>
                  </a:lnTo>
                  <a:lnTo>
                    <a:pt x="5646" y="239"/>
                  </a:lnTo>
                  <a:lnTo>
                    <a:pt x="5666" y="179"/>
                  </a:lnTo>
                  <a:lnTo>
                    <a:pt x="5646" y="120"/>
                  </a:lnTo>
                  <a:lnTo>
                    <a:pt x="5607" y="60"/>
                  </a:lnTo>
                  <a:lnTo>
                    <a:pt x="5567" y="21"/>
                  </a:lnTo>
                  <a:lnTo>
                    <a:pt x="5488"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3"/>
            <p:cNvSpPr/>
            <p:nvPr/>
          </p:nvSpPr>
          <p:spPr>
            <a:xfrm>
              <a:off x="614525" y="1073275"/>
              <a:ext cx="187725" cy="1361525"/>
            </a:xfrm>
            <a:custGeom>
              <a:avLst/>
              <a:gdLst/>
              <a:ahLst/>
              <a:cxnLst/>
              <a:rect l="l" t="t" r="r" b="b"/>
              <a:pathLst>
                <a:path w="7509" h="54461" fill="none" extrusionOk="0">
                  <a:moveTo>
                    <a:pt x="5488" y="1"/>
                  </a:moveTo>
                  <a:lnTo>
                    <a:pt x="5488" y="1"/>
                  </a:lnTo>
                  <a:lnTo>
                    <a:pt x="5428" y="21"/>
                  </a:lnTo>
                  <a:lnTo>
                    <a:pt x="5369" y="60"/>
                  </a:lnTo>
                  <a:lnTo>
                    <a:pt x="5349" y="120"/>
                  </a:lnTo>
                  <a:lnTo>
                    <a:pt x="5329" y="179"/>
                  </a:lnTo>
                  <a:lnTo>
                    <a:pt x="5329" y="179"/>
                  </a:lnTo>
                  <a:lnTo>
                    <a:pt x="5329" y="239"/>
                  </a:lnTo>
                  <a:lnTo>
                    <a:pt x="5369" y="278"/>
                  </a:lnTo>
                  <a:lnTo>
                    <a:pt x="5408" y="318"/>
                  </a:lnTo>
                  <a:lnTo>
                    <a:pt x="5448" y="338"/>
                  </a:lnTo>
                  <a:lnTo>
                    <a:pt x="5448" y="8143"/>
                  </a:lnTo>
                  <a:lnTo>
                    <a:pt x="7409" y="10104"/>
                  </a:lnTo>
                  <a:lnTo>
                    <a:pt x="7409" y="17216"/>
                  </a:lnTo>
                  <a:lnTo>
                    <a:pt x="5448" y="19177"/>
                  </a:lnTo>
                  <a:lnTo>
                    <a:pt x="5448" y="27122"/>
                  </a:lnTo>
                  <a:lnTo>
                    <a:pt x="3011" y="29558"/>
                  </a:lnTo>
                  <a:lnTo>
                    <a:pt x="3011" y="34412"/>
                  </a:lnTo>
                  <a:lnTo>
                    <a:pt x="4418" y="35818"/>
                  </a:lnTo>
                  <a:lnTo>
                    <a:pt x="4418" y="39206"/>
                  </a:lnTo>
                  <a:lnTo>
                    <a:pt x="2060" y="36849"/>
                  </a:lnTo>
                  <a:lnTo>
                    <a:pt x="2060" y="28904"/>
                  </a:lnTo>
                  <a:lnTo>
                    <a:pt x="79" y="26943"/>
                  </a:lnTo>
                  <a:lnTo>
                    <a:pt x="79" y="19831"/>
                  </a:lnTo>
                  <a:lnTo>
                    <a:pt x="2060" y="17870"/>
                  </a:lnTo>
                  <a:lnTo>
                    <a:pt x="2060" y="10065"/>
                  </a:lnTo>
                  <a:lnTo>
                    <a:pt x="2060" y="10065"/>
                  </a:lnTo>
                  <a:lnTo>
                    <a:pt x="2100" y="10045"/>
                  </a:lnTo>
                  <a:lnTo>
                    <a:pt x="2140" y="10005"/>
                  </a:lnTo>
                  <a:lnTo>
                    <a:pt x="2179" y="9966"/>
                  </a:lnTo>
                  <a:lnTo>
                    <a:pt x="2179" y="9906"/>
                  </a:lnTo>
                  <a:lnTo>
                    <a:pt x="2179" y="9906"/>
                  </a:lnTo>
                  <a:lnTo>
                    <a:pt x="2160" y="9847"/>
                  </a:lnTo>
                  <a:lnTo>
                    <a:pt x="2140" y="9787"/>
                  </a:lnTo>
                  <a:lnTo>
                    <a:pt x="2080" y="9748"/>
                  </a:lnTo>
                  <a:lnTo>
                    <a:pt x="2021" y="9748"/>
                  </a:lnTo>
                  <a:lnTo>
                    <a:pt x="2021" y="9748"/>
                  </a:lnTo>
                  <a:lnTo>
                    <a:pt x="1942" y="9748"/>
                  </a:lnTo>
                  <a:lnTo>
                    <a:pt x="1902" y="9787"/>
                  </a:lnTo>
                  <a:lnTo>
                    <a:pt x="1862" y="9847"/>
                  </a:lnTo>
                  <a:lnTo>
                    <a:pt x="1843" y="9906"/>
                  </a:lnTo>
                  <a:lnTo>
                    <a:pt x="1843" y="9906"/>
                  </a:lnTo>
                  <a:lnTo>
                    <a:pt x="1862" y="9966"/>
                  </a:lnTo>
                  <a:lnTo>
                    <a:pt x="1882" y="10005"/>
                  </a:lnTo>
                  <a:lnTo>
                    <a:pt x="1922" y="10045"/>
                  </a:lnTo>
                  <a:lnTo>
                    <a:pt x="1961" y="10065"/>
                  </a:lnTo>
                  <a:lnTo>
                    <a:pt x="1961" y="17830"/>
                  </a:lnTo>
                  <a:lnTo>
                    <a:pt x="0" y="19792"/>
                  </a:lnTo>
                  <a:lnTo>
                    <a:pt x="0" y="26983"/>
                  </a:lnTo>
                  <a:lnTo>
                    <a:pt x="1961" y="28944"/>
                  </a:lnTo>
                  <a:lnTo>
                    <a:pt x="1961" y="36888"/>
                  </a:lnTo>
                  <a:lnTo>
                    <a:pt x="4418" y="39325"/>
                  </a:lnTo>
                  <a:lnTo>
                    <a:pt x="4418" y="54460"/>
                  </a:lnTo>
                  <a:lnTo>
                    <a:pt x="4497" y="54460"/>
                  </a:lnTo>
                  <a:lnTo>
                    <a:pt x="4497" y="39285"/>
                  </a:lnTo>
                  <a:lnTo>
                    <a:pt x="4497" y="33540"/>
                  </a:lnTo>
                  <a:lnTo>
                    <a:pt x="7508" y="30529"/>
                  </a:lnTo>
                  <a:lnTo>
                    <a:pt x="7508" y="20505"/>
                  </a:lnTo>
                  <a:lnTo>
                    <a:pt x="7409" y="20505"/>
                  </a:lnTo>
                  <a:lnTo>
                    <a:pt x="7409" y="30509"/>
                  </a:lnTo>
                  <a:lnTo>
                    <a:pt x="4497" y="33421"/>
                  </a:lnTo>
                  <a:lnTo>
                    <a:pt x="4497" y="32530"/>
                  </a:lnTo>
                  <a:lnTo>
                    <a:pt x="6518" y="30529"/>
                  </a:lnTo>
                  <a:lnTo>
                    <a:pt x="6518" y="23694"/>
                  </a:lnTo>
                  <a:lnTo>
                    <a:pt x="6439" y="23694"/>
                  </a:lnTo>
                  <a:lnTo>
                    <a:pt x="6439" y="30509"/>
                  </a:lnTo>
                  <a:lnTo>
                    <a:pt x="4418" y="32510"/>
                  </a:lnTo>
                  <a:lnTo>
                    <a:pt x="4418" y="35700"/>
                  </a:lnTo>
                  <a:lnTo>
                    <a:pt x="3091" y="34392"/>
                  </a:lnTo>
                  <a:lnTo>
                    <a:pt x="3091" y="29598"/>
                  </a:lnTo>
                  <a:lnTo>
                    <a:pt x="5547" y="27161"/>
                  </a:lnTo>
                  <a:lnTo>
                    <a:pt x="5547" y="19217"/>
                  </a:lnTo>
                  <a:lnTo>
                    <a:pt x="7508" y="17256"/>
                  </a:lnTo>
                  <a:lnTo>
                    <a:pt x="7508" y="10065"/>
                  </a:lnTo>
                  <a:lnTo>
                    <a:pt x="5547" y="8103"/>
                  </a:lnTo>
                  <a:lnTo>
                    <a:pt x="5547" y="338"/>
                  </a:lnTo>
                  <a:lnTo>
                    <a:pt x="5547" y="338"/>
                  </a:lnTo>
                  <a:lnTo>
                    <a:pt x="5587" y="318"/>
                  </a:lnTo>
                  <a:lnTo>
                    <a:pt x="5626" y="278"/>
                  </a:lnTo>
                  <a:lnTo>
                    <a:pt x="5646" y="239"/>
                  </a:lnTo>
                  <a:lnTo>
                    <a:pt x="5666" y="179"/>
                  </a:lnTo>
                  <a:lnTo>
                    <a:pt x="5666" y="179"/>
                  </a:lnTo>
                  <a:lnTo>
                    <a:pt x="5646" y="120"/>
                  </a:lnTo>
                  <a:lnTo>
                    <a:pt x="5607" y="60"/>
                  </a:lnTo>
                  <a:lnTo>
                    <a:pt x="5567" y="21"/>
                  </a:lnTo>
                  <a:lnTo>
                    <a:pt x="5488"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3"/>
            <p:cNvSpPr/>
            <p:nvPr/>
          </p:nvSpPr>
          <p:spPr>
            <a:xfrm>
              <a:off x="771025" y="1035650"/>
              <a:ext cx="129275" cy="1399150"/>
            </a:xfrm>
            <a:custGeom>
              <a:avLst/>
              <a:gdLst/>
              <a:ahLst/>
              <a:cxnLst/>
              <a:rect l="l" t="t" r="r" b="b"/>
              <a:pathLst>
                <a:path w="5171" h="55966" extrusionOk="0">
                  <a:moveTo>
                    <a:pt x="4953" y="0"/>
                  </a:moveTo>
                  <a:lnTo>
                    <a:pt x="4894" y="40"/>
                  </a:lnTo>
                  <a:lnTo>
                    <a:pt x="4854" y="99"/>
                  </a:lnTo>
                  <a:lnTo>
                    <a:pt x="4834" y="159"/>
                  </a:lnTo>
                  <a:lnTo>
                    <a:pt x="4854" y="218"/>
                  </a:lnTo>
                  <a:lnTo>
                    <a:pt x="4874" y="258"/>
                  </a:lnTo>
                  <a:lnTo>
                    <a:pt x="4913" y="297"/>
                  </a:lnTo>
                  <a:lnTo>
                    <a:pt x="4973" y="317"/>
                  </a:lnTo>
                  <a:lnTo>
                    <a:pt x="4973" y="12956"/>
                  </a:lnTo>
                  <a:lnTo>
                    <a:pt x="3012" y="14918"/>
                  </a:lnTo>
                  <a:lnTo>
                    <a:pt x="3012" y="32014"/>
                  </a:lnTo>
                  <a:lnTo>
                    <a:pt x="0" y="35006"/>
                  </a:lnTo>
                  <a:lnTo>
                    <a:pt x="0" y="55965"/>
                  </a:lnTo>
                  <a:lnTo>
                    <a:pt x="80" y="55965"/>
                  </a:lnTo>
                  <a:lnTo>
                    <a:pt x="80" y="35045"/>
                  </a:lnTo>
                  <a:lnTo>
                    <a:pt x="3091" y="32034"/>
                  </a:lnTo>
                  <a:lnTo>
                    <a:pt x="3091" y="14957"/>
                  </a:lnTo>
                  <a:lnTo>
                    <a:pt x="5052" y="12996"/>
                  </a:lnTo>
                  <a:lnTo>
                    <a:pt x="5052" y="317"/>
                  </a:lnTo>
                  <a:lnTo>
                    <a:pt x="5092" y="297"/>
                  </a:lnTo>
                  <a:lnTo>
                    <a:pt x="5131" y="258"/>
                  </a:lnTo>
                  <a:lnTo>
                    <a:pt x="5171" y="218"/>
                  </a:lnTo>
                  <a:lnTo>
                    <a:pt x="5171" y="159"/>
                  </a:lnTo>
                  <a:lnTo>
                    <a:pt x="5171" y="99"/>
                  </a:lnTo>
                  <a:lnTo>
                    <a:pt x="5131" y="40"/>
                  </a:lnTo>
                  <a:lnTo>
                    <a:pt x="5072"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3"/>
            <p:cNvSpPr/>
            <p:nvPr/>
          </p:nvSpPr>
          <p:spPr>
            <a:xfrm>
              <a:off x="771025" y="1035650"/>
              <a:ext cx="129275" cy="1399150"/>
            </a:xfrm>
            <a:custGeom>
              <a:avLst/>
              <a:gdLst/>
              <a:ahLst/>
              <a:cxnLst/>
              <a:rect l="l" t="t" r="r" b="b"/>
              <a:pathLst>
                <a:path w="5171" h="55966" fill="none" extrusionOk="0">
                  <a:moveTo>
                    <a:pt x="5012" y="0"/>
                  </a:moveTo>
                  <a:lnTo>
                    <a:pt x="5012" y="0"/>
                  </a:lnTo>
                  <a:lnTo>
                    <a:pt x="4953" y="0"/>
                  </a:lnTo>
                  <a:lnTo>
                    <a:pt x="4894" y="40"/>
                  </a:lnTo>
                  <a:lnTo>
                    <a:pt x="4854" y="99"/>
                  </a:lnTo>
                  <a:lnTo>
                    <a:pt x="4834" y="159"/>
                  </a:lnTo>
                  <a:lnTo>
                    <a:pt x="4834" y="159"/>
                  </a:lnTo>
                  <a:lnTo>
                    <a:pt x="4854" y="218"/>
                  </a:lnTo>
                  <a:lnTo>
                    <a:pt x="4874" y="258"/>
                  </a:lnTo>
                  <a:lnTo>
                    <a:pt x="4913" y="297"/>
                  </a:lnTo>
                  <a:lnTo>
                    <a:pt x="4973" y="317"/>
                  </a:lnTo>
                  <a:lnTo>
                    <a:pt x="4973" y="12956"/>
                  </a:lnTo>
                  <a:lnTo>
                    <a:pt x="3012" y="14918"/>
                  </a:lnTo>
                  <a:lnTo>
                    <a:pt x="3012" y="32014"/>
                  </a:lnTo>
                  <a:lnTo>
                    <a:pt x="0" y="35006"/>
                  </a:lnTo>
                  <a:lnTo>
                    <a:pt x="0" y="55965"/>
                  </a:lnTo>
                  <a:lnTo>
                    <a:pt x="80" y="55965"/>
                  </a:lnTo>
                  <a:lnTo>
                    <a:pt x="80" y="35045"/>
                  </a:lnTo>
                  <a:lnTo>
                    <a:pt x="3091" y="32034"/>
                  </a:lnTo>
                  <a:lnTo>
                    <a:pt x="3091" y="14957"/>
                  </a:lnTo>
                  <a:lnTo>
                    <a:pt x="5052" y="12996"/>
                  </a:lnTo>
                  <a:lnTo>
                    <a:pt x="5052" y="317"/>
                  </a:lnTo>
                  <a:lnTo>
                    <a:pt x="5052" y="317"/>
                  </a:lnTo>
                  <a:lnTo>
                    <a:pt x="5092" y="297"/>
                  </a:lnTo>
                  <a:lnTo>
                    <a:pt x="5131" y="258"/>
                  </a:lnTo>
                  <a:lnTo>
                    <a:pt x="5171" y="218"/>
                  </a:lnTo>
                  <a:lnTo>
                    <a:pt x="5171" y="159"/>
                  </a:lnTo>
                  <a:lnTo>
                    <a:pt x="5171" y="159"/>
                  </a:lnTo>
                  <a:lnTo>
                    <a:pt x="5171" y="99"/>
                  </a:lnTo>
                  <a:lnTo>
                    <a:pt x="5131" y="40"/>
                  </a:lnTo>
                  <a:lnTo>
                    <a:pt x="5072" y="0"/>
                  </a:lnTo>
                  <a:lnTo>
                    <a:pt x="5012"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3"/>
            <p:cNvSpPr/>
            <p:nvPr/>
          </p:nvSpPr>
          <p:spPr>
            <a:xfrm>
              <a:off x="747750" y="1264950"/>
              <a:ext cx="130275" cy="1169850"/>
            </a:xfrm>
            <a:custGeom>
              <a:avLst/>
              <a:gdLst/>
              <a:ahLst/>
              <a:cxnLst/>
              <a:rect l="l" t="t" r="r" b="b"/>
              <a:pathLst>
                <a:path w="5211" h="46794" extrusionOk="0">
                  <a:moveTo>
                    <a:pt x="5052" y="1"/>
                  </a:moveTo>
                  <a:lnTo>
                    <a:pt x="4973" y="20"/>
                  </a:lnTo>
                  <a:lnTo>
                    <a:pt x="4933" y="60"/>
                  </a:lnTo>
                  <a:lnTo>
                    <a:pt x="4893" y="100"/>
                  </a:lnTo>
                  <a:lnTo>
                    <a:pt x="4874" y="179"/>
                  </a:lnTo>
                  <a:lnTo>
                    <a:pt x="4874" y="218"/>
                  </a:lnTo>
                  <a:lnTo>
                    <a:pt x="4893" y="258"/>
                  </a:lnTo>
                  <a:lnTo>
                    <a:pt x="4953" y="317"/>
                  </a:lnTo>
                  <a:lnTo>
                    <a:pt x="4953" y="3349"/>
                  </a:lnTo>
                  <a:lnTo>
                    <a:pt x="2992" y="5310"/>
                  </a:lnTo>
                  <a:lnTo>
                    <a:pt x="2992" y="22882"/>
                  </a:lnTo>
                  <a:lnTo>
                    <a:pt x="0" y="25873"/>
                  </a:lnTo>
                  <a:lnTo>
                    <a:pt x="0" y="46793"/>
                  </a:lnTo>
                  <a:lnTo>
                    <a:pt x="99" y="46793"/>
                  </a:lnTo>
                  <a:lnTo>
                    <a:pt x="99" y="25913"/>
                  </a:lnTo>
                  <a:lnTo>
                    <a:pt x="3091" y="22921"/>
                  </a:lnTo>
                  <a:lnTo>
                    <a:pt x="3091" y="5349"/>
                  </a:lnTo>
                  <a:lnTo>
                    <a:pt x="5052" y="3388"/>
                  </a:lnTo>
                  <a:lnTo>
                    <a:pt x="5052" y="337"/>
                  </a:lnTo>
                  <a:lnTo>
                    <a:pt x="5111" y="317"/>
                  </a:lnTo>
                  <a:lnTo>
                    <a:pt x="5171" y="298"/>
                  </a:lnTo>
                  <a:lnTo>
                    <a:pt x="5191" y="238"/>
                  </a:lnTo>
                  <a:lnTo>
                    <a:pt x="5210" y="179"/>
                  </a:lnTo>
                  <a:lnTo>
                    <a:pt x="5191" y="100"/>
                  </a:lnTo>
                  <a:lnTo>
                    <a:pt x="5171" y="60"/>
                  </a:lnTo>
                  <a:lnTo>
                    <a:pt x="5111" y="20"/>
                  </a:lnTo>
                  <a:lnTo>
                    <a:pt x="5052"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
            <p:cNvSpPr/>
            <p:nvPr/>
          </p:nvSpPr>
          <p:spPr>
            <a:xfrm>
              <a:off x="747750" y="1264950"/>
              <a:ext cx="130275" cy="1169850"/>
            </a:xfrm>
            <a:custGeom>
              <a:avLst/>
              <a:gdLst/>
              <a:ahLst/>
              <a:cxnLst/>
              <a:rect l="l" t="t" r="r" b="b"/>
              <a:pathLst>
                <a:path w="5211" h="46794" fill="none" extrusionOk="0">
                  <a:moveTo>
                    <a:pt x="5052" y="1"/>
                  </a:moveTo>
                  <a:lnTo>
                    <a:pt x="5052" y="1"/>
                  </a:lnTo>
                  <a:lnTo>
                    <a:pt x="5052" y="1"/>
                  </a:lnTo>
                  <a:lnTo>
                    <a:pt x="5052" y="1"/>
                  </a:lnTo>
                  <a:lnTo>
                    <a:pt x="4973" y="20"/>
                  </a:lnTo>
                  <a:lnTo>
                    <a:pt x="4933" y="60"/>
                  </a:lnTo>
                  <a:lnTo>
                    <a:pt x="4893" y="100"/>
                  </a:lnTo>
                  <a:lnTo>
                    <a:pt x="4874" y="179"/>
                  </a:lnTo>
                  <a:lnTo>
                    <a:pt x="4874" y="179"/>
                  </a:lnTo>
                  <a:lnTo>
                    <a:pt x="4874" y="218"/>
                  </a:lnTo>
                  <a:lnTo>
                    <a:pt x="4893" y="258"/>
                  </a:lnTo>
                  <a:lnTo>
                    <a:pt x="4953" y="317"/>
                  </a:lnTo>
                  <a:lnTo>
                    <a:pt x="4953" y="3349"/>
                  </a:lnTo>
                  <a:lnTo>
                    <a:pt x="2992" y="5310"/>
                  </a:lnTo>
                  <a:lnTo>
                    <a:pt x="2992" y="22882"/>
                  </a:lnTo>
                  <a:lnTo>
                    <a:pt x="0" y="25873"/>
                  </a:lnTo>
                  <a:lnTo>
                    <a:pt x="0" y="46793"/>
                  </a:lnTo>
                  <a:lnTo>
                    <a:pt x="99" y="46793"/>
                  </a:lnTo>
                  <a:lnTo>
                    <a:pt x="99" y="25913"/>
                  </a:lnTo>
                  <a:lnTo>
                    <a:pt x="3091" y="22921"/>
                  </a:lnTo>
                  <a:lnTo>
                    <a:pt x="3091" y="5349"/>
                  </a:lnTo>
                  <a:lnTo>
                    <a:pt x="5052" y="3388"/>
                  </a:lnTo>
                  <a:lnTo>
                    <a:pt x="5052" y="337"/>
                  </a:lnTo>
                  <a:lnTo>
                    <a:pt x="5052" y="337"/>
                  </a:lnTo>
                  <a:lnTo>
                    <a:pt x="5111" y="317"/>
                  </a:lnTo>
                  <a:lnTo>
                    <a:pt x="5171" y="298"/>
                  </a:lnTo>
                  <a:lnTo>
                    <a:pt x="5191" y="238"/>
                  </a:lnTo>
                  <a:lnTo>
                    <a:pt x="5210" y="179"/>
                  </a:lnTo>
                  <a:lnTo>
                    <a:pt x="5210" y="179"/>
                  </a:lnTo>
                  <a:lnTo>
                    <a:pt x="5191" y="100"/>
                  </a:lnTo>
                  <a:lnTo>
                    <a:pt x="5171" y="60"/>
                  </a:lnTo>
                  <a:lnTo>
                    <a:pt x="5111" y="20"/>
                  </a:lnTo>
                  <a:lnTo>
                    <a:pt x="5052"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82"/>
        <p:cNvGrpSpPr/>
        <p:nvPr/>
      </p:nvGrpSpPr>
      <p:grpSpPr>
        <a:xfrm>
          <a:off x="0" y="0"/>
          <a:ext cx="0" cy="0"/>
          <a:chOff x="0" y="0"/>
          <a:chExt cx="0" cy="0"/>
        </a:xfrm>
      </p:grpSpPr>
      <p:sp>
        <p:nvSpPr>
          <p:cNvPr id="583" name="Google Shape;583;p8"/>
          <p:cNvSpPr txBox="1">
            <a:spLocks noGrp="1"/>
          </p:cNvSpPr>
          <p:nvPr>
            <p:ph type="title"/>
          </p:nvPr>
        </p:nvSpPr>
        <p:spPr>
          <a:xfrm>
            <a:off x="1388100" y="2584012"/>
            <a:ext cx="6367800" cy="2029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78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endParaRPr/>
          </a:p>
        </p:txBody>
      </p:sp>
      <p:grpSp>
        <p:nvGrpSpPr>
          <p:cNvPr id="584" name="Google Shape;584;p8"/>
          <p:cNvGrpSpPr/>
          <p:nvPr/>
        </p:nvGrpSpPr>
        <p:grpSpPr>
          <a:xfrm>
            <a:off x="1790692" y="4254685"/>
            <a:ext cx="2638315" cy="4402295"/>
            <a:chOff x="238125" y="1025750"/>
            <a:chExt cx="844450" cy="1409050"/>
          </a:xfrm>
        </p:grpSpPr>
        <p:sp>
          <p:nvSpPr>
            <p:cNvPr id="585" name="Google Shape;585;p8"/>
            <p:cNvSpPr/>
            <p:nvPr/>
          </p:nvSpPr>
          <p:spPr>
            <a:xfrm>
              <a:off x="1028550" y="1271875"/>
              <a:ext cx="54025" cy="1162925"/>
            </a:xfrm>
            <a:custGeom>
              <a:avLst/>
              <a:gdLst/>
              <a:ahLst/>
              <a:cxnLst/>
              <a:rect l="l" t="t" r="r" b="b"/>
              <a:pathLst>
                <a:path w="2161" h="46517" extrusionOk="0">
                  <a:moveTo>
                    <a:pt x="159" y="1"/>
                  </a:moveTo>
                  <a:lnTo>
                    <a:pt x="100" y="21"/>
                  </a:lnTo>
                  <a:lnTo>
                    <a:pt x="41" y="60"/>
                  </a:lnTo>
                  <a:lnTo>
                    <a:pt x="1" y="100"/>
                  </a:lnTo>
                  <a:lnTo>
                    <a:pt x="1" y="179"/>
                  </a:lnTo>
                  <a:lnTo>
                    <a:pt x="1" y="219"/>
                  </a:lnTo>
                  <a:lnTo>
                    <a:pt x="41" y="278"/>
                  </a:lnTo>
                  <a:lnTo>
                    <a:pt x="80" y="298"/>
                  </a:lnTo>
                  <a:lnTo>
                    <a:pt x="120" y="338"/>
                  </a:lnTo>
                  <a:lnTo>
                    <a:pt x="120" y="4478"/>
                  </a:lnTo>
                  <a:lnTo>
                    <a:pt x="2081" y="6439"/>
                  </a:lnTo>
                  <a:lnTo>
                    <a:pt x="2081" y="46516"/>
                  </a:lnTo>
                  <a:lnTo>
                    <a:pt x="2160" y="46516"/>
                  </a:lnTo>
                  <a:lnTo>
                    <a:pt x="2160" y="6400"/>
                  </a:lnTo>
                  <a:lnTo>
                    <a:pt x="199" y="4438"/>
                  </a:lnTo>
                  <a:lnTo>
                    <a:pt x="199" y="338"/>
                  </a:lnTo>
                  <a:lnTo>
                    <a:pt x="258" y="298"/>
                  </a:lnTo>
                  <a:lnTo>
                    <a:pt x="298" y="278"/>
                  </a:lnTo>
                  <a:lnTo>
                    <a:pt x="318" y="219"/>
                  </a:lnTo>
                  <a:lnTo>
                    <a:pt x="338" y="179"/>
                  </a:lnTo>
                  <a:lnTo>
                    <a:pt x="318" y="100"/>
                  </a:lnTo>
                  <a:lnTo>
                    <a:pt x="278" y="60"/>
                  </a:lnTo>
                  <a:lnTo>
                    <a:pt x="239" y="21"/>
                  </a:lnTo>
                  <a:lnTo>
                    <a:pt x="159"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8"/>
            <p:cNvSpPr/>
            <p:nvPr/>
          </p:nvSpPr>
          <p:spPr>
            <a:xfrm>
              <a:off x="1028550" y="1271875"/>
              <a:ext cx="54025" cy="1162925"/>
            </a:xfrm>
            <a:custGeom>
              <a:avLst/>
              <a:gdLst/>
              <a:ahLst/>
              <a:cxnLst/>
              <a:rect l="l" t="t" r="r" b="b"/>
              <a:pathLst>
                <a:path w="2161" h="46517" fill="none" extrusionOk="0">
                  <a:moveTo>
                    <a:pt x="159" y="1"/>
                  </a:moveTo>
                  <a:lnTo>
                    <a:pt x="159" y="1"/>
                  </a:lnTo>
                  <a:lnTo>
                    <a:pt x="100" y="21"/>
                  </a:lnTo>
                  <a:lnTo>
                    <a:pt x="41" y="60"/>
                  </a:lnTo>
                  <a:lnTo>
                    <a:pt x="1" y="100"/>
                  </a:lnTo>
                  <a:lnTo>
                    <a:pt x="1" y="179"/>
                  </a:lnTo>
                  <a:lnTo>
                    <a:pt x="1" y="179"/>
                  </a:lnTo>
                  <a:lnTo>
                    <a:pt x="1" y="219"/>
                  </a:lnTo>
                  <a:lnTo>
                    <a:pt x="41" y="278"/>
                  </a:lnTo>
                  <a:lnTo>
                    <a:pt x="80" y="298"/>
                  </a:lnTo>
                  <a:lnTo>
                    <a:pt x="120" y="338"/>
                  </a:lnTo>
                  <a:lnTo>
                    <a:pt x="120" y="4478"/>
                  </a:lnTo>
                  <a:lnTo>
                    <a:pt x="2081" y="6439"/>
                  </a:lnTo>
                  <a:lnTo>
                    <a:pt x="2081" y="46516"/>
                  </a:lnTo>
                  <a:lnTo>
                    <a:pt x="2160" y="46516"/>
                  </a:lnTo>
                  <a:lnTo>
                    <a:pt x="2160" y="6400"/>
                  </a:lnTo>
                  <a:lnTo>
                    <a:pt x="199" y="4438"/>
                  </a:lnTo>
                  <a:lnTo>
                    <a:pt x="199" y="338"/>
                  </a:lnTo>
                  <a:lnTo>
                    <a:pt x="199" y="338"/>
                  </a:lnTo>
                  <a:lnTo>
                    <a:pt x="258" y="298"/>
                  </a:lnTo>
                  <a:lnTo>
                    <a:pt x="298" y="278"/>
                  </a:lnTo>
                  <a:lnTo>
                    <a:pt x="318" y="219"/>
                  </a:lnTo>
                  <a:lnTo>
                    <a:pt x="338" y="179"/>
                  </a:lnTo>
                  <a:lnTo>
                    <a:pt x="338" y="179"/>
                  </a:lnTo>
                  <a:lnTo>
                    <a:pt x="318" y="100"/>
                  </a:lnTo>
                  <a:lnTo>
                    <a:pt x="278" y="60"/>
                  </a:lnTo>
                  <a:lnTo>
                    <a:pt x="239" y="21"/>
                  </a:lnTo>
                  <a:lnTo>
                    <a:pt x="159"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8"/>
            <p:cNvSpPr/>
            <p:nvPr/>
          </p:nvSpPr>
          <p:spPr>
            <a:xfrm>
              <a:off x="333700" y="1515050"/>
              <a:ext cx="54500" cy="919750"/>
            </a:xfrm>
            <a:custGeom>
              <a:avLst/>
              <a:gdLst/>
              <a:ahLst/>
              <a:cxnLst/>
              <a:rect l="l" t="t" r="r" b="b"/>
              <a:pathLst>
                <a:path w="2180" h="36790" extrusionOk="0">
                  <a:moveTo>
                    <a:pt x="2021" y="1"/>
                  </a:moveTo>
                  <a:lnTo>
                    <a:pt x="1942" y="21"/>
                  </a:lnTo>
                  <a:lnTo>
                    <a:pt x="1902" y="60"/>
                  </a:lnTo>
                  <a:lnTo>
                    <a:pt x="1863" y="100"/>
                  </a:lnTo>
                  <a:lnTo>
                    <a:pt x="1843" y="179"/>
                  </a:lnTo>
                  <a:lnTo>
                    <a:pt x="1863" y="239"/>
                  </a:lnTo>
                  <a:lnTo>
                    <a:pt x="1882" y="278"/>
                  </a:lnTo>
                  <a:lnTo>
                    <a:pt x="1922" y="318"/>
                  </a:lnTo>
                  <a:lnTo>
                    <a:pt x="1962" y="338"/>
                  </a:lnTo>
                  <a:lnTo>
                    <a:pt x="1962" y="4458"/>
                  </a:lnTo>
                  <a:lnTo>
                    <a:pt x="0" y="6420"/>
                  </a:lnTo>
                  <a:lnTo>
                    <a:pt x="0" y="36789"/>
                  </a:lnTo>
                  <a:lnTo>
                    <a:pt x="100" y="36789"/>
                  </a:lnTo>
                  <a:lnTo>
                    <a:pt x="100" y="6439"/>
                  </a:lnTo>
                  <a:lnTo>
                    <a:pt x="2061" y="4478"/>
                  </a:lnTo>
                  <a:lnTo>
                    <a:pt x="2061" y="338"/>
                  </a:lnTo>
                  <a:lnTo>
                    <a:pt x="2100" y="318"/>
                  </a:lnTo>
                  <a:lnTo>
                    <a:pt x="2140" y="278"/>
                  </a:lnTo>
                  <a:lnTo>
                    <a:pt x="2180" y="239"/>
                  </a:lnTo>
                  <a:lnTo>
                    <a:pt x="2180" y="179"/>
                  </a:lnTo>
                  <a:lnTo>
                    <a:pt x="2160" y="120"/>
                  </a:lnTo>
                  <a:lnTo>
                    <a:pt x="2140" y="60"/>
                  </a:lnTo>
                  <a:lnTo>
                    <a:pt x="2081" y="21"/>
                  </a:lnTo>
                  <a:lnTo>
                    <a:pt x="2021"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8"/>
            <p:cNvSpPr/>
            <p:nvPr/>
          </p:nvSpPr>
          <p:spPr>
            <a:xfrm>
              <a:off x="333700" y="1515050"/>
              <a:ext cx="54500" cy="919750"/>
            </a:xfrm>
            <a:custGeom>
              <a:avLst/>
              <a:gdLst/>
              <a:ahLst/>
              <a:cxnLst/>
              <a:rect l="l" t="t" r="r" b="b"/>
              <a:pathLst>
                <a:path w="2180" h="36790" fill="none" extrusionOk="0">
                  <a:moveTo>
                    <a:pt x="2021" y="1"/>
                  </a:moveTo>
                  <a:lnTo>
                    <a:pt x="2021" y="1"/>
                  </a:lnTo>
                  <a:lnTo>
                    <a:pt x="1942" y="21"/>
                  </a:lnTo>
                  <a:lnTo>
                    <a:pt x="1902" y="60"/>
                  </a:lnTo>
                  <a:lnTo>
                    <a:pt x="1863" y="100"/>
                  </a:lnTo>
                  <a:lnTo>
                    <a:pt x="1843" y="179"/>
                  </a:lnTo>
                  <a:lnTo>
                    <a:pt x="1843" y="179"/>
                  </a:lnTo>
                  <a:lnTo>
                    <a:pt x="1863" y="239"/>
                  </a:lnTo>
                  <a:lnTo>
                    <a:pt x="1882" y="278"/>
                  </a:lnTo>
                  <a:lnTo>
                    <a:pt x="1922" y="318"/>
                  </a:lnTo>
                  <a:lnTo>
                    <a:pt x="1962" y="338"/>
                  </a:lnTo>
                  <a:lnTo>
                    <a:pt x="1962" y="4458"/>
                  </a:lnTo>
                  <a:lnTo>
                    <a:pt x="0" y="6420"/>
                  </a:lnTo>
                  <a:lnTo>
                    <a:pt x="0" y="36789"/>
                  </a:lnTo>
                  <a:lnTo>
                    <a:pt x="100" y="36789"/>
                  </a:lnTo>
                  <a:lnTo>
                    <a:pt x="100" y="6439"/>
                  </a:lnTo>
                  <a:lnTo>
                    <a:pt x="2061" y="4478"/>
                  </a:lnTo>
                  <a:lnTo>
                    <a:pt x="2061" y="338"/>
                  </a:lnTo>
                  <a:lnTo>
                    <a:pt x="2061" y="338"/>
                  </a:lnTo>
                  <a:lnTo>
                    <a:pt x="2100" y="318"/>
                  </a:lnTo>
                  <a:lnTo>
                    <a:pt x="2140" y="278"/>
                  </a:lnTo>
                  <a:lnTo>
                    <a:pt x="2180" y="239"/>
                  </a:lnTo>
                  <a:lnTo>
                    <a:pt x="2180" y="179"/>
                  </a:lnTo>
                  <a:lnTo>
                    <a:pt x="2180" y="179"/>
                  </a:lnTo>
                  <a:lnTo>
                    <a:pt x="2160" y="120"/>
                  </a:lnTo>
                  <a:lnTo>
                    <a:pt x="2140" y="60"/>
                  </a:lnTo>
                  <a:lnTo>
                    <a:pt x="2081" y="21"/>
                  </a:lnTo>
                  <a:lnTo>
                    <a:pt x="2021"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8"/>
            <p:cNvSpPr/>
            <p:nvPr/>
          </p:nvSpPr>
          <p:spPr>
            <a:xfrm>
              <a:off x="238125" y="1088150"/>
              <a:ext cx="76275" cy="1346650"/>
            </a:xfrm>
            <a:custGeom>
              <a:avLst/>
              <a:gdLst/>
              <a:ahLst/>
              <a:cxnLst/>
              <a:rect l="l" t="t" r="r" b="b"/>
              <a:pathLst>
                <a:path w="3051" h="53866" extrusionOk="0">
                  <a:moveTo>
                    <a:pt x="1525" y="0"/>
                  </a:moveTo>
                  <a:lnTo>
                    <a:pt x="1466" y="20"/>
                  </a:lnTo>
                  <a:lnTo>
                    <a:pt x="1407" y="60"/>
                  </a:lnTo>
                  <a:lnTo>
                    <a:pt x="1367" y="119"/>
                  </a:lnTo>
                  <a:lnTo>
                    <a:pt x="1367" y="178"/>
                  </a:lnTo>
                  <a:lnTo>
                    <a:pt x="1367" y="238"/>
                  </a:lnTo>
                  <a:lnTo>
                    <a:pt x="1407" y="277"/>
                  </a:lnTo>
                  <a:lnTo>
                    <a:pt x="1446" y="317"/>
                  </a:lnTo>
                  <a:lnTo>
                    <a:pt x="1506" y="337"/>
                  </a:lnTo>
                  <a:lnTo>
                    <a:pt x="1506" y="19731"/>
                  </a:lnTo>
                  <a:lnTo>
                    <a:pt x="198" y="21039"/>
                  </a:lnTo>
                  <a:lnTo>
                    <a:pt x="198" y="5488"/>
                  </a:lnTo>
                  <a:lnTo>
                    <a:pt x="258" y="5468"/>
                  </a:lnTo>
                  <a:lnTo>
                    <a:pt x="297" y="5428"/>
                  </a:lnTo>
                  <a:lnTo>
                    <a:pt x="317" y="5389"/>
                  </a:lnTo>
                  <a:lnTo>
                    <a:pt x="317" y="5329"/>
                  </a:lnTo>
                  <a:lnTo>
                    <a:pt x="317" y="5270"/>
                  </a:lnTo>
                  <a:lnTo>
                    <a:pt x="277" y="5210"/>
                  </a:lnTo>
                  <a:lnTo>
                    <a:pt x="218" y="5171"/>
                  </a:lnTo>
                  <a:lnTo>
                    <a:pt x="99" y="5171"/>
                  </a:lnTo>
                  <a:lnTo>
                    <a:pt x="40" y="5210"/>
                  </a:lnTo>
                  <a:lnTo>
                    <a:pt x="0" y="5270"/>
                  </a:lnTo>
                  <a:lnTo>
                    <a:pt x="0" y="5329"/>
                  </a:lnTo>
                  <a:lnTo>
                    <a:pt x="0" y="5389"/>
                  </a:lnTo>
                  <a:lnTo>
                    <a:pt x="20" y="5428"/>
                  </a:lnTo>
                  <a:lnTo>
                    <a:pt x="59" y="5468"/>
                  </a:lnTo>
                  <a:lnTo>
                    <a:pt x="119" y="5488"/>
                  </a:lnTo>
                  <a:lnTo>
                    <a:pt x="119" y="33975"/>
                  </a:lnTo>
                  <a:lnTo>
                    <a:pt x="1882" y="35738"/>
                  </a:lnTo>
                  <a:lnTo>
                    <a:pt x="1882" y="53865"/>
                  </a:lnTo>
                  <a:lnTo>
                    <a:pt x="1961" y="53865"/>
                  </a:lnTo>
                  <a:lnTo>
                    <a:pt x="1961" y="35719"/>
                  </a:lnTo>
                  <a:lnTo>
                    <a:pt x="198" y="33936"/>
                  </a:lnTo>
                  <a:lnTo>
                    <a:pt x="198" y="30370"/>
                  </a:lnTo>
                  <a:lnTo>
                    <a:pt x="1466" y="29102"/>
                  </a:lnTo>
                  <a:lnTo>
                    <a:pt x="1506" y="29102"/>
                  </a:lnTo>
                  <a:lnTo>
                    <a:pt x="1545" y="29122"/>
                  </a:lnTo>
                  <a:lnTo>
                    <a:pt x="1624" y="29102"/>
                  </a:lnTo>
                  <a:lnTo>
                    <a:pt x="1664" y="29062"/>
                  </a:lnTo>
                  <a:lnTo>
                    <a:pt x="1704" y="29023"/>
                  </a:lnTo>
                  <a:lnTo>
                    <a:pt x="1724" y="28943"/>
                  </a:lnTo>
                  <a:lnTo>
                    <a:pt x="1704" y="28884"/>
                  </a:lnTo>
                  <a:lnTo>
                    <a:pt x="1664" y="28825"/>
                  </a:lnTo>
                  <a:lnTo>
                    <a:pt x="1624" y="28805"/>
                  </a:lnTo>
                  <a:lnTo>
                    <a:pt x="1545" y="28785"/>
                  </a:lnTo>
                  <a:lnTo>
                    <a:pt x="1486" y="28805"/>
                  </a:lnTo>
                  <a:lnTo>
                    <a:pt x="1426" y="28825"/>
                  </a:lnTo>
                  <a:lnTo>
                    <a:pt x="1407" y="28884"/>
                  </a:lnTo>
                  <a:lnTo>
                    <a:pt x="1387" y="28943"/>
                  </a:lnTo>
                  <a:lnTo>
                    <a:pt x="1387" y="29003"/>
                  </a:lnTo>
                  <a:lnTo>
                    <a:pt x="1407" y="29042"/>
                  </a:lnTo>
                  <a:lnTo>
                    <a:pt x="198" y="30251"/>
                  </a:lnTo>
                  <a:lnTo>
                    <a:pt x="198" y="23119"/>
                  </a:lnTo>
                  <a:lnTo>
                    <a:pt x="2932" y="20385"/>
                  </a:lnTo>
                  <a:lnTo>
                    <a:pt x="2932" y="12481"/>
                  </a:lnTo>
                  <a:lnTo>
                    <a:pt x="2991" y="12461"/>
                  </a:lnTo>
                  <a:lnTo>
                    <a:pt x="3031" y="12421"/>
                  </a:lnTo>
                  <a:lnTo>
                    <a:pt x="3051" y="12382"/>
                  </a:lnTo>
                  <a:lnTo>
                    <a:pt x="3051" y="12322"/>
                  </a:lnTo>
                  <a:lnTo>
                    <a:pt x="3051" y="12263"/>
                  </a:lnTo>
                  <a:lnTo>
                    <a:pt x="3011" y="12203"/>
                  </a:lnTo>
                  <a:lnTo>
                    <a:pt x="2952" y="12164"/>
                  </a:lnTo>
                  <a:lnTo>
                    <a:pt x="2833" y="12164"/>
                  </a:lnTo>
                  <a:lnTo>
                    <a:pt x="2774" y="12203"/>
                  </a:lnTo>
                  <a:lnTo>
                    <a:pt x="2734" y="12263"/>
                  </a:lnTo>
                  <a:lnTo>
                    <a:pt x="2734" y="12322"/>
                  </a:lnTo>
                  <a:lnTo>
                    <a:pt x="2734" y="12382"/>
                  </a:lnTo>
                  <a:lnTo>
                    <a:pt x="2754" y="12421"/>
                  </a:lnTo>
                  <a:lnTo>
                    <a:pt x="2793" y="12461"/>
                  </a:lnTo>
                  <a:lnTo>
                    <a:pt x="2853" y="12481"/>
                  </a:lnTo>
                  <a:lnTo>
                    <a:pt x="2853" y="20346"/>
                  </a:lnTo>
                  <a:lnTo>
                    <a:pt x="198" y="23000"/>
                  </a:lnTo>
                  <a:lnTo>
                    <a:pt x="198" y="21158"/>
                  </a:lnTo>
                  <a:lnTo>
                    <a:pt x="1585" y="19771"/>
                  </a:lnTo>
                  <a:lnTo>
                    <a:pt x="1585" y="337"/>
                  </a:lnTo>
                  <a:lnTo>
                    <a:pt x="1624" y="317"/>
                  </a:lnTo>
                  <a:lnTo>
                    <a:pt x="1664" y="277"/>
                  </a:lnTo>
                  <a:lnTo>
                    <a:pt x="1684" y="238"/>
                  </a:lnTo>
                  <a:lnTo>
                    <a:pt x="1684" y="178"/>
                  </a:lnTo>
                  <a:lnTo>
                    <a:pt x="1684" y="119"/>
                  </a:lnTo>
                  <a:lnTo>
                    <a:pt x="1644" y="60"/>
                  </a:lnTo>
                  <a:lnTo>
                    <a:pt x="1585" y="20"/>
                  </a:lnTo>
                  <a:lnTo>
                    <a:pt x="1525"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8"/>
            <p:cNvSpPr/>
            <p:nvPr/>
          </p:nvSpPr>
          <p:spPr>
            <a:xfrm>
              <a:off x="238125" y="1088150"/>
              <a:ext cx="76275" cy="1346650"/>
            </a:xfrm>
            <a:custGeom>
              <a:avLst/>
              <a:gdLst/>
              <a:ahLst/>
              <a:cxnLst/>
              <a:rect l="l" t="t" r="r" b="b"/>
              <a:pathLst>
                <a:path w="3051" h="53866" fill="none" extrusionOk="0">
                  <a:moveTo>
                    <a:pt x="1525" y="0"/>
                  </a:moveTo>
                  <a:lnTo>
                    <a:pt x="1525" y="0"/>
                  </a:lnTo>
                  <a:lnTo>
                    <a:pt x="1466" y="20"/>
                  </a:lnTo>
                  <a:lnTo>
                    <a:pt x="1407" y="60"/>
                  </a:lnTo>
                  <a:lnTo>
                    <a:pt x="1367" y="119"/>
                  </a:lnTo>
                  <a:lnTo>
                    <a:pt x="1367" y="178"/>
                  </a:lnTo>
                  <a:lnTo>
                    <a:pt x="1367" y="178"/>
                  </a:lnTo>
                  <a:lnTo>
                    <a:pt x="1367" y="238"/>
                  </a:lnTo>
                  <a:lnTo>
                    <a:pt x="1407" y="277"/>
                  </a:lnTo>
                  <a:lnTo>
                    <a:pt x="1446" y="317"/>
                  </a:lnTo>
                  <a:lnTo>
                    <a:pt x="1506" y="337"/>
                  </a:lnTo>
                  <a:lnTo>
                    <a:pt x="1506" y="19731"/>
                  </a:lnTo>
                  <a:lnTo>
                    <a:pt x="198" y="21039"/>
                  </a:lnTo>
                  <a:lnTo>
                    <a:pt x="198" y="5488"/>
                  </a:lnTo>
                  <a:lnTo>
                    <a:pt x="198" y="5488"/>
                  </a:lnTo>
                  <a:lnTo>
                    <a:pt x="258" y="5468"/>
                  </a:lnTo>
                  <a:lnTo>
                    <a:pt x="297" y="5428"/>
                  </a:lnTo>
                  <a:lnTo>
                    <a:pt x="317" y="5389"/>
                  </a:lnTo>
                  <a:lnTo>
                    <a:pt x="317" y="5329"/>
                  </a:lnTo>
                  <a:lnTo>
                    <a:pt x="317" y="5329"/>
                  </a:lnTo>
                  <a:lnTo>
                    <a:pt x="317" y="5270"/>
                  </a:lnTo>
                  <a:lnTo>
                    <a:pt x="277" y="5210"/>
                  </a:lnTo>
                  <a:lnTo>
                    <a:pt x="218" y="5171"/>
                  </a:lnTo>
                  <a:lnTo>
                    <a:pt x="158" y="5171"/>
                  </a:lnTo>
                  <a:lnTo>
                    <a:pt x="158" y="5171"/>
                  </a:lnTo>
                  <a:lnTo>
                    <a:pt x="99" y="5171"/>
                  </a:lnTo>
                  <a:lnTo>
                    <a:pt x="40" y="5210"/>
                  </a:lnTo>
                  <a:lnTo>
                    <a:pt x="0" y="5270"/>
                  </a:lnTo>
                  <a:lnTo>
                    <a:pt x="0" y="5329"/>
                  </a:lnTo>
                  <a:lnTo>
                    <a:pt x="0" y="5329"/>
                  </a:lnTo>
                  <a:lnTo>
                    <a:pt x="0" y="5389"/>
                  </a:lnTo>
                  <a:lnTo>
                    <a:pt x="20" y="5428"/>
                  </a:lnTo>
                  <a:lnTo>
                    <a:pt x="59" y="5468"/>
                  </a:lnTo>
                  <a:lnTo>
                    <a:pt x="119" y="5488"/>
                  </a:lnTo>
                  <a:lnTo>
                    <a:pt x="119" y="33975"/>
                  </a:lnTo>
                  <a:lnTo>
                    <a:pt x="1882" y="35738"/>
                  </a:lnTo>
                  <a:lnTo>
                    <a:pt x="1882" y="53865"/>
                  </a:lnTo>
                  <a:lnTo>
                    <a:pt x="1961" y="53865"/>
                  </a:lnTo>
                  <a:lnTo>
                    <a:pt x="1961" y="35719"/>
                  </a:lnTo>
                  <a:lnTo>
                    <a:pt x="198" y="33936"/>
                  </a:lnTo>
                  <a:lnTo>
                    <a:pt x="198" y="30370"/>
                  </a:lnTo>
                  <a:lnTo>
                    <a:pt x="1466" y="29102"/>
                  </a:lnTo>
                  <a:lnTo>
                    <a:pt x="1466" y="29102"/>
                  </a:lnTo>
                  <a:lnTo>
                    <a:pt x="1506" y="29102"/>
                  </a:lnTo>
                  <a:lnTo>
                    <a:pt x="1545" y="29122"/>
                  </a:lnTo>
                  <a:lnTo>
                    <a:pt x="1545" y="29122"/>
                  </a:lnTo>
                  <a:lnTo>
                    <a:pt x="1624" y="29102"/>
                  </a:lnTo>
                  <a:lnTo>
                    <a:pt x="1664" y="29062"/>
                  </a:lnTo>
                  <a:lnTo>
                    <a:pt x="1704" y="29023"/>
                  </a:lnTo>
                  <a:lnTo>
                    <a:pt x="1724" y="28943"/>
                  </a:lnTo>
                  <a:lnTo>
                    <a:pt x="1724" y="28943"/>
                  </a:lnTo>
                  <a:lnTo>
                    <a:pt x="1704" y="28884"/>
                  </a:lnTo>
                  <a:lnTo>
                    <a:pt x="1664" y="28825"/>
                  </a:lnTo>
                  <a:lnTo>
                    <a:pt x="1624" y="28805"/>
                  </a:lnTo>
                  <a:lnTo>
                    <a:pt x="1545" y="28785"/>
                  </a:lnTo>
                  <a:lnTo>
                    <a:pt x="1545" y="28785"/>
                  </a:lnTo>
                  <a:lnTo>
                    <a:pt x="1486" y="28805"/>
                  </a:lnTo>
                  <a:lnTo>
                    <a:pt x="1426" y="28825"/>
                  </a:lnTo>
                  <a:lnTo>
                    <a:pt x="1407" y="28884"/>
                  </a:lnTo>
                  <a:lnTo>
                    <a:pt x="1387" y="28943"/>
                  </a:lnTo>
                  <a:lnTo>
                    <a:pt x="1387" y="28943"/>
                  </a:lnTo>
                  <a:lnTo>
                    <a:pt x="1387" y="29003"/>
                  </a:lnTo>
                  <a:lnTo>
                    <a:pt x="1407" y="29042"/>
                  </a:lnTo>
                  <a:lnTo>
                    <a:pt x="198" y="30251"/>
                  </a:lnTo>
                  <a:lnTo>
                    <a:pt x="198" y="23119"/>
                  </a:lnTo>
                  <a:lnTo>
                    <a:pt x="2932" y="20385"/>
                  </a:lnTo>
                  <a:lnTo>
                    <a:pt x="2932" y="12481"/>
                  </a:lnTo>
                  <a:lnTo>
                    <a:pt x="2932" y="12481"/>
                  </a:lnTo>
                  <a:lnTo>
                    <a:pt x="2991" y="12461"/>
                  </a:lnTo>
                  <a:lnTo>
                    <a:pt x="3031" y="12421"/>
                  </a:lnTo>
                  <a:lnTo>
                    <a:pt x="3051" y="12382"/>
                  </a:lnTo>
                  <a:lnTo>
                    <a:pt x="3051" y="12322"/>
                  </a:lnTo>
                  <a:lnTo>
                    <a:pt x="3051" y="12322"/>
                  </a:lnTo>
                  <a:lnTo>
                    <a:pt x="3051" y="12263"/>
                  </a:lnTo>
                  <a:lnTo>
                    <a:pt x="3011" y="12203"/>
                  </a:lnTo>
                  <a:lnTo>
                    <a:pt x="2952" y="12164"/>
                  </a:lnTo>
                  <a:lnTo>
                    <a:pt x="2892" y="12164"/>
                  </a:lnTo>
                  <a:lnTo>
                    <a:pt x="2892" y="12164"/>
                  </a:lnTo>
                  <a:lnTo>
                    <a:pt x="2892" y="12164"/>
                  </a:lnTo>
                  <a:lnTo>
                    <a:pt x="2892" y="12164"/>
                  </a:lnTo>
                  <a:lnTo>
                    <a:pt x="2833" y="12164"/>
                  </a:lnTo>
                  <a:lnTo>
                    <a:pt x="2774" y="12203"/>
                  </a:lnTo>
                  <a:lnTo>
                    <a:pt x="2734" y="12263"/>
                  </a:lnTo>
                  <a:lnTo>
                    <a:pt x="2734" y="12322"/>
                  </a:lnTo>
                  <a:lnTo>
                    <a:pt x="2734" y="12322"/>
                  </a:lnTo>
                  <a:lnTo>
                    <a:pt x="2734" y="12382"/>
                  </a:lnTo>
                  <a:lnTo>
                    <a:pt x="2754" y="12421"/>
                  </a:lnTo>
                  <a:lnTo>
                    <a:pt x="2793" y="12461"/>
                  </a:lnTo>
                  <a:lnTo>
                    <a:pt x="2853" y="12481"/>
                  </a:lnTo>
                  <a:lnTo>
                    <a:pt x="2853" y="20346"/>
                  </a:lnTo>
                  <a:lnTo>
                    <a:pt x="198" y="23000"/>
                  </a:lnTo>
                  <a:lnTo>
                    <a:pt x="198" y="21158"/>
                  </a:lnTo>
                  <a:lnTo>
                    <a:pt x="1585" y="19771"/>
                  </a:lnTo>
                  <a:lnTo>
                    <a:pt x="1585" y="337"/>
                  </a:lnTo>
                  <a:lnTo>
                    <a:pt x="1585" y="337"/>
                  </a:lnTo>
                  <a:lnTo>
                    <a:pt x="1624" y="317"/>
                  </a:lnTo>
                  <a:lnTo>
                    <a:pt x="1664" y="277"/>
                  </a:lnTo>
                  <a:lnTo>
                    <a:pt x="1684" y="238"/>
                  </a:lnTo>
                  <a:lnTo>
                    <a:pt x="1684" y="178"/>
                  </a:lnTo>
                  <a:lnTo>
                    <a:pt x="1684" y="178"/>
                  </a:lnTo>
                  <a:lnTo>
                    <a:pt x="1684" y="119"/>
                  </a:lnTo>
                  <a:lnTo>
                    <a:pt x="1644" y="60"/>
                  </a:lnTo>
                  <a:lnTo>
                    <a:pt x="1585" y="20"/>
                  </a:lnTo>
                  <a:lnTo>
                    <a:pt x="1525"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8"/>
            <p:cNvSpPr/>
            <p:nvPr/>
          </p:nvSpPr>
          <p:spPr>
            <a:xfrm>
              <a:off x="979525" y="1078725"/>
              <a:ext cx="54025" cy="1356075"/>
            </a:xfrm>
            <a:custGeom>
              <a:avLst/>
              <a:gdLst/>
              <a:ahLst/>
              <a:cxnLst/>
              <a:rect l="l" t="t" r="r" b="b"/>
              <a:pathLst>
                <a:path w="2161" h="54243" extrusionOk="0">
                  <a:moveTo>
                    <a:pt x="159" y="1"/>
                  </a:moveTo>
                  <a:lnTo>
                    <a:pt x="100" y="21"/>
                  </a:lnTo>
                  <a:lnTo>
                    <a:pt x="40" y="60"/>
                  </a:lnTo>
                  <a:lnTo>
                    <a:pt x="1" y="120"/>
                  </a:lnTo>
                  <a:lnTo>
                    <a:pt x="1" y="179"/>
                  </a:lnTo>
                  <a:lnTo>
                    <a:pt x="1" y="238"/>
                  </a:lnTo>
                  <a:lnTo>
                    <a:pt x="40" y="278"/>
                  </a:lnTo>
                  <a:lnTo>
                    <a:pt x="80" y="318"/>
                  </a:lnTo>
                  <a:lnTo>
                    <a:pt x="120" y="338"/>
                  </a:lnTo>
                  <a:lnTo>
                    <a:pt x="120" y="12996"/>
                  </a:lnTo>
                  <a:lnTo>
                    <a:pt x="2081" y="14958"/>
                  </a:lnTo>
                  <a:lnTo>
                    <a:pt x="2081" y="54242"/>
                  </a:lnTo>
                  <a:lnTo>
                    <a:pt x="2160" y="54242"/>
                  </a:lnTo>
                  <a:lnTo>
                    <a:pt x="2160" y="14938"/>
                  </a:lnTo>
                  <a:lnTo>
                    <a:pt x="199" y="12977"/>
                  </a:lnTo>
                  <a:lnTo>
                    <a:pt x="199" y="338"/>
                  </a:lnTo>
                  <a:lnTo>
                    <a:pt x="258" y="318"/>
                  </a:lnTo>
                  <a:lnTo>
                    <a:pt x="298" y="278"/>
                  </a:lnTo>
                  <a:lnTo>
                    <a:pt x="318" y="238"/>
                  </a:lnTo>
                  <a:lnTo>
                    <a:pt x="337" y="179"/>
                  </a:lnTo>
                  <a:lnTo>
                    <a:pt x="318" y="120"/>
                  </a:lnTo>
                  <a:lnTo>
                    <a:pt x="278" y="60"/>
                  </a:lnTo>
                  <a:lnTo>
                    <a:pt x="219" y="21"/>
                  </a:lnTo>
                  <a:lnTo>
                    <a:pt x="159"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8"/>
            <p:cNvSpPr/>
            <p:nvPr/>
          </p:nvSpPr>
          <p:spPr>
            <a:xfrm>
              <a:off x="979525" y="1078725"/>
              <a:ext cx="54025" cy="1356075"/>
            </a:xfrm>
            <a:custGeom>
              <a:avLst/>
              <a:gdLst/>
              <a:ahLst/>
              <a:cxnLst/>
              <a:rect l="l" t="t" r="r" b="b"/>
              <a:pathLst>
                <a:path w="2161" h="54243" fill="none" extrusionOk="0">
                  <a:moveTo>
                    <a:pt x="159" y="1"/>
                  </a:moveTo>
                  <a:lnTo>
                    <a:pt x="159" y="1"/>
                  </a:lnTo>
                  <a:lnTo>
                    <a:pt x="100" y="21"/>
                  </a:lnTo>
                  <a:lnTo>
                    <a:pt x="40" y="60"/>
                  </a:lnTo>
                  <a:lnTo>
                    <a:pt x="1" y="120"/>
                  </a:lnTo>
                  <a:lnTo>
                    <a:pt x="1" y="179"/>
                  </a:lnTo>
                  <a:lnTo>
                    <a:pt x="1" y="179"/>
                  </a:lnTo>
                  <a:lnTo>
                    <a:pt x="1" y="238"/>
                  </a:lnTo>
                  <a:lnTo>
                    <a:pt x="40" y="278"/>
                  </a:lnTo>
                  <a:lnTo>
                    <a:pt x="80" y="318"/>
                  </a:lnTo>
                  <a:lnTo>
                    <a:pt x="120" y="338"/>
                  </a:lnTo>
                  <a:lnTo>
                    <a:pt x="120" y="12996"/>
                  </a:lnTo>
                  <a:lnTo>
                    <a:pt x="2081" y="14958"/>
                  </a:lnTo>
                  <a:lnTo>
                    <a:pt x="2081" y="54242"/>
                  </a:lnTo>
                  <a:lnTo>
                    <a:pt x="2160" y="54242"/>
                  </a:lnTo>
                  <a:lnTo>
                    <a:pt x="2160" y="14938"/>
                  </a:lnTo>
                  <a:lnTo>
                    <a:pt x="199" y="12977"/>
                  </a:lnTo>
                  <a:lnTo>
                    <a:pt x="199" y="338"/>
                  </a:lnTo>
                  <a:lnTo>
                    <a:pt x="199" y="338"/>
                  </a:lnTo>
                  <a:lnTo>
                    <a:pt x="258" y="318"/>
                  </a:lnTo>
                  <a:lnTo>
                    <a:pt x="298" y="278"/>
                  </a:lnTo>
                  <a:lnTo>
                    <a:pt x="318" y="238"/>
                  </a:lnTo>
                  <a:lnTo>
                    <a:pt x="337" y="179"/>
                  </a:lnTo>
                  <a:lnTo>
                    <a:pt x="337" y="179"/>
                  </a:lnTo>
                  <a:lnTo>
                    <a:pt x="318" y="120"/>
                  </a:lnTo>
                  <a:lnTo>
                    <a:pt x="278" y="60"/>
                  </a:lnTo>
                  <a:lnTo>
                    <a:pt x="219" y="21"/>
                  </a:lnTo>
                  <a:lnTo>
                    <a:pt x="159"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8"/>
            <p:cNvSpPr/>
            <p:nvPr/>
          </p:nvSpPr>
          <p:spPr>
            <a:xfrm>
              <a:off x="1003800" y="1025750"/>
              <a:ext cx="54500" cy="1409050"/>
            </a:xfrm>
            <a:custGeom>
              <a:avLst/>
              <a:gdLst/>
              <a:ahLst/>
              <a:cxnLst/>
              <a:rect l="l" t="t" r="r" b="b"/>
              <a:pathLst>
                <a:path w="2180" h="56362" extrusionOk="0">
                  <a:moveTo>
                    <a:pt x="179" y="0"/>
                  </a:moveTo>
                  <a:lnTo>
                    <a:pt x="99" y="20"/>
                  </a:lnTo>
                  <a:lnTo>
                    <a:pt x="60" y="59"/>
                  </a:lnTo>
                  <a:lnTo>
                    <a:pt x="20" y="119"/>
                  </a:lnTo>
                  <a:lnTo>
                    <a:pt x="0" y="178"/>
                  </a:lnTo>
                  <a:lnTo>
                    <a:pt x="20" y="238"/>
                  </a:lnTo>
                  <a:lnTo>
                    <a:pt x="40" y="277"/>
                  </a:lnTo>
                  <a:lnTo>
                    <a:pt x="80" y="317"/>
                  </a:lnTo>
                  <a:lnTo>
                    <a:pt x="139" y="337"/>
                  </a:lnTo>
                  <a:lnTo>
                    <a:pt x="139" y="14719"/>
                  </a:lnTo>
                  <a:lnTo>
                    <a:pt x="2100" y="16681"/>
                  </a:lnTo>
                  <a:lnTo>
                    <a:pt x="2100" y="56361"/>
                  </a:lnTo>
                  <a:lnTo>
                    <a:pt x="2180" y="56361"/>
                  </a:lnTo>
                  <a:lnTo>
                    <a:pt x="2180" y="16641"/>
                  </a:lnTo>
                  <a:lnTo>
                    <a:pt x="218" y="14680"/>
                  </a:lnTo>
                  <a:lnTo>
                    <a:pt x="218" y="337"/>
                  </a:lnTo>
                  <a:lnTo>
                    <a:pt x="258" y="317"/>
                  </a:lnTo>
                  <a:lnTo>
                    <a:pt x="298" y="277"/>
                  </a:lnTo>
                  <a:lnTo>
                    <a:pt x="337" y="238"/>
                  </a:lnTo>
                  <a:lnTo>
                    <a:pt x="337" y="178"/>
                  </a:lnTo>
                  <a:lnTo>
                    <a:pt x="337" y="119"/>
                  </a:lnTo>
                  <a:lnTo>
                    <a:pt x="298" y="59"/>
                  </a:lnTo>
                  <a:lnTo>
                    <a:pt x="238" y="20"/>
                  </a:lnTo>
                  <a:lnTo>
                    <a:pt x="179"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8"/>
            <p:cNvSpPr/>
            <p:nvPr/>
          </p:nvSpPr>
          <p:spPr>
            <a:xfrm>
              <a:off x="1003800" y="1025750"/>
              <a:ext cx="54500" cy="1409050"/>
            </a:xfrm>
            <a:custGeom>
              <a:avLst/>
              <a:gdLst/>
              <a:ahLst/>
              <a:cxnLst/>
              <a:rect l="l" t="t" r="r" b="b"/>
              <a:pathLst>
                <a:path w="2180" h="56362" fill="none" extrusionOk="0">
                  <a:moveTo>
                    <a:pt x="179" y="0"/>
                  </a:moveTo>
                  <a:lnTo>
                    <a:pt x="179" y="0"/>
                  </a:lnTo>
                  <a:lnTo>
                    <a:pt x="99" y="20"/>
                  </a:lnTo>
                  <a:lnTo>
                    <a:pt x="60" y="59"/>
                  </a:lnTo>
                  <a:lnTo>
                    <a:pt x="20" y="119"/>
                  </a:lnTo>
                  <a:lnTo>
                    <a:pt x="0" y="178"/>
                  </a:lnTo>
                  <a:lnTo>
                    <a:pt x="0" y="178"/>
                  </a:lnTo>
                  <a:lnTo>
                    <a:pt x="20" y="238"/>
                  </a:lnTo>
                  <a:lnTo>
                    <a:pt x="40" y="277"/>
                  </a:lnTo>
                  <a:lnTo>
                    <a:pt x="80" y="317"/>
                  </a:lnTo>
                  <a:lnTo>
                    <a:pt x="139" y="337"/>
                  </a:lnTo>
                  <a:lnTo>
                    <a:pt x="139" y="14719"/>
                  </a:lnTo>
                  <a:lnTo>
                    <a:pt x="2100" y="16681"/>
                  </a:lnTo>
                  <a:lnTo>
                    <a:pt x="2100" y="56361"/>
                  </a:lnTo>
                  <a:lnTo>
                    <a:pt x="2180" y="56361"/>
                  </a:lnTo>
                  <a:lnTo>
                    <a:pt x="2180" y="16641"/>
                  </a:lnTo>
                  <a:lnTo>
                    <a:pt x="218" y="14680"/>
                  </a:lnTo>
                  <a:lnTo>
                    <a:pt x="218" y="337"/>
                  </a:lnTo>
                  <a:lnTo>
                    <a:pt x="218" y="337"/>
                  </a:lnTo>
                  <a:lnTo>
                    <a:pt x="258" y="317"/>
                  </a:lnTo>
                  <a:lnTo>
                    <a:pt x="298" y="277"/>
                  </a:lnTo>
                  <a:lnTo>
                    <a:pt x="337" y="238"/>
                  </a:lnTo>
                  <a:lnTo>
                    <a:pt x="337" y="178"/>
                  </a:lnTo>
                  <a:lnTo>
                    <a:pt x="337" y="178"/>
                  </a:lnTo>
                  <a:lnTo>
                    <a:pt x="337" y="119"/>
                  </a:lnTo>
                  <a:lnTo>
                    <a:pt x="298" y="59"/>
                  </a:lnTo>
                  <a:lnTo>
                    <a:pt x="238" y="20"/>
                  </a:lnTo>
                  <a:lnTo>
                    <a:pt x="179"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8"/>
            <p:cNvSpPr/>
            <p:nvPr/>
          </p:nvSpPr>
          <p:spPr>
            <a:xfrm>
              <a:off x="428800" y="2022200"/>
              <a:ext cx="8425" cy="412600"/>
            </a:xfrm>
            <a:custGeom>
              <a:avLst/>
              <a:gdLst/>
              <a:ahLst/>
              <a:cxnLst/>
              <a:rect l="l" t="t" r="r" b="b"/>
              <a:pathLst>
                <a:path w="337" h="16504" extrusionOk="0">
                  <a:moveTo>
                    <a:pt x="178" y="1"/>
                  </a:moveTo>
                  <a:lnTo>
                    <a:pt x="99" y="21"/>
                  </a:lnTo>
                  <a:lnTo>
                    <a:pt x="60" y="60"/>
                  </a:lnTo>
                  <a:lnTo>
                    <a:pt x="20" y="100"/>
                  </a:lnTo>
                  <a:lnTo>
                    <a:pt x="0" y="179"/>
                  </a:lnTo>
                  <a:lnTo>
                    <a:pt x="20" y="219"/>
                  </a:lnTo>
                  <a:lnTo>
                    <a:pt x="40" y="278"/>
                  </a:lnTo>
                  <a:lnTo>
                    <a:pt x="79" y="318"/>
                  </a:lnTo>
                  <a:lnTo>
                    <a:pt x="139" y="338"/>
                  </a:lnTo>
                  <a:lnTo>
                    <a:pt x="139" y="16503"/>
                  </a:lnTo>
                  <a:lnTo>
                    <a:pt x="218" y="16503"/>
                  </a:lnTo>
                  <a:lnTo>
                    <a:pt x="218" y="338"/>
                  </a:lnTo>
                  <a:lnTo>
                    <a:pt x="258" y="318"/>
                  </a:lnTo>
                  <a:lnTo>
                    <a:pt x="297" y="278"/>
                  </a:lnTo>
                  <a:lnTo>
                    <a:pt x="337" y="219"/>
                  </a:lnTo>
                  <a:lnTo>
                    <a:pt x="337" y="179"/>
                  </a:lnTo>
                  <a:lnTo>
                    <a:pt x="317" y="100"/>
                  </a:lnTo>
                  <a:lnTo>
                    <a:pt x="297" y="60"/>
                  </a:lnTo>
                  <a:lnTo>
                    <a:pt x="238" y="21"/>
                  </a:lnTo>
                  <a:lnTo>
                    <a:pt x="178"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8"/>
            <p:cNvSpPr/>
            <p:nvPr/>
          </p:nvSpPr>
          <p:spPr>
            <a:xfrm>
              <a:off x="428800" y="2022200"/>
              <a:ext cx="8425" cy="412600"/>
            </a:xfrm>
            <a:custGeom>
              <a:avLst/>
              <a:gdLst/>
              <a:ahLst/>
              <a:cxnLst/>
              <a:rect l="l" t="t" r="r" b="b"/>
              <a:pathLst>
                <a:path w="337" h="16504" fill="none" extrusionOk="0">
                  <a:moveTo>
                    <a:pt x="178" y="1"/>
                  </a:moveTo>
                  <a:lnTo>
                    <a:pt x="178" y="1"/>
                  </a:lnTo>
                  <a:lnTo>
                    <a:pt x="99" y="21"/>
                  </a:lnTo>
                  <a:lnTo>
                    <a:pt x="60" y="60"/>
                  </a:lnTo>
                  <a:lnTo>
                    <a:pt x="20" y="100"/>
                  </a:lnTo>
                  <a:lnTo>
                    <a:pt x="0" y="179"/>
                  </a:lnTo>
                  <a:lnTo>
                    <a:pt x="0" y="179"/>
                  </a:lnTo>
                  <a:lnTo>
                    <a:pt x="20" y="219"/>
                  </a:lnTo>
                  <a:lnTo>
                    <a:pt x="40" y="278"/>
                  </a:lnTo>
                  <a:lnTo>
                    <a:pt x="79" y="318"/>
                  </a:lnTo>
                  <a:lnTo>
                    <a:pt x="139" y="338"/>
                  </a:lnTo>
                  <a:lnTo>
                    <a:pt x="139" y="16503"/>
                  </a:lnTo>
                  <a:lnTo>
                    <a:pt x="218" y="16503"/>
                  </a:lnTo>
                  <a:lnTo>
                    <a:pt x="218" y="338"/>
                  </a:lnTo>
                  <a:lnTo>
                    <a:pt x="218" y="338"/>
                  </a:lnTo>
                  <a:lnTo>
                    <a:pt x="258" y="318"/>
                  </a:lnTo>
                  <a:lnTo>
                    <a:pt x="297" y="278"/>
                  </a:lnTo>
                  <a:lnTo>
                    <a:pt x="337" y="219"/>
                  </a:lnTo>
                  <a:lnTo>
                    <a:pt x="337" y="179"/>
                  </a:lnTo>
                  <a:lnTo>
                    <a:pt x="337" y="179"/>
                  </a:lnTo>
                  <a:lnTo>
                    <a:pt x="317" y="100"/>
                  </a:lnTo>
                  <a:lnTo>
                    <a:pt x="297" y="60"/>
                  </a:lnTo>
                  <a:lnTo>
                    <a:pt x="238" y="21"/>
                  </a:lnTo>
                  <a:lnTo>
                    <a:pt x="178"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8"/>
            <p:cNvSpPr/>
            <p:nvPr/>
          </p:nvSpPr>
          <p:spPr>
            <a:xfrm>
              <a:off x="309425" y="1428400"/>
              <a:ext cx="54500" cy="1006400"/>
            </a:xfrm>
            <a:custGeom>
              <a:avLst/>
              <a:gdLst/>
              <a:ahLst/>
              <a:cxnLst/>
              <a:rect l="l" t="t" r="r" b="b"/>
              <a:pathLst>
                <a:path w="2180" h="40256" extrusionOk="0">
                  <a:moveTo>
                    <a:pt x="1942" y="0"/>
                  </a:moveTo>
                  <a:lnTo>
                    <a:pt x="1883" y="40"/>
                  </a:lnTo>
                  <a:lnTo>
                    <a:pt x="1843" y="99"/>
                  </a:lnTo>
                  <a:lnTo>
                    <a:pt x="1843" y="159"/>
                  </a:lnTo>
                  <a:lnTo>
                    <a:pt x="1843" y="218"/>
                  </a:lnTo>
                  <a:lnTo>
                    <a:pt x="1863" y="258"/>
                  </a:lnTo>
                  <a:lnTo>
                    <a:pt x="1903" y="297"/>
                  </a:lnTo>
                  <a:lnTo>
                    <a:pt x="1962" y="317"/>
                  </a:lnTo>
                  <a:lnTo>
                    <a:pt x="1962" y="7508"/>
                  </a:lnTo>
                  <a:lnTo>
                    <a:pt x="21" y="9469"/>
                  </a:lnTo>
                  <a:lnTo>
                    <a:pt x="40" y="9489"/>
                  </a:lnTo>
                  <a:lnTo>
                    <a:pt x="1" y="9489"/>
                  </a:lnTo>
                  <a:lnTo>
                    <a:pt x="1" y="40255"/>
                  </a:lnTo>
                  <a:lnTo>
                    <a:pt x="80" y="40255"/>
                  </a:lnTo>
                  <a:lnTo>
                    <a:pt x="80" y="9509"/>
                  </a:lnTo>
                  <a:lnTo>
                    <a:pt x="2041" y="7548"/>
                  </a:lnTo>
                  <a:lnTo>
                    <a:pt x="2041" y="317"/>
                  </a:lnTo>
                  <a:lnTo>
                    <a:pt x="2101" y="297"/>
                  </a:lnTo>
                  <a:lnTo>
                    <a:pt x="2140" y="258"/>
                  </a:lnTo>
                  <a:lnTo>
                    <a:pt x="2160" y="218"/>
                  </a:lnTo>
                  <a:lnTo>
                    <a:pt x="2180" y="159"/>
                  </a:lnTo>
                  <a:lnTo>
                    <a:pt x="2160" y="99"/>
                  </a:lnTo>
                  <a:lnTo>
                    <a:pt x="2120" y="40"/>
                  </a:lnTo>
                  <a:lnTo>
                    <a:pt x="2061"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8"/>
            <p:cNvSpPr/>
            <p:nvPr/>
          </p:nvSpPr>
          <p:spPr>
            <a:xfrm>
              <a:off x="309425" y="1428400"/>
              <a:ext cx="54500" cy="1006400"/>
            </a:xfrm>
            <a:custGeom>
              <a:avLst/>
              <a:gdLst/>
              <a:ahLst/>
              <a:cxnLst/>
              <a:rect l="l" t="t" r="r" b="b"/>
              <a:pathLst>
                <a:path w="2180" h="40256" fill="none" extrusionOk="0">
                  <a:moveTo>
                    <a:pt x="2002" y="0"/>
                  </a:moveTo>
                  <a:lnTo>
                    <a:pt x="2002" y="0"/>
                  </a:lnTo>
                  <a:lnTo>
                    <a:pt x="2002" y="0"/>
                  </a:lnTo>
                  <a:lnTo>
                    <a:pt x="2002" y="0"/>
                  </a:lnTo>
                  <a:lnTo>
                    <a:pt x="1942" y="0"/>
                  </a:lnTo>
                  <a:lnTo>
                    <a:pt x="1883" y="40"/>
                  </a:lnTo>
                  <a:lnTo>
                    <a:pt x="1843" y="99"/>
                  </a:lnTo>
                  <a:lnTo>
                    <a:pt x="1843" y="159"/>
                  </a:lnTo>
                  <a:lnTo>
                    <a:pt x="1843" y="159"/>
                  </a:lnTo>
                  <a:lnTo>
                    <a:pt x="1843" y="218"/>
                  </a:lnTo>
                  <a:lnTo>
                    <a:pt x="1863" y="258"/>
                  </a:lnTo>
                  <a:lnTo>
                    <a:pt x="1903" y="297"/>
                  </a:lnTo>
                  <a:lnTo>
                    <a:pt x="1962" y="317"/>
                  </a:lnTo>
                  <a:lnTo>
                    <a:pt x="1962" y="7508"/>
                  </a:lnTo>
                  <a:lnTo>
                    <a:pt x="21" y="9469"/>
                  </a:lnTo>
                  <a:lnTo>
                    <a:pt x="40" y="9489"/>
                  </a:lnTo>
                  <a:lnTo>
                    <a:pt x="1" y="9489"/>
                  </a:lnTo>
                  <a:lnTo>
                    <a:pt x="1" y="40255"/>
                  </a:lnTo>
                  <a:lnTo>
                    <a:pt x="80" y="40255"/>
                  </a:lnTo>
                  <a:lnTo>
                    <a:pt x="80" y="9509"/>
                  </a:lnTo>
                  <a:lnTo>
                    <a:pt x="2041" y="7548"/>
                  </a:lnTo>
                  <a:lnTo>
                    <a:pt x="2041" y="317"/>
                  </a:lnTo>
                  <a:lnTo>
                    <a:pt x="2041" y="317"/>
                  </a:lnTo>
                  <a:lnTo>
                    <a:pt x="2101" y="297"/>
                  </a:lnTo>
                  <a:lnTo>
                    <a:pt x="2140" y="258"/>
                  </a:lnTo>
                  <a:lnTo>
                    <a:pt x="2160" y="218"/>
                  </a:lnTo>
                  <a:lnTo>
                    <a:pt x="2180" y="159"/>
                  </a:lnTo>
                  <a:lnTo>
                    <a:pt x="2180" y="159"/>
                  </a:lnTo>
                  <a:lnTo>
                    <a:pt x="2160" y="99"/>
                  </a:lnTo>
                  <a:lnTo>
                    <a:pt x="2120" y="40"/>
                  </a:lnTo>
                  <a:lnTo>
                    <a:pt x="2061" y="0"/>
                  </a:lnTo>
                  <a:lnTo>
                    <a:pt x="2002"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8"/>
            <p:cNvSpPr/>
            <p:nvPr/>
          </p:nvSpPr>
          <p:spPr>
            <a:xfrm>
              <a:off x="404525" y="1687900"/>
              <a:ext cx="119875" cy="746900"/>
            </a:xfrm>
            <a:custGeom>
              <a:avLst/>
              <a:gdLst/>
              <a:ahLst/>
              <a:cxnLst/>
              <a:rect l="l" t="t" r="r" b="b"/>
              <a:pathLst>
                <a:path w="4795" h="29876" extrusionOk="0">
                  <a:moveTo>
                    <a:pt x="4636" y="1"/>
                  </a:moveTo>
                  <a:lnTo>
                    <a:pt x="4577" y="21"/>
                  </a:lnTo>
                  <a:lnTo>
                    <a:pt x="4517" y="60"/>
                  </a:lnTo>
                  <a:lnTo>
                    <a:pt x="4478" y="120"/>
                  </a:lnTo>
                  <a:lnTo>
                    <a:pt x="4478" y="179"/>
                  </a:lnTo>
                  <a:lnTo>
                    <a:pt x="4478" y="239"/>
                  </a:lnTo>
                  <a:lnTo>
                    <a:pt x="4497" y="278"/>
                  </a:lnTo>
                  <a:lnTo>
                    <a:pt x="4537" y="318"/>
                  </a:lnTo>
                  <a:lnTo>
                    <a:pt x="4596" y="338"/>
                  </a:lnTo>
                  <a:lnTo>
                    <a:pt x="4596" y="6736"/>
                  </a:lnTo>
                  <a:lnTo>
                    <a:pt x="199" y="11115"/>
                  </a:lnTo>
                  <a:lnTo>
                    <a:pt x="199" y="5825"/>
                  </a:lnTo>
                  <a:lnTo>
                    <a:pt x="258" y="5805"/>
                  </a:lnTo>
                  <a:lnTo>
                    <a:pt x="298" y="5766"/>
                  </a:lnTo>
                  <a:lnTo>
                    <a:pt x="317" y="5706"/>
                  </a:lnTo>
                  <a:lnTo>
                    <a:pt x="337" y="5667"/>
                  </a:lnTo>
                  <a:lnTo>
                    <a:pt x="317" y="5587"/>
                  </a:lnTo>
                  <a:lnTo>
                    <a:pt x="278" y="5548"/>
                  </a:lnTo>
                  <a:lnTo>
                    <a:pt x="218" y="5508"/>
                  </a:lnTo>
                  <a:lnTo>
                    <a:pt x="159" y="5488"/>
                  </a:lnTo>
                  <a:lnTo>
                    <a:pt x="99" y="5508"/>
                  </a:lnTo>
                  <a:lnTo>
                    <a:pt x="40" y="5548"/>
                  </a:lnTo>
                  <a:lnTo>
                    <a:pt x="0" y="5587"/>
                  </a:lnTo>
                  <a:lnTo>
                    <a:pt x="0" y="5667"/>
                  </a:lnTo>
                  <a:lnTo>
                    <a:pt x="0" y="5706"/>
                  </a:lnTo>
                  <a:lnTo>
                    <a:pt x="20" y="5766"/>
                  </a:lnTo>
                  <a:lnTo>
                    <a:pt x="60" y="5805"/>
                  </a:lnTo>
                  <a:lnTo>
                    <a:pt x="119" y="5825"/>
                  </a:lnTo>
                  <a:lnTo>
                    <a:pt x="119" y="29875"/>
                  </a:lnTo>
                  <a:lnTo>
                    <a:pt x="199" y="29875"/>
                  </a:lnTo>
                  <a:lnTo>
                    <a:pt x="199" y="11233"/>
                  </a:lnTo>
                  <a:lnTo>
                    <a:pt x="4676" y="6756"/>
                  </a:lnTo>
                  <a:lnTo>
                    <a:pt x="4676" y="338"/>
                  </a:lnTo>
                  <a:lnTo>
                    <a:pt x="4735" y="318"/>
                  </a:lnTo>
                  <a:lnTo>
                    <a:pt x="4775" y="278"/>
                  </a:lnTo>
                  <a:lnTo>
                    <a:pt x="4795" y="239"/>
                  </a:lnTo>
                  <a:lnTo>
                    <a:pt x="4795" y="179"/>
                  </a:lnTo>
                  <a:lnTo>
                    <a:pt x="4795" y="120"/>
                  </a:lnTo>
                  <a:lnTo>
                    <a:pt x="4755" y="60"/>
                  </a:lnTo>
                  <a:lnTo>
                    <a:pt x="4696" y="21"/>
                  </a:lnTo>
                  <a:lnTo>
                    <a:pt x="4636"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8"/>
            <p:cNvSpPr/>
            <p:nvPr/>
          </p:nvSpPr>
          <p:spPr>
            <a:xfrm>
              <a:off x="404525" y="1687900"/>
              <a:ext cx="119875" cy="746900"/>
            </a:xfrm>
            <a:custGeom>
              <a:avLst/>
              <a:gdLst/>
              <a:ahLst/>
              <a:cxnLst/>
              <a:rect l="l" t="t" r="r" b="b"/>
              <a:pathLst>
                <a:path w="4795" h="29876" fill="none" extrusionOk="0">
                  <a:moveTo>
                    <a:pt x="4636" y="1"/>
                  </a:moveTo>
                  <a:lnTo>
                    <a:pt x="4636" y="1"/>
                  </a:lnTo>
                  <a:lnTo>
                    <a:pt x="4577" y="21"/>
                  </a:lnTo>
                  <a:lnTo>
                    <a:pt x="4517" y="60"/>
                  </a:lnTo>
                  <a:lnTo>
                    <a:pt x="4478" y="120"/>
                  </a:lnTo>
                  <a:lnTo>
                    <a:pt x="4478" y="179"/>
                  </a:lnTo>
                  <a:lnTo>
                    <a:pt x="4478" y="179"/>
                  </a:lnTo>
                  <a:lnTo>
                    <a:pt x="4478" y="239"/>
                  </a:lnTo>
                  <a:lnTo>
                    <a:pt x="4497" y="278"/>
                  </a:lnTo>
                  <a:lnTo>
                    <a:pt x="4537" y="318"/>
                  </a:lnTo>
                  <a:lnTo>
                    <a:pt x="4596" y="338"/>
                  </a:lnTo>
                  <a:lnTo>
                    <a:pt x="4596" y="6736"/>
                  </a:lnTo>
                  <a:lnTo>
                    <a:pt x="199" y="11115"/>
                  </a:lnTo>
                  <a:lnTo>
                    <a:pt x="199" y="5825"/>
                  </a:lnTo>
                  <a:lnTo>
                    <a:pt x="199" y="5825"/>
                  </a:lnTo>
                  <a:lnTo>
                    <a:pt x="258" y="5805"/>
                  </a:lnTo>
                  <a:lnTo>
                    <a:pt x="298" y="5766"/>
                  </a:lnTo>
                  <a:lnTo>
                    <a:pt x="317" y="5706"/>
                  </a:lnTo>
                  <a:lnTo>
                    <a:pt x="337" y="5667"/>
                  </a:lnTo>
                  <a:lnTo>
                    <a:pt x="337" y="5667"/>
                  </a:lnTo>
                  <a:lnTo>
                    <a:pt x="317" y="5587"/>
                  </a:lnTo>
                  <a:lnTo>
                    <a:pt x="278" y="5548"/>
                  </a:lnTo>
                  <a:lnTo>
                    <a:pt x="218" y="5508"/>
                  </a:lnTo>
                  <a:lnTo>
                    <a:pt x="159" y="5488"/>
                  </a:lnTo>
                  <a:lnTo>
                    <a:pt x="159" y="5488"/>
                  </a:lnTo>
                  <a:lnTo>
                    <a:pt x="159" y="5488"/>
                  </a:lnTo>
                  <a:lnTo>
                    <a:pt x="159" y="5488"/>
                  </a:lnTo>
                  <a:lnTo>
                    <a:pt x="99" y="5508"/>
                  </a:lnTo>
                  <a:lnTo>
                    <a:pt x="40" y="5548"/>
                  </a:lnTo>
                  <a:lnTo>
                    <a:pt x="0" y="5587"/>
                  </a:lnTo>
                  <a:lnTo>
                    <a:pt x="0" y="5667"/>
                  </a:lnTo>
                  <a:lnTo>
                    <a:pt x="0" y="5667"/>
                  </a:lnTo>
                  <a:lnTo>
                    <a:pt x="0" y="5706"/>
                  </a:lnTo>
                  <a:lnTo>
                    <a:pt x="20" y="5766"/>
                  </a:lnTo>
                  <a:lnTo>
                    <a:pt x="60" y="5805"/>
                  </a:lnTo>
                  <a:lnTo>
                    <a:pt x="119" y="5825"/>
                  </a:lnTo>
                  <a:lnTo>
                    <a:pt x="119" y="29875"/>
                  </a:lnTo>
                  <a:lnTo>
                    <a:pt x="199" y="29875"/>
                  </a:lnTo>
                  <a:lnTo>
                    <a:pt x="199" y="11233"/>
                  </a:lnTo>
                  <a:lnTo>
                    <a:pt x="4676" y="6756"/>
                  </a:lnTo>
                  <a:lnTo>
                    <a:pt x="4676" y="338"/>
                  </a:lnTo>
                  <a:lnTo>
                    <a:pt x="4676" y="338"/>
                  </a:lnTo>
                  <a:lnTo>
                    <a:pt x="4735" y="318"/>
                  </a:lnTo>
                  <a:lnTo>
                    <a:pt x="4775" y="278"/>
                  </a:lnTo>
                  <a:lnTo>
                    <a:pt x="4795" y="239"/>
                  </a:lnTo>
                  <a:lnTo>
                    <a:pt x="4795" y="179"/>
                  </a:lnTo>
                  <a:lnTo>
                    <a:pt x="4795" y="179"/>
                  </a:lnTo>
                  <a:lnTo>
                    <a:pt x="4795" y="120"/>
                  </a:lnTo>
                  <a:lnTo>
                    <a:pt x="4755" y="60"/>
                  </a:lnTo>
                  <a:lnTo>
                    <a:pt x="4696" y="21"/>
                  </a:lnTo>
                  <a:lnTo>
                    <a:pt x="4636"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8"/>
            <p:cNvSpPr/>
            <p:nvPr/>
          </p:nvSpPr>
          <p:spPr>
            <a:xfrm>
              <a:off x="434250" y="1977150"/>
              <a:ext cx="55975" cy="457650"/>
            </a:xfrm>
            <a:custGeom>
              <a:avLst/>
              <a:gdLst/>
              <a:ahLst/>
              <a:cxnLst/>
              <a:rect l="l" t="t" r="r" b="b"/>
              <a:pathLst>
                <a:path w="2239" h="18306" extrusionOk="0">
                  <a:moveTo>
                    <a:pt x="178" y="0"/>
                  </a:moveTo>
                  <a:lnTo>
                    <a:pt x="99" y="20"/>
                  </a:lnTo>
                  <a:lnTo>
                    <a:pt x="59" y="60"/>
                  </a:lnTo>
                  <a:lnTo>
                    <a:pt x="20" y="99"/>
                  </a:lnTo>
                  <a:lnTo>
                    <a:pt x="0" y="178"/>
                  </a:lnTo>
                  <a:lnTo>
                    <a:pt x="20" y="238"/>
                  </a:lnTo>
                  <a:lnTo>
                    <a:pt x="59" y="297"/>
                  </a:lnTo>
                  <a:lnTo>
                    <a:pt x="99" y="317"/>
                  </a:lnTo>
                  <a:lnTo>
                    <a:pt x="178" y="337"/>
                  </a:lnTo>
                  <a:lnTo>
                    <a:pt x="218" y="337"/>
                  </a:lnTo>
                  <a:lnTo>
                    <a:pt x="258" y="317"/>
                  </a:lnTo>
                  <a:lnTo>
                    <a:pt x="2140" y="2199"/>
                  </a:lnTo>
                  <a:lnTo>
                    <a:pt x="2140" y="18305"/>
                  </a:lnTo>
                  <a:lnTo>
                    <a:pt x="2239" y="18305"/>
                  </a:lnTo>
                  <a:lnTo>
                    <a:pt x="2239" y="2179"/>
                  </a:lnTo>
                  <a:lnTo>
                    <a:pt x="317" y="258"/>
                  </a:lnTo>
                  <a:lnTo>
                    <a:pt x="337" y="218"/>
                  </a:lnTo>
                  <a:lnTo>
                    <a:pt x="337" y="178"/>
                  </a:lnTo>
                  <a:lnTo>
                    <a:pt x="317" y="99"/>
                  </a:lnTo>
                  <a:lnTo>
                    <a:pt x="297" y="60"/>
                  </a:lnTo>
                  <a:lnTo>
                    <a:pt x="238" y="20"/>
                  </a:lnTo>
                  <a:lnTo>
                    <a:pt x="178"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8"/>
            <p:cNvSpPr/>
            <p:nvPr/>
          </p:nvSpPr>
          <p:spPr>
            <a:xfrm>
              <a:off x="434250" y="1977150"/>
              <a:ext cx="55975" cy="457650"/>
            </a:xfrm>
            <a:custGeom>
              <a:avLst/>
              <a:gdLst/>
              <a:ahLst/>
              <a:cxnLst/>
              <a:rect l="l" t="t" r="r" b="b"/>
              <a:pathLst>
                <a:path w="2239" h="18306" fill="none" extrusionOk="0">
                  <a:moveTo>
                    <a:pt x="178" y="0"/>
                  </a:moveTo>
                  <a:lnTo>
                    <a:pt x="178" y="0"/>
                  </a:lnTo>
                  <a:lnTo>
                    <a:pt x="178" y="0"/>
                  </a:lnTo>
                  <a:lnTo>
                    <a:pt x="178" y="0"/>
                  </a:lnTo>
                  <a:lnTo>
                    <a:pt x="99" y="20"/>
                  </a:lnTo>
                  <a:lnTo>
                    <a:pt x="59" y="60"/>
                  </a:lnTo>
                  <a:lnTo>
                    <a:pt x="20" y="99"/>
                  </a:lnTo>
                  <a:lnTo>
                    <a:pt x="0" y="178"/>
                  </a:lnTo>
                  <a:lnTo>
                    <a:pt x="0" y="178"/>
                  </a:lnTo>
                  <a:lnTo>
                    <a:pt x="20" y="238"/>
                  </a:lnTo>
                  <a:lnTo>
                    <a:pt x="59" y="297"/>
                  </a:lnTo>
                  <a:lnTo>
                    <a:pt x="99" y="317"/>
                  </a:lnTo>
                  <a:lnTo>
                    <a:pt x="178" y="337"/>
                  </a:lnTo>
                  <a:lnTo>
                    <a:pt x="178" y="337"/>
                  </a:lnTo>
                  <a:lnTo>
                    <a:pt x="218" y="337"/>
                  </a:lnTo>
                  <a:lnTo>
                    <a:pt x="258" y="317"/>
                  </a:lnTo>
                  <a:lnTo>
                    <a:pt x="2140" y="2199"/>
                  </a:lnTo>
                  <a:lnTo>
                    <a:pt x="2140" y="18305"/>
                  </a:lnTo>
                  <a:lnTo>
                    <a:pt x="2239" y="18305"/>
                  </a:lnTo>
                  <a:lnTo>
                    <a:pt x="2239" y="2179"/>
                  </a:lnTo>
                  <a:lnTo>
                    <a:pt x="317" y="258"/>
                  </a:lnTo>
                  <a:lnTo>
                    <a:pt x="317" y="258"/>
                  </a:lnTo>
                  <a:lnTo>
                    <a:pt x="337" y="218"/>
                  </a:lnTo>
                  <a:lnTo>
                    <a:pt x="337" y="178"/>
                  </a:lnTo>
                  <a:lnTo>
                    <a:pt x="337" y="178"/>
                  </a:lnTo>
                  <a:lnTo>
                    <a:pt x="317" y="99"/>
                  </a:lnTo>
                  <a:lnTo>
                    <a:pt x="297" y="60"/>
                  </a:lnTo>
                  <a:lnTo>
                    <a:pt x="238" y="20"/>
                  </a:lnTo>
                  <a:lnTo>
                    <a:pt x="178"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8"/>
            <p:cNvSpPr/>
            <p:nvPr/>
          </p:nvSpPr>
          <p:spPr>
            <a:xfrm>
              <a:off x="891875" y="1444725"/>
              <a:ext cx="120375" cy="990075"/>
            </a:xfrm>
            <a:custGeom>
              <a:avLst/>
              <a:gdLst/>
              <a:ahLst/>
              <a:cxnLst/>
              <a:rect l="l" t="t" r="r" b="b"/>
              <a:pathLst>
                <a:path w="4815" h="39603" extrusionOk="0">
                  <a:moveTo>
                    <a:pt x="178" y="1"/>
                  </a:moveTo>
                  <a:lnTo>
                    <a:pt x="119" y="21"/>
                  </a:lnTo>
                  <a:lnTo>
                    <a:pt x="60" y="60"/>
                  </a:lnTo>
                  <a:lnTo>
                    <a:pt x="20" y="100"/>
                  </a:lnTo>
                  <a:lnTo>
                    <a:pt x="0" y="179"/>
                  </a:lnTo>
                  <a:lnTo>
                    <a:pt x="20" y="219"/>
                  </a:lnTo>
                  <a:lnTo>
                    <a:pt x="40" y="278"/>
                  </a:lnTo>
                  <a:lnTo>
                    <a:pt x="79" y="318"/>
                  </a:lnTo>
                  <a:lnTo>
                    <a:pt x="139" y="338"/>
                  </a:lnTo>
                  <a:lnTo>
                    <a:pt x="139" y="6756"/>
                  </a:lnTo>
                  <a:lnTo>
                    <a:pt x="4616" y="11233"/>
                  </a:lnTo>
                  <a:lnTo>
                    <a:pt x="4616" y="39602"/>
                  </a:lnTo>
                  <a:lnTo>
                    <a:pt x="4695" y="39602"/>
                  </a:lnTo>
                  <a:lnTo>
                    <a:pt x="4695" y="5805"/>
                  </a:lnTo>
                  <a:lnTo>
                    <a:pt x="4735" y="5785"/>
                  </a:lnTo>
                  <a:lnTo>
                    <a:pt x="4775" y="5766"/>
                  </a:lnTo>
                  <a:lnTo>
                    <a:pt x="4814" y="5706"/>
                  </a:lnTo>
                  <a:lnTo>
                    <a:pt x="4814" y="5647"/>
                  </a:lnTo>
                  <a:lnTo>
                    <a:pt x="4814" y="5587"/>
                  </a:lnTo>
                  <a:lnTo>
                    <a:pt x="4775" y="5528"/>
                  </a:lnTo>
                  <a:lnTo>
                    <a:pt x="4715" y="5508"/>
                  </a:lnTo>
                  <a:lnTo>
                    <a:pt x="4656" y="5488"/>
                  </a:lnTo>
                  <a:lnTo>
                    <a:pt x="4576" y="5508"/>
                  </a:lnTo>
                  <a:lnTo>
                    <a:pt x="4537" y="5528"/>
                  </a:lnTo>
                  <a:lnTo>
                    <a:pt x="4497" y="5587"/>
                  </a:lnTo>
                  <a:lnTo>
                    <a:pt x="4477" y="5647"/>
                  </a:lnTo>
                  <a:lnTo>
                    <a:pt x="4497" y="5706"/>
                  </a:lnTo>
                  <a:lnTo>
                    <a:pt x="4517" y="5766"/>
                  </a:lnTo>
                  <a:lnTo>
                    <a:pt x="4557" y="5785"/>
                  </a:lnTo>
                  <a:lnTo>
                    <a:pt x="4616" y="5805"/>
                  </a:lnTo>
                  <a:lnTo>
                    <a:pt x="4616" y="11115"/>
                  </a:lnTo>
                  <a:lnTo>
                    <a:pt x="218" y="6717"/>
                  </a:lnTo>
                  <a:lnTo>
                    <a:pt x="218" y="338"/>
                  </a:lnTo>
                  <a:lnTo>
                    <a:pt x="258" y="318"/>
                  </a:lnTo>
                  <a:lnTo>
                    <a:pt x="297" y="278"/>
                  </a:lnTo>
                  <a:lnTo>
                    <a:pt x="337" y="219"/>
                  </a:lnTo>
                  <a:lnTo>
                    <a:pt x="337" y="179"/>
                  </a:lnTo>
                  <a:lnTo>
                    <a:pt x="337" y="100"/>
                  </a:lnTo>
                  <a:lnTo>
                    <a:pt x="297" y="60"/>
                  </a:lnTo>
                  <a:lnTo>
                    <a:pt x="238" y="21"/>
                  </a:lnTo>
                  <a:lnTo>
                    <a:pt x="178"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8"/>
            <p:cNvSpPr/>
            <p:nvPr/>
          </p:nvSpPr>
          <p:spPr>
            <a:xfrm>
              <a:off x="891875" y="1444725"/>
              <a:ext cx="120375" cy="990075"/>
            </a:xfrm>
            <a:custGeom>
              <a:avLst/>
              <a:gdLst/>
              <a:ahLst/>
              <a:cxnLst/>
              <a:rect l="l" t="t" r="r" b="b"/>
              <a:pathLst>
                <a:path w="4815" h="39603" fill="none" extrusionOk="0">
                  <a:moveTo>
                    <a:pt x="178" y="1"/>
                  </a:moveTo>
                  <a:lnTo>
                    <a:pt x="178" y="1"/>
                  </a:lnTo>
                  <a:lnTo>
                    <a:pt x="119" y="21"/>
                  </a:lnTo>
                  <a:lnTo>
                    <a:pt x="60" y="60"/>
                  </a:lnTo>
                  <a:lnTo>
                    <a:pt x="20" y="100"/>
                  </a:lnTo>
                  <a:lnTo>
                    <a:pt x="0" y="179"/>
                  </a:lnTo>
                  <a:lnTo>
                    <a:pt x="0" y="179"/>
                  </a:lnTo>
                  <a:lnTo>
                    <a:pt x="20" y="219"/>
                  </a:lnTo>
                  <a:lnTo>
                    <a:pt x="40" y="278"/>
                  </a:lnTo>
                  <a:lnTo>
                    <a:pt x="79" y="318"/>
                  </a:lnTo>
                  <a:lnTo>
                    <a:pt x="139" y="338"/>
                  </a:lnTo>
                  <a:lnTo>
                    <a:pt x="139" y="6756"/>
                  </a:lnTo>
                  <a:lnTo>
                    <a:pt x="4616" y="11233"/>
                  </a:lnTo>
                  <a:lnTo>
                    <a:pt x="4616" y="39602"/>
                  </a:lnTo>
                  <a:lnTo>
                    <a:pt x="4695" y="39602"/>
                  </a:lnTo>
                  <a:lnTo>
                    <a:pt x="4695" y="5805"/>
                  </a:lnTo>
                  <a:lnTo>
                    <a:pt x="4695" y="5805"/>
                  </a:lnTo>
                  <a:lnTo>
                    <a:pt x="4735" y="5785"/>
                  </a:lnTo>
                  <a:lnTo>
                    <a:pt x="4775" y="5766"/>
                  </a:lnTo>
                  <a:lnTo>
                    <a:pt x="4814" y="5706"/>
                  </a:lnTo>
                  <a:lnTo>
                    <a:pt x="4814" y="5647"/>
                  </a:lnTo>
                  <a:lnTo>
                    <a:pt x="4814" y="5647"/>
                  </a:lnTo>
                  <a:lnTo>
                    <a:pt x="4814" y="5587"/>
                  </a:lnTo>
                  <a:lnTo>
                    <a:pt x="4775" y="5528"/>
                  </a:lnTo>
                  <a:lnTo>
                    <a:pt x="4715" y="5508"/>
                  </a:lnTo>
                  <a:lnTo>
                    <a:pt x="4656" y="5488"/>
                  </a:lnTo>
                  <a:lnTo>
                    <a:pt x="4656" y="5488"/>
                  </a:lnTo>
                  <a:lnTo>
                    <a:pt x="4576" y="5508"/>
                  </a:lnTo>
                  <a:lnTo>
                    <a:pt x="4537" y="5528"/>
                  </a:lnTo>
                  <a:lnTo>
                    <a:pt x="4497" y="5587"/>
                  </a:lnTo>
                  <a:lnTo>
                    <a:pt x="4477" y="5647"/>
                  </a:lnTo>
                  <a:lnTo>
                    <a:pt x="4477" y="5647"/>
                  </a:lnTo>
                  <a:lnTo>
                    <a:pt x="4497" y="5706"/>
                  </a:lnTo>
                  <a:lnTo>
                    <a:pt x="4517" y="5766"/>
                  </a:lnTo>
                  <a:lnTo>
                    <a:pt x="4557" y="5785"/>
                  </a:lnTo>
                  <a:lnTo>
                    <a:pt x="4616" y="5805"/>
                  </a:lnTo>
                  <a:lnTo>
                    <a:pt x="4616" y="11115"/>
                  </a:lnTo>
                  <a:lnTo>
                    <a:pt x="218" y="6717"/>
                  </a:lnTo>
                  <a:lnTo>
                    <a:pt x="218" y="338"/>
                  </a:lnTo>
                  <a:lnTo>
                    <a:pt x="218" y="338"/>
                  </a:lnTo>
                  <a:lnTo>
                    <a:pt x="258" y="318"/>
                  </a:lnTo>
                  <a:lnTo>
                    <a:pt x="297" y="278"/>
                  </a:lnTo>
                  <a:lnTo>
                    <a:pt x="337" y="219"/>
                  </a:lnTo>
                  <a:lnTo>
                    <a:pt x="337" y="179"/>
                  </a:lnTo>
                  <a:lnTo>
                    <a:pt x="337" y="179"/>
                  </a:lnTo>
                  <a:lnTo>
                    <a:pt x="337" y="100"/>
                  </a:lnTo>
                  <a:lnTo>
                    <a:pt x="297" y="60"/>
                  </a:lnTo>
                  <a:lnTo>
                    <a:pt x="238" y="21"/>
                  </a:lnTo>
                  <a:lnTo>
                    <a:pt x="178"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8"/>
            <p:cNvSpPr/>
            <p:nvPr/>
          </p:nvSpPr>
          <p:spPr>
            <a:xfrm>
              <a:off x="382725" y="1322400"/>
              <a:ext cx="54500" cy="1112400"/>
            </a:xfrm>
            <a:custGeom>
              <a:avLst/>
              <a:gdLst/>
              <a:ahLst/>
              <a:cxnLst/>
              <a:rect l="l" t="t" r="r" b="b"/>
              <a:pathLst>
                <a:path w="2180" h="44496" extrusionOk="0">
                  <a:moveTo>
                    <a:pt x="1942" y="1"/>
                  </a:moveTo>
                  <a:lnTo>
                    <a:pt x="1903" y="40"/>
                  </a:lnTo>
                  <a:lnTo>
                    <a:pt x="1863" y="100"/>
                  </a:lnTo>
                  <a:lnTo>
                    <a:pt x="1843" y="159"/>
                  </a:lnTo>
                  <a:lnTo>
                    <a:pt x="1863" y="218"/>
                  </a:lnTo>
                  <a:lnTo>
                    <a:pt x="1883" y="258"/>
                  </a:lnTo>
                  <a:lnTo>
                    <a:pt x="1922" y="298"/>
                  </a:lnTo>
                  <a:lnTo>
                    <a:pt x="1982" y="318"/>
                  </a:lnTo>
                  <a:lnTo>
                    <a:pt x="1982" y="12957"/>
                  </a:lnTo>
                  <a:lnTo>
                    <a:pt x="1" y="14918"/>
                  </a:lnTo>
                  <a:lnTo>
                    <a:pt x="1" y="44495"/>
                  </a:lnTo>
                  <a:lnTo>
                    <a:pt x="100" y="44495"/>
                  </a:lnTo>
                  <a:lnTo>
                    <a:pt x="100" y="14958"/>
                  </a:lnTo>
                  <a:lnTo>
                    <a:pt x="2061" y="12996"/>
                  </a:lnTo>
                  <a:lnTo>
                    <a:pt x="2061" y="318"/>
                  </a:lnTo>
                  <a:lnTo>
                    <a:pt x="2101" y="298"/>
                  </a:lnTo>
                  <a:lnTo>
                    <a:pt x="2140" y="258"/>
                  </a:lnTo>
                  <a:lnTo>
                    <a:pt x="2180" y="218"/>
                  </a:lnTo>
                  <a:lnTo>
                    <a:pt x="2180" y="159"/>
                  </a:lnTo>
                  <a:lnTo>
                    <a:pt x="2160" y="100"/>
                  </a:lnTo>
                  <a:lnTo>
                    <a:pt x="2140" y="40"/>
                  </a:lnTo>
                  <a:lnTo>
                    <a:pt x="2081"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8"/>
            <p:cNvSpPr/>
            <p:nvPr/>
          </p:nvSpPr>
          <p:spPr>
            <a:xfrm>
              <a:off x="382725" y="1322400"/>
              <a:ext cx="54500" cy="1112400"/>
            </a:xfrm>
            <a:custGeom>
              <a:avLst/>
              <a:gdLst/>
              <a:ahLst/>
              <a:cxnLst/>
              <a:rect l="l" t="t" r="r" b="b"/>
              <a:pathLst>
                <a:path w="2180" h="44496" fill="none" extrusionOk="0">
                  <a:moveTo>
                    <a:pt x="2021" y="1"/>
                  </a:moveTo>
                  <a:lnTo>
                    <a:pt x="2021" y="1"/>
                  </a:lnTo>
                  <a:lnTo>
                    <a:pt x="1942" y="1"/>
                  </a:lnTo>
                  <a:lnTo>
                    <a:pt x="1903" y="40"/>
                  </a:lnTo>
                  <a:lnTo>
                    <a:pt x="1863" y="100"/>
                  </a:lnTo>
                  <a:lnTo>
                    <a:pt x="1843" y="159"/>
                  </a:lnTo>
                  <a:lnTo>
                    <a:pt x="1843" y="159"/>
                  </a:lnTo>
                  <a:lnTo>
                    <a:pt x="1863" y="218"/>
                  </a:lnTo>
                  <a:lnTo>
                    <a:pt x="1883" y="258"/>
                  </a:lnTo>
                  <a:lnTo>
                    <a:pt x="1922" y="298"/>
                  </a:lnTo>
                  <a:lnTo>
                    <a:pt x="1982" y="318"/>
                  </a:lnTo>
                  <a:lnTo>
                    <a:pt x="1982" y="12957"/>
                  </a:lnTo>
                  <a:lnTo>
                    <a:pt x="1" y="14918"/>
                  </a:lnTo>
                  <a:lnTo>
                    <a:pt x="1" y="44495"/>
                  </a:lnTo>
                  <a:lnTo>
                    <a:pt x="100" y="44495"/>
                  </a:lnTo>
                  <a:lnTo>
                    <a:pt x="100" y="14958"/>
                  </a:lnTo>
                  <a:lnTo>
                    <a:pt x="2061" y="12996"/>
                  </a:lnTo>
                  <a:lnTo>
                    <a:pt x="2061" y="318"/>
                  </a:lnTo>
                  <a:lnTo>
                    <a:pt x="2061" y="318"/>
                  </a:lnTo>
                  <a:lnTo>
                    <a:pt x="2101" y="298"/>
                  </a:lnTo>
                  <a:lnTo>
                    <a:pt x="2140" y="258"/>
                  </a:lnTo>
                  <a:lnTo>
                    <a:pt x="2180" y="218"/>
                  </a:lnTo>
                  <a:lnTo>
                    <a:pt x="2180" y="159"/>
                  </a:lnTo>
                  <a:lnTo>
                    <a:pt x="2180" y="159"/>
                  </a:lnTo>
                  <a:lnTo>
                    <a:pt x="2160" y="100"/>
                  </a:lnTo>
                  <a:lnTo>
                    <a:pt x="2140" y="40"/>
                  </a:lnTo>
                  <a:lnTo>
                    <a:pt x="2081" y="1"/>
                  </a:lnTo>
                  <a:lnTo>
                    <a:pt x="2021"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8"/>
            <p:cNvSpPr/>
            <p:nvPr/>
          </p:nvSpPr>
          <p:spPr>
            <a:xfrm>
              <a:off x="358475" y="1269400"/>
              <a:ext cx="54500" cy="1165400"/>
            </a:xfrm>
            <a:custGeom>
              <a:avLst/>
              <a:gdLst/>
              <a:ahLst/>
              <a:cxnLst/>
              <a:rect l="l" t="t" r="r" b="b"/>
              <a:pathLst>
                <a:path w="2180" h="46616" extrusionOk="0">
                  <a:moveTo>
                    <a:pt x="1941" y="1"/>
                  </a:moveTo>
                  <a:lnTo>
                    <a:pt x="1882" y="40"/>
                  </a:lnTo>
                  <a:lnTo>
                    <a:pt x="1842" y="100"/>
                  </a:lnTo>
                  <a:lnTo>
                    <a:pt x="1842" y="159"/>
                  </a:lnTo>
                  <a:lnTo>
                    <a:pt x="1842" y="219"/>
                  </a:lnTo>
                  <a:lnTo>
                    <a:pt x="1862" y="258"/>
                  </a:lnTo>
                  <a:lnTo>
                    <a:pt x="1902" y="298"/>
                  </a:lnTo>
                  <a:lnTo>
                    <a:pt x="1961" y="318"/>
                  </a:lnTo>
                  <a:lnTo>
                    <a:pt x="1961" y="14680"/>
                  </a:lnTo>
                  <a:lnTo>
                    <a:pt x="0" y="16642"/>
                  </a:lnTo>
                  <a:lnTo>
                    <a:pt x="0" y="46615"/>
                  </a:lnTo>
                  <a:lnTo>
                    <a:pt x="79" y="46615"/>
                  </a:lnTo>
                  <a:lnTo>
                    <a:pt x="79" y="16662"/>
                  </a:lnTo>
                  <a:lnTo>
                    <a:pt x="2041" y="14700"/>
                  </a:lnTo>
                  <a:lnTo>
                    <a:pt x="2041" y="318"/>
                  </a:lnTo>
                  <a:lnTo>
                    <a:pt x="2100" y="298"/>
                  </a:lnTo>
                  <a:lnTo>
                    <a:pt x="2140" y="258"/>
                  </a:lnTo>
                  <a:lnTo>
                    <a:pt x="2159" y="219"/>
                  </a:lnTo>
                  <a:lnTo>
                    <a:pt x="2179" y="159"/>
                  </a:lnTo>
                  <a:lnTo>
                    <a:pt x="2159" y="100"/>
                  </a:lnTo>
                  <a:lnTo>
                    <a:pt x="2120" y="40"/>
                  </a:lnTo>
                  <a:lnTo>
                    <a:pt x="2060"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8"/>
            <p:cNvSpPr/>
            <p:nvPr/>
          </p:nvSpPr>
          <p:spPr>
            <a:xfrm>
              <a:off x="358475" y="1269400"/>
              <a:ext cx="54500" cy="1165400"/>
            </a:xfrm>
            <a:custGeom>
              <a:avLst/>
              <a:gdLst/>
              <a:ahLst/>
              <a:cxnLst/>
              <a:rect l="l" t="t" r="r" b="b"/>
              <a:pathLst>
                <a:path w="2180" h="46616" fill="none" extrusionOk="0">
                  <a:moveTo>
                    <a:pt x="2001" y="1"/>
                  </a:moveTo>
                  <a:lnTo>
                    <a:pt x="2001" y="1"/>
                  </a:lnTo>
                  <a:lnTo>
                    <a:pt x="2001" y="1"/>
                  </a:lnTo>
                  <a:lnTo>
                    <a:pt x="2001" y="1"/>
                  </a:lnTo>
                  <a:lnTo>
                    <a:pt x="1941" y="1"/>
                  </a:lnTo>
                  <a:lnTo>
                    <a:pt x="1882" y="40"/>
                  </a:lnTo>
                  <a:lnTo>
                    <a:pt x="1842" y="100"/>
                  </a:lnTo>
                  <a:lnTo>
                    <a:pt x="1842" y="159"/>
                  </a:lnTo>
                  <a:lnTo>
                    <a:pt x="1842" y="159"/>
                  </a:lnTo>
                  <a:lnTo>
                    <a:pt x="1842" y="219"/>
                  </a:lnTo>
                  <a:lnTo>
                    <a:pt x="1862" y="258"/>
                  </a:lnTo>
                  <a:lnTo>
                    <a:pt x="1902" y="298"/>
                  </a:lnTo>
                  <a:lnTo>
                    <a:pt x="1961" y="318"/>
                  </a:lnTo>
                  <a:lnTo>
                    <a:pt x="1961" y="14680"/>
                  </a:lnTo>
                  <a:lnTo>
                    <a:pt x="0" y="16642"/>
                  </a:lnTo>
                  <a:lnTo>
                    <a:pt x="0" y="46615"/>
                  </a:lnTo>
                  <a:lnTo>
                    <a:pt x="79" y="46615"/>
                  </a:lnTo>
                  <a:lnTo>
                    <a:pt x="79" y="16662"/>
                  </a:lnTo>
                  <a:lnTo>
                    <a:pt x="2041" y="14700"/>
                  </a:lnTo>
                  <a:lnTo>
                    <a:pt x="2041" y="318"/>
                  </a:lnTo>
                  <a:lnTo>
                    <a:pt x="2041" y="318"/>
                  </a:lnTo>
                  <a:lnTo>
                    <a:pt x="2100" y="298"/>
                  </a:lnTo>
                  <a:lnTo>
                    <a:pt x="2140" y="258"/>
                  </a:lnTo>
                  <a:lnTo>
                    <a:pt x="2159" y="219"/>
                  </a:lnTo>
                  <a:lnTo>
                    <a:pt x="2179" y="159"/>
                  </a:lnTo>
                  <a:lnTo>
                    <a:pt x="2179" y="159"/>
                  </a:lnTo>
                  <a:lnTo>
                    <a:pt x="2159" y="100"/>
                  </a:lnTo>
                  <a:lnTo>
                    <a:pt x="2120" y="40"/>
                  </a:lnTo>
                  <a:lnTo>
                    <a:pt x="2060" y="1"/>
                  </a:lnTo>
                  <a:lnTo>
                    <a:pt x="2001"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8"/>
            <p:cNvSpPr/>
            <p:nvPr/>
          </p:nvSpPr>
          <p:spPr>
            <a:xfrm>
              <a:off x="979525" y="1779025"/>
              <a:ext cx="8450" cy="655775"/>
            </a:xfrm>
            <a:custGeom>
              <a:avLst/>
              <a:gdLst/>
              <a:ahLst/>
              <a:cxnLst/>
              <a:rect l="l" t="t" r="r" b="b"/>
              <a:pathLst>
                <a:path w="338" h="26231" extrusionOk="0">
                  <a:moveTo>
                    <a:pt x="100" y="1"/>
                  </a:moveTo>
                  <a:lnTo>
                    <a:pt x="40" y="41"/>
                  </a:lnTo>
                  <a:lnTo>
                    <a:pt x="1" y="100"/>
                  </a:lnTo>
                  <a:lnTo>
                    <a:pt x="1" y="159"/>
                  </a:lnTo>
                  <a:lnTo>
                    <a:pt x="1" y="219"/>
                  </a:lnTo>
                  <a:lnTo>
                    <a:pt x="40" y="258"/>
                  </a:lnTo>
                  <a:lnTo>
                    <a:pt x="80" y="298"/>
                  </a:lnTo>
                  <a:lnTo>
                    <a:pt x="120" y="318"/>
                  </a:lnTo>
                  <a:lnTo>
                    <a:pt x="120" y="26230"/>
                  </a:lnTo>
                  <a:lnTo>
                    <a:pt x="199" y="26230"/>
                  </a:lnTo>
                  <a:lnTo>
                    <a:pt x="199" y="318"/>
                  </a:lnTo>
                  <a:lnTo>
                    <a:pt x="258" y="298"/>
                  </a:lnTo>
                  <a:lnTo>
                    <a:pt x="298" y="258"/>
                  </a:lnTo>
                  <a:lnTo>
                    <a:pt x="318" y="219"/>
                  </a:lnTo>
                  <a:lnTo>
                    <a:pt x="337" y="159"/>
                  </a:lnTo>
                  <a:lnTo>
                    <a:pt x="318" y="100"/>
                  </a:lnTo>
                  <a:lnTo>
                    <a:pt x="278" y="41"/>
                  </a:lnTo>
                  <a:lnTo>
                    <a:pt x="219"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8"/>
            <p:cNvSpPr/>
            <p:nvPr/>
          </p:nvSpPr>
          <p:spPr>
            <a:xfrm>
              <a:off x="979525" y="1779025"/>
              <a:ext cx="8450" cy="655775"/>
            </a:xfrm>
            <a:custGeom>
              <a:avLst/>
              <a:gdLst/>
              <a:ahLst/>
              <a:cxnLst/>
              <a:rect l="l" t="t" r="r" b="b"/>
              <a:pathLst>
                <a:path w="338" h="26231" fill="none" extrusionOk="0">
                  <a:moveTo>
                    <a:pt x="159" y="1"/>
                  </a:moveTo>
                  <a:lnTo>
                    <a:pt x="159" y="1"/>
                  </a:lnTo>
                  <a:lnTo>
                    <a:pt x="100" y="1"/>
                  </a:lnTo>
                  <a:lnTo>
                    <a:pt x="40" y="41"/>
                  </a:lnTo>
                  <a:lnTo>
                    <a:pt x="1" y="100"/>
                  </a:lnTo>
                  <a:lnTo>
                    <a:pt x="1" y="159"/>
                  </a:lnTo>
                  <a:lnTo>
                    <a:pt x="1" y="159"/>
                  </a:lnTo>
                  <a:lnTo>
                    <a:pt x="1" y="219"/>
                  </a:lnTo>
                  <a:lnTo>
                    <a:pt x="40" y="258"/>
                  </a:lnTo>
                  <a:lnTo>
                    <a:pt x="80" y="298"/>
                  </a:lnTo>
                  <a:lnTo>
                    <a:pt x="120" y="318"/>
                  </a:lnTo>
                  <a:lnTo>
                    <a:pt x="120" y="26230"/>
                  </a:lnTo>
                  <a:lnTo>
                    <a:pt x="199" y="26230"/>
                  </a:lnTo>
                  <a:lnTo>
                    <a:pt x="199" y="318"/>
                  </a:lnTo>
                  <a:lnTo>
                    <a:pt x="199" y="318"/>
                  </a:lnTo>
                  <a:lnTo>
                    <a:pt x="258" y="298"/>
                  </a:lnTo>
                  <a:lnTo>
                    <a:pt x="298" y="258"/>
                  </a:lnTo>
                  <a:lnTo>
                    <a:pt x="318" y="219"/>
                  </a:lnTo>
                  <a:lnTo>
                    <a:pt x="337" y="159"/>
                  </a:lnTo>
                  <a:lnTo>
                    <a:pt x="337" y="159"/>
                  </a:lnTo>
                  <a:lnTo>
                    <a:pt x="318" y="100"/>
                  </a:lnTo>
                  <a:lnTo>
                    <a:pt x="278" y="41"/>
                  </a:lnTo>
                  <a:lnTo>
                    <a:pt x="219" y="1"/>
                  </a:lnTo>
                  <a:lnTo>
                    <a:pt x="159"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8"/>
            <p:cNvSpPr/>
            <p:nvPr/>
          </p:nvSpPr>
          <p:spPr>
            <a:xfrm>
              <a:off x="538750" y="1510100"/>
              <a:ext cx="54000" cy="924700"/>
            </a:xfrm>
            <a:custGeom>
              <a:avLst/>
              <a:gdLst/>
              <a:ahLst/>
              <a:cxnLst/>
              <a:rect l="l" t="t" r="r" b="b"/>
              <a:pathLst>
                <a:path w="2160" h="36988" extrusionOk="0">
                  <a:moveTo>
                    <a:pt x="159" y="1"/>
                  </a:moveTo>
                  <a:lnTo>
                    <a:pt x="99" y="21"/>
                  </a:lnTo>
                  <a:lnTo>
                    <a:pt x="40" y="40"/>
                  </a:lnTo>
                  <a:lnTo>
                    <a:pt x="0" y="100"/>
                  </a:lnTo>
                  <a:lnTo>
                    <a:pt x="0" y="159"/>
                  </a:lnTo>
                  <a:lnTo>
                    <a:pt x="0" y="219"/>
                  </a:lnTo>
                  <a:lnTo>
                    <a:pt x="40" y="278"/>
                  </a:lnTo>
                  <a:lnTo>
                    <a:pt x="79" y="298"/>
                  </a:lnTo>
                  <a:lnTo>
                    <a:pt x="119" y="318"/>
                  </a:lnTo>
                  <a:lnTo>
                    <a:pt x="119" y="3270"/>
                  </a:lnTo>
                  <a:lnTo>
                    <a:pt x="2080" y="5231"/>
                  </a:lnTo>
                  <a:lnTo>
                    <a:pt x="2080" y="36987"/>
                  </a:lnTo>
                  <a:lnTo>
                    <a:pt x="2159" y="36987"/>
                  </a:lnTo>
                  <a:lnTo>
                    <a:pt x="2159" y="5191"/>
                  </a:lnTo>
                  <a:lnTo>
                    <a:pt x="198" y="3230"/>
                  </a:lnTo>
                  <a:lnTo>
                    <a:pt x="198" y="318"/>
                  </a:lnTo>
                  <a:lnTo>
                    <a:pt x="258" y="298"/>
                  </a:lnTo>
                  <a:lnTo>
                    <a:pt x="297" y="278"/>
                  </a:lnTo>
                  <a:lnTo>
                    <a:pt x="317" y="219"/>
                  </a:lnTo>
                  <a:lnTo>
                    <a:pt x="337" y="159"/>
                  </a:lnTo>
                  <a:lnTo>
                    <a:pt x="317" y="100"/>
                  </a:lnTo>
                  <a:lnTo>
                    <a:pt x="277" y="40"/>
                  </a:lnTo>
                  <a:lnTo>
                    <a:pt x="218" y="21"/>
                  </a:lnTo>
                  <a:lnTo>
                    <a:pt x="159"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8"/>
            <p:cNvSpPr/>
            <p:nvPr/>
          </p:nvSpPr>
          <p:spPr>
            <a:xfrm>
              <a:off x="538750" y="1510100"/>
              <a:ext cx="54000" cy="924700"/>
            </a:xfrm>
            <a:custGeom>
              <a:avLst/>
              <a:gdLst/>
              <a:ahLst/>
              <a:cxnLst/>
              <a:rect l="l" t="t" r="r" b="b"/>
              <a:pathLst>
                <a:path w="2160" h="36988" fill="none" extrusionOk="0">
                  <a:moveTo>
                    <a:pt x="159" y="1"/>
                  </a:moveTo>
                  <a:lnTo>
                    <a:pt x="159" y="1"/>
                  </a:lnTo>
                  <a:lnTo>
                    <a:pt x="99" y="21"/>
                  </a:lnTo>
                  <a:lnTo>
                    <a:pt x="40" y="40"/>
                  </a:lnTo>
                  <a:lnTo>
                    <a:pt x="0" y="100"/>
                  </a:lnTo>
                  <a:lnTo>
                    <a:pt x="0" y="159"/>
                  </a:lnTo>
                  <a:lnTo>
                    <a:pt x="0" y="159"/>
                  </a:lnTo>
                  <a:lnTo>
                    <a:pt x="0" y="219"/>
                  </a:lnTo>
                  <a:lnTo>
                    <a:pt x="40" y="278"/>
                  </a:lnTo>
                  <a:lnTo>
                    <a:pt x="79" y="298"/>
                  </a:lnTo>
                  <a:lnTo>
                    <a:pt x="119" y="318"/>
                  </a:lnTo>
                  <a:lnTo>
                    <a:pt x="119" y="3270"/>
                  </a:lnTo>
                  <a:lnTo>
                    <a:pt x="2080" y="5231"/>
                  </a:lnTo>
                  <a:lnTo>
                    <a:pt x="2080" y="36987"/>
                  </a:lnTo>
                  <a:lnTo>
                    <a:pt x="2159" y="36987"/>
                  </a:lnTo>
                  <a:lnTo>
                    <a:pt x="2159" y="5191"/>
                  </a:lnTo>
                  <a:lnTo>
                    <a:pt x="198" y="3230"/>
                  </a:lnTo>
                  <a:lnTo>
                    <a:pt x="198" y="318"/>
                  </a:lnTo>
                  <a:lnTo>
                    <a:pt x="198" y="318"/>
                  </a:lnTo>
                  <a:lnTo>
                    <a:pt x="258" y="298"/>
                  </a:lnTo>
                  <a:lnTo>
                    <a:pt x="297" y="278"/>
                  </a:lnTo>
                  <a:lnTo>
                    <a:pt x="317" y="219"/>
                  </a:lnTo>
                  <a:lnTo>
                    <a:pt x="337" y="159"/>
                  </a:lnTo>
                  <a:lnTo>
                    <a:pt x="337" y="159"/>
                  </a:lnTo>
                  <a:lnTo>
                    <a:pt x="317" y="100"/>
                  </a:lnTo>
                  <a:lnTo>
                    <a:pt x="277" y="40"/>
                  </a:lnTo>
                  <a:lnTo>
                    <a:pt x="218" y="21"/>
                  </a:lnTo>
                  <a:lnTo>
                    <a:pt x="159"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8"/>
            <p:cNvSpPr/>
            <p:nvPr/>
          </p:nvSpPr>
          <p:spPr>
            <a:xfrm>
              <a:off x="516450" y="1278825"/>
              <a:ext cx="54025" cy="1155975"/>
            </a:xfrm>
            <a:custGeom>
              <a:avLst/>
              <a:gdLst/>
              <a:ahLst/>
              <a:cxnLst/>
              <a:rect l="l" t="t" r="r" b="b"/>
              <a:pathLst>
                <a:path w="2161" h="46239" extrusionOk="0">
                  <a:moveTo>
                    <a:pt x="159" y="0"/>
                  </a:moveTo>
                  <a:lnTo>
                    <a:pt x="100" y="20"/>
                  </a:lnTo>
                  <a:lnTo>
                    <a:pt x="40" y="60"/>
                  </a:lnTo>
                  <a:lnTo>
                    <a:pt x="1" y="99"/>
                  </a:lnTo>
                  <a:lnTo>
                    <a:pt x="1" y="179"/>
                  </a:lnTo>
                  <a:lnTo>
                    <a:pt x="1" y="218"/>
                  </a:lnTo>
                  <a:lnTo>
                    <a:pt x="20" y="278"/>
                  </a:lnTo>
                  <a:lnTo>
                    <a:pt x="60" y="297"/>
                  </a:lnTo>
                  <a:lnTo>
                    <a:pt x="119" y="337"/>
                  </a:lnTo>
                  <a:lnTo>
                    <a:pt x="119" y="12996"/>
                  </a:lnTo>
                  <a:lnTo>
                    <a:pt x="2081" y="14957"/>
                  </a:lnTo>
                  <a:lnTo>
                    <a:pt x="2081" y="46238"/>
                  </a:lnTo>
                  <a:lnTo>
                    <a:pt x="2160" y="46238"/>
                  </a:lnTo>
                  <a:lnTo>
                    <a:pt x="2160" y="14918"/>
                  </a:lnTo>
                  <a:lnTo>
                    <a:pt x="199" y="12956"/>
                  </a:lnTo>
                  <a:lnTo>
                    <a:pt x="199" y="337"/>
                  </a:lnTo>
                  <a:lnTo>
                    <a:pt x="258" y="297"/>
                  </a:lnTo>
                  <a:lnTo>
                    <a:pt x="298" y="278"/>
                  </a:lnTo>
                  <a:lnTo>
                    <a:pt x="318" y="218"/>
                  </a:lnTo>
                  <a:lnTo>
                    <a:pt x="318" y="179"/>
                  </a:lnTo>
                  <a:lnTo>
                    <a:pt x="318" y="99"/>
                  </a:lnTo>
                  <a:lnTo>
                    <a:pt x="278" y="60"/>
                  </a:lnTo>
                  <a:lnTo>
                    <a:pt x="219" y="20"/>
                  </a:lnTo>
                  <a:lnTo>
                    <a:pt x="159"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8"/>
            <p:cNvSpPr/>
            <p:nvPr/>
          </p:nvSpPr>
          <p:spPr>
            <a:xfrm>
              <a:off x="516450" y="1278825"/>
              <a:ext cx="54025" cy="1155975"/>
            </a:xfrm>
            <a:custGeom>
              <a:avLst/>
              <a:gdLst/>
              <a:ahLst/>
              <a:cxnLst/>
              <a:rect l="l" t="t" r="r" b="b"/>
              <a:pathLst>
                <a:path w="2161" h="46239" fill="none" extrusionOk="0">
                  <a:moveTo>
                    <a:pt x="159" y="0"/>
                  </a:moveTo>
                  <a:lnTo>
                    <a:pt x="159" y="0"/>
                  </a:lnTo>
                  <a:lnTo>
                    <a:pt x="100" y="20"/>
                  </a:lnTo>
                  <a:lnTo>
                    <a:pt x="40" y="60"/>
                  </a:lnTo>
                  <a:lnTo>
                    <a:pt x="1" y="99"/>
                  </a:lnTo>
                  <a:lnTo>
                    <a:pt x="1" y="179"/>
                  </a:lnTo>
                  <a:lnTo>
                    <a:pt x="1" y="179"/>
                  </a:lnTo>
                  <a:lnTo>
                    <a:pt x="1" y="218"/>
                  </a:lnTo>
                  <a:lnTo>
                    <a:pt x="20" y="278"/>
                  </a:lnTo>
                  <a:lnTo>
                    <a:pt x="60" y="297"/>
                  </a:lnTo>
                  <a:lnTo>
                    <a:pt x="119" y="337"/>
                  </a:lnTo>
                  <a:lnTo>
                    <a:pt x="119" y="12996"/>
                  </a:lnTo>
                  <a:lnTo>
                    <a:pt x="2081" y="14957"/>
                  </a:lnTo>
                  <a:lnTo>
                    <a:pt x="2081" y="46238"/>
                  </a:lnTo>
                  <a:lnTo>
                    <a:pt x="2160" y="46238"/>
                  </a:lnTo>
                  <a:lnTo>
                    <a:pt x="2160" y="14918"/>
                  </a:lnTo>
                  <a:lnTo>
                    <a:pt x="199" y="12956"/>
                  </a:lnTo>
                  <a:lnTo>
                    <a:pt x="199" y="337"/>
                  </a:lnTo>
                  <a:lnTo>
                    <a:pt x="199" y="337"/>
                  </a:lnTo>
                  <a:lnTo>
                    <a:pt x="258" y="297"/>
                  </a:lnTo>
                  <a:lnTo>
                    <a:pt x="298" y="278"/>
                  </a:lnTo>
                  <a:lnTo>
                    <a:pt x="318" y="218"/>
                  </a:lnTo>
                  <a:lnTo>
                    <a:pt x="318" y="179"/>
                  </a:lnTo>
                  <a:lnTo>
                    <a:pt x="318" y="179"/>
                  </a:lnTo>
                  <a:lnTo>
                    <a:pt x="318" y="99"/>
                  </a:lnTo>
                  <a:lnTo>
                    <a:pt x="278" y="60"/>
                  </a:lnTo>
                  <a:lnTo>
                    <a:pt x="219" y="20"/>
                  </a:lnTo>
                  <a:lnTo>
                    <a:pt x="159"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8"/>
            <p:cNvSpPr/>
            <p:nvPr/>
          </p:nvSpPr>
          <p:spPr>
            <a:xfrm>
              <a:off x="611550" y="1825100"/>
              <a:ext cx="8450" cy="609700"/>
            </a:xfrm>
            <a:custGeom>
              <a:avLst/>
              <a:gdLst/>
              <a:ahLst/>
              <a:cxnLst/>
              <a:rect l="l" t="t" r="r" b="b"/>
              <a:pathLst>
                <a:path w="338" h="24388" extrusionOk="0">
                  <a:moveTo>
                    <a:pt x="159" y="0"/>
                  </a:moveTo>
                  <a:lnTo>
                    <a:pt x="99" y="20"/>
                  </a:lnTo>
                  <a:lnTo>
                    <a:pt x="40" y="60"/>
                  </a:lnTo>
                  <a:lnTo>
                    <a:pt x="20" y="99"/>
                  </a:lnTo>
                  <a:lnTo>
                    <a:pt x="0" y="179"/>
                  </a:lnTo>
                  <a:lnTo>
                    <a:pt x="0" y="218"/>
                  </a:lnTo>
                  <a:lnTo>
                    <a:pt x="40" y="278"/>
                  </a:lnTo>
                  <a:lnTo>
                    <a:pt x="80" y="317"/>
                  </a:lnTo>
                  <a:lnTo>
                    <a:pt x="119" y="337"/>
                  </a:lnTo>
                  <a:lnTo>
                    <a:pt x="119" y="24387"/>
                  </a:lnTo>
                  <a:lnTo>
                    <a:pt x="198" y="24387"/>
                  </a:lnTo>
                  <a:lnTo>
                    <a:pt x="198" y="337"/>
                  </a:lnTo>
                  <a:lnTo>
                    <a:pt x="258" y="317"/>
                  </a:lnTo>
                  <a:lnTo>
                    <a:pt x="297" y="278"/>
                  </a:lnTo>
                  <a:lnTo>
                    <a:pt x="317" y="218"/>
                  </a:lnTo>
                  <a:lnTo>
                    <a:pt x="337" y="179"/>
                  </a:lnTo>
                  <a:lnTo>
                    <a:pt x="317" y="99"/>
                  </a:lnTo>
                  <a:lnTo>
                    <a:pt x="278" y="60"/>
                  </a:lnTo>
                  <a:lnTo>
                    <a:pt x="238" y="20"/>
                  </a:lnTo>
                  <a:lnTo>
                    <a:pt x="159"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8"/>
            <p:cNvSpPr/>
            <p:nvPr/>
          </p:nvSpPr>
          <p:spPr>
            <a:xfrm>
              <a:off x="611550" y="1825100"/>
              <a:ext cx="8450" cy="609700"/>
            </a:xfrm>
            <a:custGeom>
              <a:avLst/>
              <a:gdLst/>
              <a:ahLst/>
              <a:cxnLst/>
              <a:rect l="l" t="t" r="r" b="b"/>
              <a:pathLst>
                <a:path w="338" h="24388" fill="none" extrusionOk="0">
                  <a:moveTo>
                    <a:pt x="159" y="0"/>
                  </a:moveTo>
                  <a:lnTo>
                    <a:pt x="159" y="0"/>
                  </a:lnTo>
                  <a:lnTo>
                    <a:pt x="99" y="20"/>
                  </a:lnTo>
                  <a:lnTo>
                    <a:pt x="40" y="60"/>
                  </a:lnTo>
                  <a:lnTo>
                    <a:pt x="20" y="99"/>
                  </a:lnTo>
                  <a:lnTo>
                    <a:pt x="0" y="179"/>
                  </a:lnTo>
                  <a:lnTo>
                    <a:pt x="0" y="179"/>
                  </a:lnTo>
                  <a:lnTo>
                    <a:pt x="0" y="218"/>
                  </a:lnTo>
                  <a:lnTo>
                    <a:pt x="40" y="278"/>
                  </a:lnTo>
                  <a:lnTo>
                    <a:pt x="80" y="317"/>
                  </a:lnTo>
                  <a:lnTo>
                    <a:pt x="119" y="337"/>
                  </a:lnTo>
                  <a:lnTo>
                    <a:pt x="119" y="24387"/>
                  </a:lnTo>
                  <a:lnTo>
                    <a:pt x="198" y="24387"/>
                  </a:lnTo>
                  <a:lnTo>
                    <a:pt x="198" y="337"/>
                  </a:lnTo>
                  <a:lnTo>
                    <a:pt x="198" y="337"/>
                  </a:lnTo>
                  <a:lnTo>
                    <a:pt x="258" y="317"/>
                  </a:lnTo>
                  <a:lnTo>
                    <a:pt x="297" y="278"/>
                  </a:lnTo>
                  <a:lnTo>
                    <a:pt x="317" y="218"/>
                  </a:lnTo>
                  <a:lnTo>
                    <a:pt x="337" y="179"/>
                  </a:lnTo>
                  <a:lnTo>
                    <a:pt x="337" y="179"/>
                  </a:lnTo>
                  <a:lnTo>
                    <a:pt x="317" y="99"/>
                  </a:lnTo>
                  <a:lnTo>
                    <a:pt x="278" y="60"/>
                  </a:lnTo>
                  <a:lnTo>
                    <a:pt x="238" y="20"/>
                  </a:lnTo>
                  <a:lnTo>
                    <a:pt x="159"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8"/>
            <p:cNvSpPr/>
            <p:nvPr/>
          </p:nvSpPr>
          <p:spPr>
            <a:xfrm>
              <a:off x="926525" y="1733975"/>
              <a:ext cx="56000" cy="700825"/>
            </a:xfrm>
            <a:custGeom>
              <a:avLst/>
              <a:gdLst/>
              <a:ahLst/>
              <a:cxnLst/>
              <a:rect l="l" t="t" r="r" b="b"/>
              <a:pathLst>
                <a:path w="2240" h="28033" extrusionOk="0">
                  <a:moveTo>
                    <a:pt x="2061" y="0"/>
                  </a:moveTo>
                  <a:lnTo>
                    <a:pt x="2002" y="20"/>
                  </a:lnTo>
                  <a:lnTo>
                    <a:pt x="1942" y="40"/>
                  </a:lnTo>
                  <a:lnTo>
                    <a:pt x="1903" y="99"/>
                  </a:lnTo>
                  <a:lnTo>
                    <a:pt x="1903" y="159"/>
                  </a:lnTo>
                  <a:lnTo>
                    <a:pt x="1903" y="218"/>
                  </a:lnTo>
                  <a:lnTo>
                    <a:pt x="1923" y="258"/>
                  </a:lnTo>
                  <a:lnTo>
                    <a:pt x="1" y="2160"/>
                  </a:lnTo>
                  <a:lnTo>
                    <a:pt x="1" y="28032"/>
                  </a:lnTo>
                  <a:lnTo>
                    <a:pt x="80" y="28032"/>
                  </a:lnTo>
                  <a:lnTo>
                    <a:pt x="80" y="2199"/>
                  </a:lnTo>
                  <a:lnTo>
                    <a:pt x="1982" y="317"/>
                  </a:lnTo>
                  <a:lnTo>
                    <a:pt x="2022" y="337"/>
                  </a:lnTo>
                  <a:lnTo>
                    <a:pt x="2061" y="337"/>
                  </a:lnTo>
                  <a:lnTo>
                    <a:pt x="2121" y="317"/>
                  </a:lnTo>
                  <a:lnTo>
                    <a:pt x="2180" y="278"/>
                  </a:lnTo>
                  <a:lnTo>
                    <a:pt x="2220" y="238"/>
                  </a:lnTo>
                  <a:lnTo>
                    <a:pt x="2240" y="159"/>
                  </a:lnTo>
                  <a:lnTo>
                    <a:pt x="2220" y="99"/>
                  </a:lnTo>
                  <a:lnTo>
                    <a:pt x="2180" y="40"/>
                  </a:lnTo>
                  <a:lnTo>
                    <a:pt x="2121" y="20"/>
                  </a:lnTo>
                  <a:lnTo>
                    <a:pt x="2061"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8"/>
            <p:cNvSpPr/>
            <p:nvPr/>
          </p:nvSpPr>
          <p:spPr>
            <a:xfrm>
              <a:off x="926525" y="1733975"/>
              <a:ext cx="56000" cy="700825"/>
            </a:xfrm>
            <a:custGeom>
              <a:avLst/>
              <a:gdLst/>
              <a:ahLst/>
              <a:cxnLst/>
              <a:rect l="l" t="t" r="r" b="b"/>
              <a:pathLst>
                <a:path w="2240" h="28033" fill="none" extrusionOk="0">
                  <a:moveTo>
                    <a:pt x="2061" y="0"/>
                  </a:moveTo>
                  <a:lnTo>
                    <a:pt x="2061" y="0"/>
                  </a:lnTo>
                  <a:lnTo>
                    <a:pt x="2002" y="20"/>
                  </a:lnTo>
                  <a:lnTo>
                    <a:pt x="1942" y="40"/>
                  </a:lnTo>
                  <a:lnTo>
                    <a:pt x="1903" y="99"/>
                  </a:lnTo>
                  <a:lnTo>
                    <a:pt x="1903" y="159"/>
                  </a:lnTo>
                  <a:lnTo>
                    <a:pt x="1903" y="159"/>
                  </a:lnTo>
                  <a:lnTo>
                    <a:pt x="1903" y="218"/>
                  </a:lnTo>
                  <a:lnTo>
                    <a:pt x="1923" y="258"/>
                  </a:lnTo>
                  <a:lnTo>
                    <a:pt x="1" y="2160"/>
                  </a:lnTo>
                  <a:lnTo>
                    <a:pt x="1" y="28032"/>
                  </a:lnTo>
                  <a:lnTo>
                    <a:pt x="80" y="28032"/>
                  </a:lnTo>
                  <a:lnTo>
                    <a:pt x="80" y="2199"/>
                  </a:lnTo>
                  <a:lnTo>
                    <a:pt x="1982" y="317"/>
                  </a:lnTo>
                  <a:lnTo>
                    <a:pt x="1982" y="317"/>
                  </a:lnTo>
                  <a:lnTo>
                    <a:pt x="2022" y="337"/>
                  </a:lnTo>
                  <a:lnTo>
                    <a:pt x="2061" y="337"/>
                  </a:lnTo>
                  <a:lnTo>
                    <a:pt x="2061" y="337"/>
                  </a:lnTo>
                  <a:lnTo>
                    <a:pt x="2121" y="317"/>
                  </a:lnTo>
                  <a:lnTo>
                    <a:pt x="2180" y="278"/>
                  </a:lnTo>
                  <a:lnTo>
                    <a:pt x="2220" y="238"/>
                  </a:lnTo>
                  <a:lnTo>
                    <a:pt x="2240" y="159"/>
                  </a:lnTo>
                  <a:lnTo>
                    <a:pt x="2240" y="159"/>
                  </a:lnTo>
                  <a:lnTo>
                    <a:pt x="2220" y="99"/>
                  </a:lnTo>
                  <a:lnTo>
                    <a:pt x="2180" y="40"/>
                  </a:lnTo>
                  <a:lnTo>
                    <a:pt x="2121" y="20"/>
                  </a:lnTo>
                  <a:lnTo>
                    <a:pt x="2061"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8"/>
            <p:cNvSpPr/>
            <p:nvPr/>
          </p:nvSpPr>
          <p:spPr>
            <a:xfrm>
              <a:off x="472875" y="1899875"/>
              <a:ext cx="49550" cy="534925"/>
            </a:xfrm>
            <a:custGeom>
              <a:avLst/>
              <a:gdLst/>
              <a:ahLst/>
              <a:cxnLst/>
              <a:rect l="l" t="t" r="r" b="b"/>
              <a:pathLst>
                <a:path w="1982" h="21397" extrusionOk="0">
                  <a:moveTo>
                    <a:pt x="1744" y="1"/>
                  </a:moveTo>
                  <a:lnTo>
                    <a:pt x="1684" y="40"/>
                  </a:lnTo>
                  <a:lnTo>
                    <a:pt x="1664" y="100"/>
                  </a:lnTo>
                  <a:lnTo>
                    <a:pt x="1645" y="159"/>
                  </a:lnTo>
                  <a:lnTo>
                    <a:pt x="1645" y="199"/>
                  </a:lnTo>
                  <a:lnTo>
                    <a:pt x="1664" y="258"/>
                  </a:lnTo>
                  <a:lnTo>
                    <a:pt x="0" y="1922"/>
                  </a:lnTo>
                  <a:lnTo>
                    <a:pt x="0" y="3111"/>
                  </a:lnTo>
                  <a:lnTo>
                    <a:pt x="1763" y="4874"/>
                  </a:lnTo>
                  <a:lnTo>
                    <a:pt x="1763" y="21396"/>
                  </a:lnTo>
                  <a:lnTo>
                    <a:pt x="1862" y="21396"/>
                  </a:lnTo>
                  <a:lnTo>
                    <a:pt x="1862" y="4834"/>
                  </a:lnTo>
                  <a:lnTo>
                    <a:pt x="1862" y="2735"/>
                  </a:lnTo>
                  <a:lnTo>
                    <a:pt x="1902" y="2715"/>
                  </a:lnTo>
                  <a:lnTo>
                    <a:pt x="1942" y="2675"/>
                  </a:lnTo>
                  <a:lnTo>
                    <a:pt x="1962" y="2636"/>
                  </a:lnTo>
                  <a:lnTo>
                    <a:pt x="1981" y="2576"/>
                  </a:lnTo>
                  <a:lnTo>
                    <a:pt x="1962" y="2517"/>
                  </a:lnTo>
                  <a:lnTo>
                    <a:pt x="1922" y="2457"/>
                  </a:lnTo>
                  <a:lnTo>
                    <a:pt x="1882" y="2418"/>
                  </a:lnTo>
                  <a:lnTo>
                    <a:pt x="1744" y="2418"/>
                  </a:lnTo>
                  <a:lnTo>
                    <a:pt x="1684" y="2457"/>
                  </a:lnTo>
                  <a:lnTo>
                    <a:pt x="1664" y="2517"/>
                  </a:lnTo>
                  <a:lnTo>
                    <a:pt x="1645" y="2576"/>
                  </a:lnTo>
                  <a:lnTo>
                    <a:pt x="1645" y="2636"/>
                  </a:lnTo>
                  <a:lnTo>
                    <a:pt x="1684" y="2675"/>
                  </a:lnTo>
                  <a:lnTo>
                    <a:pt x="1724" y="2715"/>
                  </a:lnTo>
                  <a:lnTo>
                    <a:pt x="1763" y="2735"/>
                  </a:lnTo>
                  <a:lnTo>
                    <a:pt x="1763" y="4755"/>
                  </a:lnTo>
                  <a:lnTo>
                    <a:pt x="80" y="3071"/>
                  </a:lnTo>
                  <a:lnTo>
                    <a:pt x="80" y="1962"/>
                  </a:lnTo>
                  <a:lnTo>
                    <a:pt x="1744" y="298"/>
                  </a:lnTo>
                  <a:lnTo>
                    <a:pt x="1803" y="318"/>
                  </a:lnTo>
                  <a:lnTo>
                    <a:pt x="1882" y="318"/>
                  </a:lnTo>
                  <a:lnTo>
                    <a:pt x="1922" y="278"/>
                  </a:lnTo>
                  <a:lnTo>
                    <a:pt x="1962" y="219"/>
                  </a:lnTo>
                  <a:lnTo>
                    <a:pt x="1981" y="159"/>
                  </a:lnTo>
                  <a:lnTo>
                    <a:pt x="1962" y="100"/>
                  </a:lnTo>
                  <a:lnTo>
                    <a:pt x="1922" y="40"/>
                  </a:lnTo>
                  <a:lnTo>
                    <a:pt x="1882"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8"/>
            <p:cNvSpPr/>
            <p:nvPr/>
          </p:nvSpPr>
          <p:spPr>
            <a:xfrm>
              <a:off x="472875" y="1899875"/>
              <a:ext cx="49550" cy="534925"/>
            </a:xfrm>
            <a:custGeom>
              <a:avLst/>
              <a:gdLst/>
              <a:ahLst/>
              <a:cxnLst/>
              <a:rect l="l" t="t" r="r" b="b"/>
              <a:pathLst>
                <a:path w="1982" h="21397" fill="none" extrusionOk="0">
                  <a:moveTo>
                    <a:pt x="1803" y="1"/>
                  </a:moveTo>
                  <a:lnTo>
                    <a:pt x="1803" y="1"/>
                  </a:lnTo>
                  <a:lnTo>
                    <a:pt x="1744" y="1"/>
                  </a:lnTo>
                  <a:lnTo>
                    <a:pt x="1684" y="40"/>
                  </a:lnTo>
                  <a:lnTo>
                    <a:pt x="1664" y="100"/>
                  </a:lnTo>
                  <a:lnTo>
                    <a:pt x="1645" y="159"/>
                  </a:lnTo>
                  <a:lnTo>
                    <a:pt x="1645" y="159"/>
                  </a:lnTo>
                  <a:lnTo>
                    <a:pt x="1645" y="199"/>
                  </a:lnTo>
                  <a:lnTo>
                    <a:pt x="1664" y="258"/>
                  </a:lnTo>
                  <a:lnTo>
                    <a:pt x="0" y="1922"/>
                  </a:lnTo>
                  <a:lnTo>
                    <a:pt x="0" y="3111"/>
                  </a:lnTo>
                  <a:lnTo>
                    <a:pt x="1763" y="4874"/>
                  </a:lnTo>
                  <a:lnTo>
                    <a:pt x="1763" y="21396"/>
                  </a:lnTo>
                  <a:lnTo>
                    <a:pt x="1862" y="21396"/>
                  </a:lnTo>
                  <a:lnTo>
                    <a:pt x="1862" y="4834"/>
                  </a:lnTo>
                  <a:lnTo>
                    <a:pt x="1862" y="2735"/>
                  </a:lnTo>
                  <a:lnTo>
                    <a:pt x="1862" y="2735"/>
                  </a:lnTo>
                  <a:lnTo>
                    <a:pt x="1902" y="2715"/>
                  </a:lnTo>
                  <a:lnTo>
                    <a:pt x="1942" y="2675"/>
                  </a:lnTo>
                  <a:lnTo>
                    <a:pt x="1962" y="2636"/>
                  </a:lnTo>
                  <a:lnTo>
                    <a:pt x="1981" y="2576"/>
                  </a:lnTo>
                  <a:lnTo>
                    <a:pt x="1981" y="2576"/>
                  </a:lnTo>
                  <a:lnTo>
                    <a:pt x="1962" y="2517"/>
                  </a:lnTo>
                  <a:lnTo>
                    <a:pt x="1922" y="2457"/>
                  </a:lnTo>
                  <a:lnTo>
                    <a:pt x="1882" y="2418"/>
                  </a:lnTo>
                  <a:lnTo>
                    <a:pt x="1803" y="2418"/>
                  </a:lnTo>
                  <a:lnTo>
                    <a:pt x="1803" y="2418"/>
                  </a:lnTo>
                  <a:lnTo>
                    <a:pt x="1744" y="2418"/>
                  </a:lnTo>
                  <a:lnTo>
                    <a:pt x="1684" y="2457"/>
                  </a:lnTo>
                  <a:lnTo>
                    <a:pt x="1664" y="2517"/>
                  </a:lnTo>
                  <a:lnTo>
                    <a:pt x="1645" y="2576"/>
                  </a:lnTo>
                  <a:lnTo>
                    <a:pt x="1645" y="2576"/>
                  </a:lnTo>
                  <a:lnTo>
                    <a:pt x="1645" y="2636"/>
                  </a:lnTo>
                  <a:lnTo>
                    <a:pt x="1684" y="2675"/>
                  </a:lnTo>
                  <a:lnTo>
                    <a:pt x="1724" y="2715"/>
                  </a:lnTo>
                  <a:lnTo>
                    <a:pt x="1763" y="2735"/>
                  </a:lnTo>
                  <a:lnTo>
                    <a:pt x="1763" y="4755"/>
                  </a:lnTo>
                  <a:lnTo>
                    <a:pt x="80" y="3071"/>
                  </a:lnTo>
                  <a:lnTo>
                    <a:pt x="80" y="1962"/>
                  </a:lnTo>
                  <a:lnTo>
                    <a:pt x="1744" y="298"/>
                  </a:lnTo>
                  <a:lnTo>
                    <a:pt x="1744" y="298"/>
                  </a:lnTo>
                  <a:lnTo>
                    <a:pt x="1803" y="318"/>
                  </a:lnTo>
                  <a:lnTo>
                    <a:pt x="1803" y="318"/>
                  </a:lnTo>
                  <a:lnTo>
                    <a:pt x="1882" y="318"/>
                  </a:lnTo>
                  <a:lnTo>
                    <a:pt x="1922" y="278"/>
                  </a:lnTo>
                  <a:lnTo>
                    <a:pt x="1962" y="219"/>
                  </a:lnTo>
                  <a:lnTo>
                    <a:pt x="1981" y="159"/>
                  </a:lnTo>
                  <a:lnTo>
                    <a:pt x="1981" y="159"/>
                  </a:lnTo>
                  <a:lnTo>
                    <a:pt x="1962" y="100"/>
                  </a:lnTo>
                  <a:lnTo>
                    <a:pt x="1922" y="40"/>
                  </a:lnTo>
                  <a:lnTo>
                    <a:pt x="1882" y="1"/>
                  </a:lnTo>
                  <a:lnTo>
                    <a:pt x="1803"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8"/>
            <p:cNvSpPr/>
            <p:nvPr/>
          </p:nvSpPr>
          <p:spPr>
            <a:xfrm>
              <a:off x="635825" y="1904825"/>
              <a:ext cx="8425" cy="529975"/>
            </a:xfrm>
            <a:custGeom>
              <a:avLst/>
              <a:gdLst/>
              <a:ahLst/>
              <a:cxnLst/>
              <a:rect l="l" t="t" r="r" b="b"/>
              <a:pathLst>
                <a:path w="337" h="21199" extrusionOk="0">
                  <a:moveTo>
                    <a:pt x="119" y="1"/>
                  </a:moveTo>
                  <a:lnTo>
                    <a:pt x="59" y="40"/>
                  </a:lnTo>
                  <a:lnTo>
                    <a:pt x="20" y="100"/>
                  </a:lnTo>
                  <a:lnTo>
                    <a:pt x="0" y="159"/>
                  </a:lnTo>
                  <a:lnTo>
                    <a:pt x="20" y="219"/>
                  </a:lnTo>
                  <a:lnTo>
                    <a:pt x="40" y="258"/>
                  </a:lnTo>
                  <a:lnTo>
                    <a:pt x="79" y="298"/>
                  </a:lnTo>
                  <a:lnTo>
                    <a:pt x="139" y="318"/>
                  </a:lnTo>
                  <a:lnTo>
                    <a:pt x="139" y="21198"/>
                  </a:lnTo>
                  <a:lnTo>
                    <a:pt x="218" y="21198"/>
                  </a:lnTo>
                  <a:lnTo>
                    <a:pt x="218" y="318"/>
                  </a:lnTo>
                  <a:lnTo>
                    <a:pt x="277" y="298"/>
                  </a:lnTo>
                  <a:lnTo>
                    <a:pt x="317" y="258"/>
                  </a:lnTo>
                  <a:lnTo>
                    <a:pt x="337" y="219"/>
                  </a:lnTo>
                  <a:lnTo>
                    <a:pt x="337" y="159"/>
                  </a:lnTo>
                  <a:lnTo>
                    <a:pt x="337" y="100"/>
                  </a:lnTo>
                  <a:lnTo>
                    <a:pt x="297" y="40"/>
                  </a:lnTo>
                  <a:lnTo>
                    <a:pt x="238"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8"/>
            <p:cNvSpPr/>
            <p:nvPr/>
          </p:nvSpPr>
          <p:spPr>
            <a:xfrm>
              <a:off x="635825" y="1904825"/>
              <a:ext cx="8425" cy="529975"/>
            </a:xfrm>
            <a:custGeom>
              <a:avLst/>
              <a:gdLst/>
              <a:ahLst/>
              <a:cxnLst/>
              <a:rect l="l" t="t" r="r" b="b"/>
              <a:pathLst>
                <a:path w="337" h="21199" fill="none" extrusionOk="0">
                  <a:moveTo>
                    <a:pt x="178" y="1"/>
                  </a:moveTo>
                  <a:lnTo>
                    <a:pt x="178" y="1"/>
                  </a:lnTo>
                  <a:lnTo>
                    <a:pt x="119" y="1"/>
                  </a:lnTo>
                  <a:lnTo>
                    <a:pt x="59" y="40"/>
                  </a:lnTo>
                  <a:lnTo>
                    <a:pt x="20" y="100"/>
                  </a:lnTo>
                  <a:lnTo>
                    <a:pt x="0" y="159"/>
                  </a:lnTo>
                  <a:lnTo>
                    <a:pt x="0" y="159"/>
                  </a:lnTo>
                  <a:lnTo>
                    <a:pt x="20" y="219"/>
                  </a:lnTo>
                  <a:lnTo>
                    <a:pt x="40" y="258"/>
                  </a:lnTo>
                  <a:lnTo>
                    <a:pt x="79" y="298"/>
                  </a:lnTo>
                  <a:lnTo>
                    <a:pt x="139" y="318"/>
                  </a:lnTo>
                  <a:lnTo>
                    <a:pt x="139" y="21198"/>
                  </a:lnTo>
                  <a:lnTo>
                    <a:pt x="218" y="21198"/>
                  </a:lnTo>
                  <a:lnTo>
                    <a:pt x="218" y="318"/>
                  </a:lnTo>
                  <a:lnTo>
                    <a:pt x="218" y="318"/>
                  </a:lnTo>
                  <a:lnTo>
                    <a:pt x="277" y="298"/>
                  </a:lnTo>
                  <a:lnTo>
                    <a:pt x="317" y="258"/>
                  </a:lnTo>
                  <a:lnTo>
                    <a:pt x="337" y="219"/>
                  </a:lnTo>
                  <a:lnTo>
                    <a:pt x="337" y="159"/>
                  </a:lnTo>
                  <a:lnTo>
                    <a:pt x="337" y="159"/>
                  </a:lnTo>
                  <a:lnTo>
                    <a:pt x="337" y="100"/>
                  </a:lnTo>
                  <a:lnTo>
                    <a:pt x="297" y="40"/>
                  </a:lnTo>
                  <a:lnTo>
                    <a:pt x="238" y="1"/>
                  </a:lnTo>
                  <a:lnTo>
                    <a:pt x="178"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8"/>
            <p:cNvSpPr/>
            <p:nvPr/>
          </p:nvSpPr>
          <p:spPr>
            <a:xfrm>
              <a:off x="469900" y="1333800"/>
              <a:ext cx="78275" cy="1101000"/>
            </a:xfrm>
            <a:custGeom>
              <a:avLst/>
              <a:gdLst/>
              <a:ahLst/>
              <a:cxnLst/>
              <a:rect l="l" t="t" r="r" b="b"/>
              <a:pathLst>
                <a:path w="3131" h="44040" extrusionOk="0">
                  <a:moveTo>
                    <a:pt x="179" y="0"/>
                  </a:moveTo>
                  <a:lnTo>
                    <a:pt x="119" y="20"/>
                  </a:lnTo>
                  <a:lnTo>
                    <a:pt x="60" y="60"/>
                  </a:lnTo>
                  <a:lnTo>
                    <a:pt x="20" y="119"/>
                  </a:lnTo>
                  <a:lnTo>
                    <a:pt x="0" y="178"/>
                  </a:lnTo>
                  <a:lnTo>
                    <a:pt x="20" y="238"/>
                  </a:lnTo>
                  <a:lnTo>
                    <a:pt x="40" y="278"/>
                  </a:lnTo>
                  <a:lnTo>
                    <a:pt x="80" y="317"/>
                  </a:lnTo>
                  <a:lnTo>
                    <a:pt x="139" y="337"/>
                  </a:lnTo>
                  <a:lnTo>
                    <a:pt x="139" y="1684"/>
                  </a:lnTo>
                  <a:lnTo>
                    <a:pt x="1090" y="2635"/>
                  </a:lnTo>
                  <a:lnTo>
                    <a:pt x="1090" y="11272"/>
                  </a:lnTo>
                  <a:lnTo>
                    <a:pt x="3051" y="13234"/>
                  </a:lnTo>
                  <a:lnTo>
                    <a:pt x="3051" y="44039"/>
                  </a:lnTo>
                  <a:lnTo>
                    <a:pt x="3131" y="44039"/>
                  </a:lnTo>
                  <a:lnTo>
                    <a:pt x="3131" y="13194"/>
                  </a:lnTo>
                  <a:lnTo>
                    <a:pt x="1169" y="11233"/>
                  </a:lnTo>
                  <a:lnTo>
                    <a:pt x="1169" y="2595"/>
                  </a:lnTo>
                  <a:lnTo>
                    <a:pt x="218" y="1644"/>
                  </a:lnTo>
                  <a:lnTo>
                    <a:pt x="218" y="337"/>
                  </a:lnTo>
                  <a:lnTo>
                    <a:pt x="278" y="317"/>
                  </a:lnTo>
                  <a:lnTo>
                    <a:pt x="317" y="278"/>
                  </a:lnTo>
                  <a:lnTo>
                    <a:pt x="337" y="238"/>
                  </a:lnTo>
                  <a:lnTo>
                    <a:pt x="337" y="178"/>
                  </a:lnTo>
                  <a:lnTo>
                    <a:pt x="337" y="119"/>
                  </a:lnTo>
                  <a:lnTo>
                    <a:pt x="298" y="60"/>
                  </a:lnTo>
                  <a:lnTo>
                    <a:pt x="238" y="20"/>
                  </a:lnTo>
                  <a:lnTo>
                    <a:pt x="179"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8"/>
            <p:cNvSpPr/>
            <p:nvPr/>
          </p:nvSpPr>
          <p:spPr>
            <a:xfrm>
              <a:off x="469900" y="1333800"/>
              <a:ext cx="78275" cy="1101000"/>
            </a:xfrm>
            <a:custGeom>
              <a:avLst/>
              <a:gdLst/>
              <a:ahLst/>
              <a:cxnLst/>
              <a:rect l="l" t="t" r="r" b="b"/>
              <a:pathLst>
                <a:path w="3131" h="44040" fill="none" extrusionOk="0">
                  <a:moveTo>
                    <a:pt x="179" y="0"/>
                  </a:moveTo>
                  <a:lnTo>
                    <a:pt x="179" y="0"/>
                  </a:lnTo>
                  <a:lnTo>
                    <a:pt x="119" y="20"/>
                  </a:lnTo>
                  <a:lnTo>
                    <a:pt x="60" y="60"/>
                  </a:lnTo>
                  <a:lnTo>
                    <a:pt x="20" y="119"/>
                  </a:lnTo>
                  <a:lnTo>
                    <a:pt x="0" y="178"/>
                  </a:lnTo>
                  <a:lnTo>
                    <a:pt x="0" y="178"/>
                  </a:lnTo>
                  <a:lnTo>
                    <a:pt x="20" y="238"/>
                  </a:lnTo>
                  <a:lnTo>
                    <a:pt x="40" y="278"/>
                  </a:lnTo>
                  <a:lnTo>
                    <a:pt x="80" y="317"/>
                  </a:lnTo>
                  <a:lnTo>
                    <a:pt x="139" y="337"/>
                  </a:lnTo>
                  <a:lnTo>
                    <a:pt x="139" y="1684"/>
                  </a:lnTo>
                  <a:lnTo>
                    <a:pt x="1090" y="2635"/>
                  </a:lnTo>
                  <a:lnTo>
                    <a:pt x="1090" y="11272"/>
                  </a:lnTo>
                  <a:lnTo>
                    <a:pt x="3051" y="13234"/>
                  </a:lnTo>
                  <a:lnTo>
                    <a:pt x="3051" y="44039"/>
                  </a:lnTo>
                  <a:lnTo>
                    <a:pt x="3131" y="44039"/>
                  </a:lnTo>
                  <a:lnTo>
                    <a:pt x="3131" y="13194"/>
                  </a:lnTo>
                  <a:lnTo>
                    <a:pt x="1169" y="11233"/>
                  </a:lnTo>
                  <a:lnTo>
                    <a:pt x="1169" y="2595"/>
                  </a:lnTo>
                  <a:lnTo>
                    <a:pt x="218" y="1644"/>
                  </a:lnTo>
                  <a:lnTo>
                    <a:pt x="218" y="337"/>
                  </a:lnTo>
                  <a:lnTo>
                    <a:pt x="218" y="337"/>
                  </a:lnTo>
                  <a:lnTo>
                    <a:pt x="278" y="317"/>
                  </a:lnTo>
                  <a:lnTo>
                    <a:pt x="317" y="278"/>
                  </a:lnTo>
                  <a:lnTo>
                    <a:pt x="337" y="238"/>
                  </a:lnTo>
                  <a:lnTo>
                    <a:pt x="337" y="178"/>
                  </a:lnTo>
                  <a:lnTo>
                    <a:pt x="337" y="178"/>
                  </a:lnTo>
                  <a:lnTo>
                    <a:pt x="337" y="119"/>
                  </a:lnTo>
                  <a:lnTo>
                    <a:pt x="298" y="60"/>
                  </a:lnTo>
                  <a:lnTo>
                    <a:pt x="238" y="20"/>
                  </a:lnTo>
                  <a:lnTo>
                    <a:pt x="179"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8"/>
            <p:cNvSpPr/>
            <p:nvPr/>
          </p:nvSpPr>
          <p:spPr>
            <a:xfrm>
              <a:off x="868600" y="1090625"/>
              <a:ext cx="77775" cy="1344175"/>
            </a:xfrm>
            <a:custGeom>
              <a:avLst/>
              <a:gdLst/>
              <a:ahLst/>
              <a:cxnLst/>
              <a:rect l="l" t="t" r="r" b="b"/>
              <a:pathLst>
                <a:path w="3111" h="53767" extrusionOk="0">
                  <a:moveTo>
                    <a:pt x="2952" y="0"/>
                  </a:moveTo>
                  <a:lnTo>
                    <a:pt x="2892" y="20"/>
                  </a:lnTo>
                  <a:lnTo>
                    <a:pt x="2833" y="60"/>
                  </a:lnTo>
                  <a:lnTo>
                    <a:pt x="2793" y="99"/>
                  </a:lnTo>
                  <a:lnTo>
                    <a:pt x="2774" y="178"/>
                  </a:lnTo>
                  <a:lnTo>
                    <a:pt x="2793" y="218"/>
                  </a:lnTo>
                  <a:lnTo>
                    <a:pt x="2813" y="278"/>
                  </a:lnTo>
                  <a:lnTo>
                    <a:pt x="2853" y="317"/>
                  </a:lnTo>
                  <a:lnTo>
                    <a:pt x="2912" y="337"/>
                  </a:lnTo>
                  <a:lnTo>
                    <a:pt x="2912" y="1644"/>
                  </a:lnTo>
                  <a:lnTo>
                    <a:pt x="1961" y="2595"/>
                  </a:lnTo>
                  <a:lnTo>
                    <a:pt x="1961" y="11233"/>
                  </a:lnTo>
                  <a:lnTo>
                    <a:pt x="0" y="13194"/>
                  </a:lnTo>
                  <a:lnTo>
                    <a:pt x="0" y="53766"/>
                  </a:lnTo>
                  <a:lnTo>
                    <a:pt x="79" y="53766"/>
                  </a:lnTo>
                  <a:lnTo>
                    <a:pt x="79" y="13234"/>
                  </a:lnTo>
                  <a:lnTo>
                    <a:pt x="2041" y="11272"/>
                  </a:lnTo>
                  <a:lnTo>
                    <a:pt x="2041" y="2635"/>
                  </a:lnTo>
                  <a:lnTo>
                    <a:pt x="2991" y="1684"/>
                  </a:lnTo>
                  <a:lnTo>
                    <a:pt x="2991" y="337"/>
                  </a:lnTo>
                  <a:lnTo>
                    <a:pt x="3051" y="317"/>
                  </a:lnTo>
                  <a:lnTo>
                    <a:pt x="3091" y="278"/>
                  </a:lnTo>
                  <a:lnTo>
                    <a:pt x="3110" y="218"/>
                  </a:lnTo>
                  <a:lnTo>
                    <a:pt x="3110" y="178"/>
                  </a:lnTo>
                  <a:lnTo>
                    <a:pt x="3110" y="99"/>
                  </a:lnTo>
                  <a:lnTo>
                    <a:pt x="3071" y="60"/>
                  </a:lnTo>
                  <a:lnTo>
                    <a:pt x="3011" y="20"/>
                  </a:lnTo>
                  <a:lnTo>
                    <a:pt x="2952"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8"/>
            <p:cNvSpPr/>
            <p:nvPr/>
          </p:nvSpPr>
          <p:spPr>
            <a:xfrm>
              <a:off x="868600" y="1090625"/>
              <a:ext cx="77775" cy="1344175"/>
            </a:xfrm>
            <a:custGeom>
              <a:avLst/>
              <a:gdLst/>
              <a:ahLst/>
              <a:cxnLst/>
              <a:rect l="l" t="t" r="r" b="b"/>
              <a:pathLst>
                <a:path w="3111" h="53767" fill="none" extrusionOk="0">
                  <a:moveTo>
                    <a:pt x="2952" y="0"/>
                  </a:moveTo>
                  <a:lnTo>
                    <a:pt x="2952" y="0"/>
                  </a:lnTo>
                  <a:lnTo>
                    <a:pt x="2892" y="20"/>
                  </a:lnTo>
                  <a:lnTo>
                    <a:pt x="2833" y="60"/>
                  </a:lnTo>
                  <a:lnTo>
                    <a:pt x="2793" y="99"/>
                  </a:lnTo>
                  <a:lnTo>
                    <a:pt x="2774" y="178"/>
                  </a:lnTo>
                  <a:lnTo>
                    <a:pt x="2774" y="178"/>
                  </a:lnTo>
                  <a:lnTo>
                    <a:pt x="2793" y="218"/>
                  </a:lnTo>
                  <a:lnTo>
                    <a:pt x="2813" y="278"/>
                  </a:lnTo>
                  <a:lnTo>
                    <a:pt x="2853" y="317"/>
                  </a:lnTo>
                  <a:lnTo>
                    <a:pt x="2912" y="337"/>
                  </a:lnTo>
                  <a:lnTo>
                    <a:pt x="2912" y="1644"/>
                  </a:lnTo>
                  <a:lnTo>
                    <a:pt x="1961" y="2595"/>
                  </a:lnTo>
                  <a:lnTo>
                    <a:pt x="1961" y="11233"/>
                  </a:lnTo>
                  <a:lnTo>
                    <a:pt x="0" y="13194"/>
                  </a:lnTo>
                  <a:lnTo>
                    <a:pt x="0" y="53766"/>
                  </a:lnTo>
                  <a:lnTo>
                    <a:pt x="79" y="53766"/>
                  </a:lnTo>
                  <a:lnTo>
                    <a:pt x="79" y="13234"/>
                  </a:lnTo>
                  <a:lnTo>
                    <a:pt x="2041" y="11272"/>
                  </a:lnTo>
                  <a:lnTo>
                    <a:pt x="2041" y="2635"/>
                  </a:lnTo>
                  <a:lnTo>
                    <a:pt x="2991" y="1684"/>
                  </a:lnTo>
                  <a:lnTo>
                    <a:pt x="2991" y="337"/>
                  </a:lnTo>
                  <a:lnTo>
                    <a:pt x="2991" y="337"/>
                  </a:lnTo>
                  <a:lnTo>
                    <a:pt x="3051" y="317"/>
                  </a:lnTo>
                  <a:lnTo>
                    <a:pt x="3091" y="278"/>
                  </a:lnTo>
                  <a:lnTo>
                    <a:pt x="3110" y="218"/>
                  </a:lnTo>
                  <a:lnTo>
                    <a:pt x="3110" y="178"/>
                  </a:lnTo>
                  <a:lnTo>
                    <a:pt x="3110" y="178"/>
                  </a:lnTo>
                  <a:lnTo>
                    <a:pt x="3110" y="99"/>
                  </a:lnTo>
                  <a:lnTo>
                    <a:pt x="3071" y="60"/>
                  </a:lnTo>
                  <a:lnTo>
                    <a:pt x="3011" y="20"/>
                  </a:lnTo>
                  <a:lnTo>
                    <a:pt x="2952"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8"/>
            <p:cNvSpPr/>
            <p:nvPr/>
          </p:nvSpPr>
          <p:spPr>
            <a:xfrm>
              <a:off x="894350" y="1656700"/>
              <a:ext cx="49550" cy="778100"/>
            </a:xfrm>
            <a:custGeom>
              <a:avLst/>
              <a:gdLst/>
              <a:ahLst/>
              <a:cxnLst/>
              <a:rect l="l" t="t" r="r" b="b"/>
              <a:pathLst>
                <a:path w="1982" h="31124" extrusionOk="0">
                  <a:moveTo>
                    <a:pt x="159" y="1"/>
                  </a:moveTo>
                  <a:lnTo>
                    <a:pt x="99" y="21"/>
                  </a:lnTo>
                  <a:lnTo>
                    <a:pt x="40" y="40"/>
                  </a:lnTo>
                  <a:lnTo>
                    <a:pt x="20" y="100"/>
                  </a:lnTo>
                  <a:lnTo>
                    <a:pt x="0" y="159"/>
                  </a:lnTo>
                  <a:lnTo>
                    <a:pt x="20" y="238"/>
                  </a:lnTo>
                  <a:lnTo>
                    <a:pt x="40" y="278"/>
                  </a:lnTo>
                  <a:lnTo>
                    <a:pt x="99" y="318"/>
                  </a:lnTo>
                  <a:lnTo>
                    <a:pt x="159" y="337"/>
                  </a:lnTo>
                  <a:lnTo>
                    <a:pt x="218" y="337"/>
                  </a:lnTo>
                  <a:lnTo>
                    <a:pt x="258" y="318"/>
                  </a:lnTo>
                  <a:lnTo>
                    <a:pt x="1902" y="1962"/>
                  </a:lnTo>
                  <a:lnTo>
                    <a:pt x="1902" y="3071"/>
                  </a:lnTo>
                  <a:lnTo>
                    <a:pt x="218" y="4755"/>
                  </a:lnTo>
                  <a:lnTo>
                    <a:pt x="218" y="2735"/>
                  </a:lnTo>
                  <a:lnTo>
                    <a:pt x="258" y="2715"/>
                  </a:lnTo>
                  <a:lnTo>
                    <a:pt x="297" y="2675"/>
                  </a:lnTo>
                  <a:lnTo>
                    <a:pt x="317" y="2616"/>
                  </a:lnTo>
                  <a:lnTo>
                    <a:pt x="337" y="2576"/>
                  </a:lnTo>
                  <a:lnTo>
                    <a:pt x="317" y="2497"/>
                  </a:lnTo>
                  <a:lnTo>
                    <a:pt x="278" y="2457"/>
                  </a:lnTo>
                  <a:lnTo>
                    <a:pt x="238" y="2418"/>
                  </a:lnTo>
                  <a:lnTo>
                    <a:pt x="159" y="2398"/>
                  </a:lnTo>
                  <a:lnTo>
                    <a:pt x="99" y="2418"/>
                  </a:lnTo>
                  <a:lnTo>
                    <a:pt x="40" y="2457"/>
                  </a:lnTo>
                  <a:lnTo>
                    <a:pt x="20" y="2497"/>
                  </a:lnTo>
                  <a:lnTo>
                    <a:pt x="0" y="2576"/>
                  </a:lnTo>
                  <a:lnTo>
                    <a:pt x="0" y="2616"/>
                  </a:lnTo>
                  <a:lnTo>
                    <a:pt x="40" y="2675"/>
                  </a:lnTo>
                  <a:lnTo>
                    <a:pt x="79" y="2715"/>
                  </a:lnTo>
                  <a:lnTo>
                    <a:pt x="119" y="2735"/>
                  </a:lnTo>
                  <a:lnTo>
                    <a:pt x="119" y="31123"/>
                  </a:lnTo>
                  <a:lnTo>
                    <a:pt x="218" y="31123"/>
                  </a:lnTo>
                  <a:lnTo>
                    <a:pt x="218" y="4874"/>
                  </a:lnTo>
                  <a:lnTo>
                    <a:pt x="1981" y="3091"/>
                  </a:lnTo>
                  <a:lnTo>
                    <a:pt x="1981" y="1922"/>
                  </a:lnTo>
                  <a:lnTo>
                    <a:pt x="317" y="258"/>
                  </a:lnTo>
                  <a:lnTo>
                    <a:pt x="337" y="219"/>
                  </a:lnTo>
                  <a:lnTo>
                    <a:pt x="337" y="159"/>
                  </a:lnTo>
                  <a:lnTo>
                    <a:pt x="317" y="100"/>
                  </a:lnTo>
                  <a:lnTo>
                    <a:pt x="278" y="40"/>
                  </a:lnTo>
                  <a:lnTo>
                    <a:pt x="238" y="21"/>
                  </a:lnTo>
                  <a:lnTo>
                    <a:pt x="159"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8"/>
            <p:cNvSpPr/>
            <p:nvPr/>
          </p:nvSpPr>
          <p:spPr>
            <a:xfrm>
              <a:off x="894350" y="1656700"/>
              <a:ext cx="49550" cy="778100"/>
            </a:xfrm>
            <a:custGeom>
              <a:avLst/>
              <a:gdLst/>
              <a:ahLst/>
              <a:cxnLst/>
              <a:rect l="l" t="t" r="r" b="b"/>
              <a:pathLst>
                <a:path w="1982" h="31124" fill="none" extrusionOk="0">
                  <a:moveTo>
                    <a:pt x="159" y="1"/>
                  </a:moveTo>
                  <a:lnTo>
                    <a:pt x="159" y="1"/>
                  </a:lnTo>
                  <a:lnTo>
                    <a:pt x="159" y="1"/>
                  </a:lnTo>
                  <a:lnTo>
                    <a:pt x="159" y="1"/>
                  </a:lnTo>
                  <a:lnTo>
                    <a:pt x="99" y="21"/>
                  </a:lnTo>
                  <a:lnTo>
                    <a:pt x="40" y="40"/>
                  </a:lnTo>
                  <a:lnTo>
                    <a:pt x="20" y="100"/>
                  </a:lnTo>
                  <a:lnTo>
                    <a:pt x="0" y="159"/>
                  </a:lnTo>
                  <a:lnTo>
                    <a:pt x="0" y="159"/>
                  </a:lnTo>
                  <a:lnTo>
                    <a:pt x="20" y="238"/>
                  </a:lnTo>
                  <a:lnTo>
                    <a:pt x="40" y="278"/>
                  </a:lnTo>
                  <a:lnTo>
                    <a:pt x="99" y="318"/>
                  </a:lnTo>
                  <a:lnTo>
                    <a:pt x="159" y="337"/>
                  </a:lnTo>
                  <a:lnTo>
                    <a:pt x="159" y="337"/>
                  </a:lnTo>
                  <a:lnTo>
                    <a:pt x="218" y="337"/>
                  </a:lnTo>
                  <a:lnTo>
                    <a:pt x="258" y="318"/>
                  </a:lnTo>
                  <a:lnTo>
                    <a:pt x="1902" y="1962"/>
                  </a:lnTo>
                  <a:lnTo>
                    <a:pt x="1902" y="3071"/>
                  </a:lnTo>
                  <a:lnTo>
                    <a:pt x="218" y="4755"/>
                  </a:lnTo>
                  <a:lnTo>
                    <a:pt x="218" y="2735"/>
                  </a:lnTo>
                  <a:lnTo>
                    <a:pt x="218" y="2735"/>
                  </a:lnTo>
                  <a:lnTo>
                    <a:pt x="258" y="2715"/>
                  </a:lnTo>
                  <a:lnTo>
                    <a:pt x="297" y="2675"/>
                  </a:lnTo>
                  <a:lnTo>
                    <a:pt x="317" y="2616"/>
                  </a:lnTo>
                  <a:lnTo>
                    <a:pt x="337" y="2576"/>
                  </a:lnTo>
                  <a:lnTo>
                    <a:pt x="337" y="2576"/>
                  </a:lnTo>
                  <a:lnTo>
                    <a:pt x="317" y="2497"/>
                  </a:lnTo>
                  <a:lnTo>
                    <a:pt x="278" y="2457"/>
                  </a:lnTo>
                  <a:lnTo>
                    <a:pt x="238" y="2418"/>
                  </a:lnTo>
                  <a:lnTo>
                    <a:pt x="159" y="2398"/>
                  </a:lnTo>
                  <a:lnTo>
                    <a:pt x="159" y="2398"/>
                  </a:lnTo>
                  <a:lnTo>
                    <a:pt x="99" y="2418"/>
                  </a:lnTo>
                  <a:lnTo>
                    <a:pt x="40" y="2457"/>
                  </a:lnTo>
                  <a:lnTo>
                    <a:pt x="20" y="2497"/>
                  </a:lnTo>
                  <a:lnTo>
                    <a:pt x="0" y="2576"/>
                  </a:lnTo>
                  <a:lnTo>
                    <a:pt x="0" y="2576"/>
                  </a:lnTo>
                  <a:lnTo>
                    <a:pt x="0" y="2616"/>
                  </a:lnTo>
                  <a:lnTo>
                    <a:pt x="40" y="2675"/>
                  </a:lnTo>
                  <a:lnTo>
                    <a:pt x="79" y="2715"/>
                  </a:lnTo>
                  <a:lnTo>
                    <a:pt x="119" y="2735"/>
                  </a:lnTo>
                  <a:lnTo>
                    <a:pt x="119" y="31123"/>
                  </a:lnTo>
                  <a:lnTo>
                    <a:pt x="218" y="31123"/>
                  </a:lnTo>
                  <a:lnTo>
                    <a:pt x="218" y="4874"/>
                  </a:lnTo>
                  <a:lnTo>
                    <a:pt x="1981" y="3091"/>
                  </a:lnTo>
                  <a:lnTo>
                    <a:pt x="1981" y="1922"/>
                  </a:lnTo>
                  <a:lnTo>
                    <a:pt x="317" y="258"/>
                  </a:lnTo>
                  <a:lnTo>
                    <a:pt x="317" y="258"/>
                  </a:lnTo>
                  <a:lnTo>
                    <a:pt x="337" y="219"/>
                  </a:lnTo>
                  <a:lnTo>
                    <a:pt x="337" y="159"/>
                  </a:lnTo>
                  <a:lnTo>
                    <a:pt x="337" y="159"/>
                  </a:lnTo>
                  <a:lnTo>
                    <a:pt x="317" y="100"/>
                  </a:lnTo>
                  <a:lnTo>
                    <a:pt x="278" y="40"/>
                  </a:lnTo>
                  <a:lnTo>
                    <a:pt x="238" y="21"/>
                  </a:lnTo>
                  <a:lnTo>
                    <a:pt x="159"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8"/>
            <p:cNvSpPr/>
            <p:nvPr/>
          </p:nvSpPr>
          <p:spPr>
            <a:xfrm>
              <a:off x="614525" y="1073275"/>
              <a:ext cx="187725" cy="1361525"/>
            </a:xfrm>
            <a:custGeom>
              <a:avLst/>
              <a:gdLst/>
              <a:ahLst/>
              <a:cxnLst/>
              <a:rect l="l" t="t" r="r" b="b"/>
              <a:pathLst>
                <a:path w="7509" h="54461" extrusionOk="0">
                  <a:moveTo>
                    <a:pt x="5488" y="1"/>
                  </a:moveTo>
                  <a:lnTo>
                    <a:pt x="5428" y="21"/>
                  </a:lnTo>
                  <a:lnTo>
                    <a:pt x="5369" y="60"/>
                  </a:lnTo>
                  <a:lnTo>
                    <a:pt x="5349" y="120"/>
                  </a:lnTo>
                  <a:lnTo>
                    <a:pt x="5329" y="179"/>
                  </a:lnTo>
                  <a:lnTo>
                    <a:pt x="5329" y="239"/>
                  </a:lnTo>
                  <a:lnTo>
                    <a:pt x="5369" y="278"/>
                  </a:lnTo>
                  <a:lnTo>
                    <a:pt x="5408" y="318"/>
                  </a:lnTo>
                  <a:lnTo>
                    <a:pt x="5448" y="338"/>
                  </a:lnTo>
                  <a:lnTo>
                    <a:pt x="5448" y="8143"/>
                  </a:lnTo>
                  <a:lnTo>
                    <a:pt x="7409" y="10104"/>
                  </a:lnTo>
                  <a:lnTo>
                    <a:pt x="7409" y="17216"/>
                  </a:lnTo>
                  <a:lnTo>
                    <a:pt x="5448" y="19177"/>
                  </a:lnTo>
                  <a:lnTo>
                    <a:pt x="5448" y="27122"/>
                  </a:lnTo>
                  <a:lnTo>
                    <a:pt x="3011" y="29558"/>
                  </a:lnTo>
                  <a:lnTo>
                    <a:pt x="3011" y="34412"/>
                  </a:lnTo>
                  <a:lnTo>
                    <a:pt x="4418" y="35818"/>
                  </a:lnTo>
                  <a:lnTo>
                    <a:pt x="4418" y="39206"/>
                  </a:lnTo>
                  <a:lnTo>
                    <a:pt x="2060" y="36849"/>
                  </a:lnTo>
                  <a:lnTo>
                    <a:pt x="2060" y="28904"/>
                  </a:lnTo>
                  <a:lnTo>
                    <a:pt x="79" y="26943"/>
                  </a:lnTo>
                  <a:lnTo>
                    <a:pt x="79" y="19831"/>
                  </a:lnTo>
                  <a:lnTo>
                    <a:pt x="2060" y="17870"/>
                  </a:lnTo>
                  <a:lnTo>
                    <a:pt x="2060" y="10065"/>
                  </a:lnTo>
                  <a:lnTo>
                    <a:pt x="2100" y="10045"/>
                  </a:lnTo>
                  <a:lnTo>
                    <a:pt x="2140" y="10005"/>
                  </a:lnTo>
                  <a:lnTo>
                    <a:pt x="2179" y="9966"/>
                  </a:lnTo>
                  <a:lnTo>
                    <a:pt x="2179" y="9906"/>
                  </a:lnTo>
                  <a:lnTo>
                    <a:pt x="2160" y="9847"/>
                  </a:lnTo>
                  <a:lnTo>
                    <a:pt x="2140" y="9787"/>
                  </a:lnTo>
                  <a:lnTo>
                    <a:pt x="2080" y="9748"/>
                  </a:lnTo>
                  <a:lnTo>
                    <a:pt x="1942" y="9748"/>
                  </a:lnTo>
                  <a:lnTo>
                    <a:pt x="1902" y="9787"/>
                  </a:lnTo>
                  <a:lnTo>
                    <a:pt x="1862" y="9847"/>
                  </a:lnTo>
                  <a:lnTo>
                    <a:pt x="1843" y="9906"/>
                  </a:lnTo>
                  <a:lnTo>
                    <a:pt x="1862" y="9966"/>
                  </a:lnTo>
                  <a:lnTo>
                    <a:pt x="1882" y="10005"/>
                  </a:lnTo>
                  <a:lnTo>
                    <a:pt x="1922" y="10045"/>
                  </a:lnTo>
                  <a:lnTo>
                    <a:pt x="1961" y="10065"/>
                  </a:lnTo>
                  <a:lnTo>
                    <a:pt x="1961" y="17830"/>
                  </a:lnTo>
                  <a:lnTo>
                    <a:pt x="0" y="19792"/>
                  </a:lnTo>
                  <a:lnTo>
                    <a:pt x="0" y="26983"/>
                  </a:lnTo>
                  <a:lnTo>
                    <a:pt x="1961" y="28944"/>
                  </a:lnTo>
                  <a:lnTo>
                    <a:pt x="1961" y="36888"/>
                  </a:lnTo>
                  <a:lnTo>
                    <a:pt x="4418" y="39325"/>
                  </a:lnTo>
                  <a:lnTo>
                    <a:pt x="4418" y="54460"/>
                  </a:lnTo>
                  <a:lnTo>
                    <a:pt x="4497" y="54460"/>
                  </a:lnTo>
                  <a:lnTo>
                    <a:pt x="4497" y="39285"/>
                  </a:lnTo>
                  <a:lnTo>
                    <a:pt x="4497" y="33540"/>
                  </a:lnTo>
                  <a:lnTo>
                    <a:pt x="7508" y="30529"/>
                  </a:lnTo>
                  <a:lnTo>
                    <a:pt x="7508" y="20505"/>
                  </a:lnTo>
                  <a:lnTo>
                    <a:pt x="7409" y="20505"/>
                  </a:lnTo>
                  <a:lnTo>
                    <a:pt x="7409" y="30509"/>
                  </a:lnTo>
                  <a:lnTo>
                    <a:pt x="4497" y="33421"/>
                  </a:lnTo>
                  <a:lnTo>
                    <a:pt x="4497" y="32530"/>
                  </a:lnTo>
                  <a:lnTo>
                    <a:pt x="6518" y="30529"/>
                  </a:lnTo>
                  <a:lnTo>
                    <a:pt x="6518" y="23694"/>
                  </a:lnTo>
                  <a:lnTo>
                    <a:pt x="6439" y="23694"/>
                  </a:lnTo>
                  <a:lnTo>
                    <a:pt x="6439" y="30509"/>
                  </a:lnTo>
                  <a:lnTo>
                    <a:pt x="4418" y="32510"/>
                  </a:lnTo>
                  <a:lnTo>
                    <a:pt x="4418" y="35700"/>
                  </a:lnTo>
                  <a:lnTo>
                    <a:pt x="3091" y="34392"/>
                  </a:lnTo>
                  <a:lnTo>
                    <a:pt x="3091" y="29598"/>
                  </a:lnTo>
                  <a:lnTo>
                    <a:pt x="5547" y="27161"/>
                  </a:lnTo>
                  <a:lnTo>
                    <a:pt x="5547" y="19217"/>
                  </a:lnTo>
                  <a:lnTo>
                    <a:pt x="7508" y="17256"/>
                  </a:lnTo>
                  <a:lnTo>
                    <a:pt x="7508" y="10065"/>
                  </a:lnTo>
                  <a:lnTo>
                    <a:pt x="5547" y="8103"/>
                  </a:lnTo>
                  <a:lnTo>
                    <a:pt x="5547" y="338"/>
                  </a:lnTo>
                  <a:lnTo>
                    <a:pt x="5587" y="318"/>
                  </a:lnTo>
                  <a:lnTo>
                    <a:pt x="5626" y="278"/>
                  </a:lnTo>
                  <a:lnTo>
                    <a:pt x="5646" y="239"/>
                  </a:lnTo>
                  <a:lnTo>
                    <a:pt x="5666" y="179"/>
                  </a:lnTo>
                  <a:lnTo>
                    <a:pt x="5646" y="120"/>
                  </a:lnTo>
                  <a:lnTo>
                    <a:pt x="5607" y="60"/>
                  </a:lnTo>
                  <a:lnTo>
                    <a:pt x="5567" y="21"/>
                  </a:lnTo>
                  <a:lnTo>
                    <a:pt x="5488"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8"/>
            <p:cNvSpPr/>
            <p:nvPr/>
          </p:nvSpPr>
          <p:spPr>
            <a:xfrm>
              <a:off x="614525" y="1073275"/>
              <a:ext cx="187725" cy="1361525"/>
            </a:xfrm>
            <a:custGeom>
              <a:avLst/>
              <a:gdLst/>
              <a:ahLst/>
              <a:cxnLst/>
              <a:rect l="l" t="t" r="r" b="b"/>
              <a:pathLst>
                <a:path w="7509" h="54461" fill="none" extrusionOk="0">
                  <a:moveTo>
                    <a:pt x="5488" y="1"/>
                  </a:moveTo>
                  <a:lnTo>
                    <a:pt x="5488" y="1"/>
                  </a:lnTo>
                  <a:lnTo>
                    <a:pt x="5428" y="21"/>
                  </a:lnTo>
                  <a:lnTo>
                    <a:pt x="5369" y="60"/>
                  </a:lnTo>
                  <a:lnTo>
                    <a:pt x="5349" y="120"/>
                  </a:lnTo>
                  <a:lnTo>
                    <a:pt x="5329" y="179"/>
                  </a:lnTo>
                  <a:lnTo>
                    <a:pt x="5329" y="179"/>
                  </a:lnTo>
                  <a:lnTo>
                    <a:pt x="5329" y="239"/>
                  </a:lnTo>
                  <a:lnTo>
                    <a:pt x="5369" y="278"/>
                  </a:lnTo>
                  <a:lnTo>
                    <a:pt x="5408" y="318"/>
                  </a:lnTo>
                  <a:lnTo>
                    <a:pt x="5448" y="338"/>
                  </a:lnTo>
                  <a:lnTo>
                    <a:pt x="5448" y="8143"/>
                  </a:lnTo>
                  <a:lnTo>
                    <a:pt x="7409" y="10104"/>
                  </a:lnTo>
                  <a:lnTo>
                    <a:pt x="7409" y="17216"/>
                  </a:lnTo>
                  <a:lnTo>
                    <a:pt x="5448" y="19177"/>
                  </a:lnTo>
                  <a:lnTo>
                    <a:pt x="5448" y="27122"/>
                  </a:lnTo>
                  <a:lnTo>
                    <a:pt x="3011" y="29558"/>
                  </a:lnTo>
                  <a:lnTo>
                    <a:pt x="3011" y="34412"/>
                  </a:lnTo>
                  <a:lnTo>
                    <a:pt x="4418" y="35818"/>
                  </a:lnTo>
                  <a:lnTo>
                    <a:pt x="4418" y="39206"/>
                  </a:lnTo>
                  <a:lnTo>
                    <a:pt x="2060" y="36849"/>
                  </a:lnTo>
                  <a:lnTo>
                    <a:pt x="2060" y="28904"/>
                  </a:lnTo>
                  <a:lnTo>
                    <a:pt x="79" y="26943"/>
                  </a:lnTo>
                  <a:lnTo>
                    <a:pt x="79" y="19831"/>
                  </a:lnTo>
                  <a:lnTo>
                    <a:pt x="2060" y="17870"/>
                  </a:lnTo>
                  <a:lnTo>
                    <a:pt x="2060" y="10065"/>
                  </a:lnTo>
                  <a:lnTo>
                    <a:pt x="2060" y="10065"/>
                  </a:lnTo>
                  <a:lnTo>
                    <a:pt x="2100" y="10045"/>
                  </a:lnTo>
                  <a:lnTo>
                    <a:pt x="2140" y="10005"/>
                  </a:lnTo>
                  <a:lnTo>
                    <a:pt x="2179" y="9966"/>
                  </a:lnTo>
                  <a:lnTo>
                    <a:pt x="2179" y="9906"/>
                  </a:lnTo>
                  <a:lnTo>
                    <a:pt x="2179" y="9906"/>
                  </a:lnTo>
                  <a:lnTo>
                    <a:pt x="2160" y="9847"/>
                  </a:lnTo>
                  <a:lnTo>
                    <a:pt x="2140" y="9787"/>
                  </a:lnTo>
                  <a:lnTo>
                    <a:pt x="2080" y="9748"/>
                  </a:lnTo>
                  <a:lnTo>
                    <a:pt x="2021" y="9748"/>
                  </a:lnTo>
                  <a:lnTo>
                    <a:pt x="2021" y="9748"/>
                  </a:lnTo>
                  <a:lnTo>
                    <a:pt x="1942" y="9748"/>
                  </a:lnTo>
                  <a:lnTo>
                    <a:pt x="1902" y="9787"/>
                  </a:lnTo>
                  <a:lnTo>
                    <a:pt x="1862" y="9847"/>
                  </a:lnTo>
                  <a:lnTo>
                    <a:pt x="1843" y="9906"/>
                  </a:lnTo>
                  <a:lnTo>
                    <a:pt x="1843" y="9906"/>
                  </a:lnTo>
                  <a:lnTo>
                    <a:pt x="1862" y="9966"/>
                  </a:lnTo>
                  <a:lnTo>
                    <a:pt x="1882" y="10005"/>
                  </a:lnTo>
                  <a:lnTo>
                    <a:pt x="1922" y="10045"/>
                  </a:lnTo>
                  <a:lnTo>
                    <a:pt x="1961" y="10065"/>
                  </a:lnTo>
                  <a:lnTo>
                    <a:pt x="1961" y="17830"/>
                  </a:lnTo>
                  <a:lnTo>
                    <a:pt x="0" y="19792"/>
                  </a:lnTo>
                  <a:lnTo>
                    <a:pt x="0" y="26983"/>
                  </a:lnTo>
                  <a:lnTo>
                    <a:pt x="1961" y="28944"/>
                  </a:lnTo>
                  <a:lnTo>
                    <a:pt x="1961" y="36888"/>
                  </a:lnTo>
                  <a:lnTo>
                    <a:pt x="4418" y="39325"/>
                  </a:lnTo>
                  <a:lnTo>
                    <a:pt x="4418" y="54460"/>
                  </a:lnTo>
                  <a:lnTo>
                    <a:pt x="4497" y="54460"/>
                  </a:lnTo>
                  <a:lnTo>
                    <a:pt x="4497" y="39285"/>
                  </a:lnTo>
                  <a:lnTo>
                    <a:pt x="4497" y="33540"/>
                  </a:lnTo>
                  <a:lnTo>
                    <a:pt x="7508" y="30529"/>
                  </a:lnTo>
                  <a:lnTo>
                    <a:pt x="7508" y="20505"/>
                  </a:lnTo>
                  <a:lnTo>
                    <a:pt x="7409" y="20505"/>
                  </a:lnTo>
                  <a:lnTo>
                    <a:pt x="7409" y="30509"/>
                  </a:lnTo>
                  <a:lnTo>
                    <a:pt x="4497" y="33421"/>
                  </a:lnTo>
                  <a:lnTo>
                    <a:pt x="4497" y="32530"/>
                  </a:lnTo>
                  <a:lnTo>
                    <a:pt x="6518" y="30529"/>
                  </a:lnTo>
                  <a:lnTo>
                    <a:pt x="6518" y="23694"/>
                  </a:lnTo>
                  <a:lnTo>
                    <a:pt x="6439" y="23694"/>
                  </a:lnTo>
                  <a:lnTo>
                    <a:pt x="6439" y="30509"/>
                  </a:lnTo>
                  <a:lnTo>
                    <a:pt x="4418" y="32510"/>
                  </a:lnTo>
                  <a:lnTo>
                    <a:pt x="4418" y="35700"/>
                  </a:lnTo>
                  <a:lnTo>
                    <a:pt x="3091" y="34392"/>
                  </a:lnTo>
                  <a:lnTo>
                    <a:pt x="3091" y="29598"/>
                  </a:lnTo>
                  <a:lnTo>
                    <a:pt x="5547" y="27161"/>
                  </a:lnTo>
                  <a:lnTo>
                    <a:pt x="5547" y="19217"/>
                  </a:lnTo>
                  <a:lnTo>
                    <a:pt x="7508" y="17256"/>
                  </a:lnTo>
                  <a:lnTo>
                    <a:pt x="7508" y="10065"/>
                  </a:lnTo>
                  <a:lnTo>
                    <a:pt x="5547" y="8103"/>
                  </a:lnTo>
                  <a:lnTo>
                    <a:pt x="5547" y="338"/>
                  </a:lnTo>
                  <a:lnTo>
                    <a:pt x="5547" y="338"/>
                  </a:lnTo>
                  <a:lnTo>
                    <a:pt x="5587" y="318"/>
                  </a:lnTo>
                  <a:lnTo>
                    <a:pt x="5626" y="278"/>
                  </a:lnTo>
                  <a:lnTo>
                    <a:pt x="5646" y="239"/>
                  </a:lnTo>
                  <a:lnTo>
                    <a:pt x="5666" y="179"/>
                  </a:lnTo>
                  <a:lnTo>
                    <a:pt x="5666" y="179"/>
                  </a:lnTo>
                  <a:lnTo>
                    <a:pt x="5646" y="120"/>
                  </a:lnTo>
                  <a:lnTo>
                    <a:pt x="5607" y="60"/>
                  </a:lnTo>
                  <a:lnTo>
                    <a:pt x="5567" y="21"/>
                  </a:lnTo>
                  <a:lnTo>
                    <a:pt x="5488"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8"/>
            <p:cNvSpPr/>
            <p:nvPr/>
          </p:nvSpPr>
          <p:spPr>
            <a:xfrm>
              <a:off x="771025" y="1035650"/>
              <a:ext cx="129275" cy="1399150"/>
            </a:xfrm>
            <a:custGeom>
              <a:avLst/>
              <a:gdLst/>
              <a:ahLst/>
              <a:cxnLst/>
              <a:rect l="l" t="t" r="r" b="b"/>
              <a:pathLst>
                <a:path w="5171" h="55966" extrusionOk="0">
                  <a:moveTo>
                    <a:pt x="4953" y="0"/>
                  </a:moveTo>
                  <a:lnTo>
                    <a:pt x="4894" y="40"/>
                  </a:lnTo>
                  <a:lnTo>
                    <a:pt x="4854" y="99"/>
                  </a:lnTo>
                  <a:lnTo>
                    <a:pt x="4834" y="159"/>
                  </a:lnTo>
                  <a:lnTo>
                    <a:pt x="4854" y="218"/>
                  </a:lnTo>
                  <a:lnTo>
                    <a:pt x="4874" y="258"/>
                  </a:lnTo>
                  <a:lnTo>
                    <a:pt x="4913" y="297"/>
                  </a:lnTo>
                  <a:lnTo>
                    <a:pt x="4973" y="317"/>
                  </a:lnTo>
                  <a:lnTo>
                    <a:pt x="4973" y="12956"/>
                  </a:lnTo>
                  <a:lnTo>
                    <a:pt x="3012" y="14918"/>
                  </a:lnTo>
                  <a:lnTo>
                    <a:pt x="3012" y="32014"/>
                  </a:lnTo>
                  <a:lnTo>
                    <a:pt x="0" y="35006"/>
                  </a:lnTo>
                  <a:lnTo>
                    <a:pt x="0" y="55965"/>
                  </a:lnTo>
                  <a:lnTo>
                    <a:pt x="80" y="55965"/>
                  </a:lnTo>
                  <a:lnTo>
                    <a:pt x="80" y="35045"/>
                  </a:lnTo>
                  <a:lnTo>
                    <a:pt x="3091" y="32034"/>
                  </a:lnTo>
                  <a:lnTo>
                    <a:pt x="3091" y="14957"/>
                  </a:lnTo>
                  <a:lnTo>
                    <a:pt x="5052" y="12996"/>
                  </a:lnTo>
                  <a:lnTo>
                    <a:pt x="5052" y="317"/>
                  </a:lnTo>
                  <a:lnTo>
                    <a:pt x="5092" y="297"/>
                  </a:lnTo>
                  <a:lnTo>
                    <a:pt x="5131" y="258"/>
                  </a:lnTo>
                  <a:lnTo>
                    <a:pt x="5171" y="218"/>
                  </a:lnTo>
                  <a:lnTo>
                    <a:pt x="5171" y="159"/>
                  </a:lnTo>
                  <a:lnTo>
                    <a:pt x="5171" y="99"/>
                  </a:lnTo>
                  <a:lnTo>
                    <a:pt x="5131" y="40"/>
                  </a:lnTo>
                  <a:lnTo>
                    <a:pt x="5072"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8"/>
            <p:cNvSpPr/>
            <p:nvPr/>
          </p:nvSpPr>
          <p:spPr>
            <a:xfrm>
              <a:off x="771025" y="1035650"/>
              <a:ext cx="129275" cy="1399150"/>
            </a:xfrm>
            <a:custGeom>
              <a:avLst/>
              <a:gdLst/>
              <a:ahLst/>
              <a:cxnLst/>
              <a:rect l="l" t="t" r="r" b="b"/>
              <a:pathLst>
                <a:path w="5171" h="55966" fill="none" extrusionOk="0">
                  <a:moveTo>
                    <a:pt x="5012" y="0"/>
                  </a:moveTo>
                  <a:lnTo>
                    <a:pt x="5012" y="0"/>
                  </a:lnTo>
                  <a:lnTo>
                    <a:pt x="4953" y="0"/>
                  </a:lnTo>
                  <a:lnTo>
                    <a:pt x="4894" y="40"/>
                  </a:lnTo>
                  <a:lnTo>
                    <a:pt x="4854" y="99"/>
                  </a:lnTo>
                  <a:lnTo>
                    <a:pt x="4834" y="159"/>
                  </a:lnTo>
                  <a:lnTo>
                    <a:pt x="4834" y="159"/>
                  </a:lnTo>
                  <a:lnTo>
                    <a:pt x="4854" y="218"/>
                  </a:lnTo>
                  <a:lnTo>
                    <a:pt x="4874" y="258"/>
                  </a:lnTo>
                  <a:lnTo>
                    <a:pt x="4913" y="297"/>
                  </a:lnTo>
                  <a:lnTo>
                    <a:pt x="4973" y="317"/>
                  </a:lnTo>
                  <a:lnTo>
                    <a:pt x="4973" y="12956"/>
                  </a:lnTo>
                  <a:lnTo>
                    <a:pt x="3012" y="14918"/>
                  </a:lnTo>
                  <a:lnTo>
                    <a:pt x="3012" y="32014"/>
                  </a:lnTo>
                  <a:lnTo>
                    <a:pt x="0" y="35006"/>
                  </a:lnTo>
                  <a:lnTo>
                    <a:pt x="0" y="55965"/>
                  </a:lnTo>
                  <a:lnTo>
                    <a:pt x="80" y="55965"/>
                  </a:lnTo>
                  <a:lnTo>
                    <a:pt x="80" y="35045"/>
                  </a:lnTo>
                  <a:lnTo>
                    <a:pt x="3091" y="32034"/>
                  </a:lnTo>
                  <a:lnTo>
                    <a:pt x="3091" y="14957"/>
                  </a:lnTo>
                  <a:lnTo>
                    <a:pt x="5052" y="12996"/>
                  </a:lnTo>
                  <a:lnTo>
                    <a:pt x="5052" y="317"/>
                  </a:lnTo>
                  <a:lnTo>
                    <a:pt x="5052" y="317"/>
                  </a:lnTo>
                  <a:lnTo>
                    <a:pt x="5092" y="297"/>
                  </a:lnTo>
                  <a:lnTo>
                    <a:pt x="5131" y="258"/>
                  </a:lnTo>
                  <a:lnTo>
                    <a:pt x="5171" y="218"/>
                  </a:lnTo>
                  <a:lnTo>
                    <a:pt x="5171" y="159"/>
                  </a:lnTo>
                  <a:lnTo>
                    <a:pt x="5171" y="159"/>
                  </a:lnTo>
                  <a:lnTo>
                    <a:pt x="5171" y="99"/>
                  </a:lnTo>
                  <a:lnTo>
                    <a:pt x="5131" y="40"/>
                  </a:lnTo>
                  <a:lnTo>
                    <a:pt x="5072" y="0"/>
                  </a:lnTo>
                  <a:lnTo>
                    <a:pt x="5012"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8"/>
            <p:cNvSpPr/>
            <p:nvPr/>
          </p:nvSpPr>
          <p:spPr>
            <a:xfrm>
              <a:off x="747750" y="1264950"/>
              <a:ext cx="130275" cy="1169850"/>
            </a:xfrm>
            <a:custGeom>
              <a:avLst/>
              <a:gdLst/>
              <a:ahLst/>
              <a:cxnLst/>
              <a:rect l="l" t="t" r="r" b="b"/>
              <a:pathLst>
                <a:path w="5211" h="46794" extrusionOk="0">
                  <a:moveTo>
                    <a:pt x="5052" y="1"/>
                  </a:moveTo>
                  <a:lnTo>
                    <a:pt x="4973" y="20"/>
                  </a:lnTo>
                  <a:lnTo>
                    <a:pt x="4933" y="60"/>
                  </a:lnTo>
                  <a:lnTo>
                    <a:pt x="4893" y="100"/>
                  </a:lnTo>
                  <a:lnTo>
                    <a:pt x="4874" y="179"/>
                  </a:lnTo>
                  <a:lnTo>
                    <a:pt x="4874" y="218"/>
                  </a:lnTo>
                  <a:lnTo>
                    <a:pt x="4893" y="258"/>
                  </a:lnTo>
                  <a:lnTo>
                    <a:pt x="4953" y="317"/>
                  </a:lnTo>
                  <a:lnTo>
                    <a:pt x="4953" y="3349"/>
                  </a:lnTo>
                  <a:lnTo>
                    <a:pt x="2992" y="5310"/>
                  </a:lnTo>
                  <a:lnTo>
                    <a:pt x="2992" y="22882"/>
                  </a:lnTo>
                  <a:lnTo>
                    <a:pt x="0" y="25873"/>
                  </a:lnTo>
                  <a:lnTo>
                    <a:pt x="0" y="46793"/>
                  </a:lnTo>
                  <a:lnTo>
                    <a:pt x="99" y="46793"/>
                  </a:lnTo>
                  <a:lnTo>
                    <a:pt x="99" y="25913"/>
                  </a:lnTo>
                  <a:lnTo>
                    <a:pt x="3091" y="22921"/>
                  </a:lnTo>
                  <a:lnTo>
                    <a:pt x="3091" y="5349"/>
                  </a:lnTo>
                  <a:lnTo>
                    <a:pt x="5052" y="3388"/>
                  </a:lnTo>
                  <a:lnTo>
                    <a:pt x="5052" y="337"/>
                  </a:lnTo>
                  <a:lnTo>
                    <a:pt x="5111" y="317"/>
                  </a:lnTo>
                  <a:lnTo>
                    <a:pt x="5171" y="298"/>
                  </a:lnTo>
                  <a:lnTo>
                    <a:pt x="5191" y="238"/>
                  </a:lnTo>
                  <a:lnTo>
                    <a:pt x="5210" y="179"/>
                  </a:lnTo>
                  <a:lnTo>
                    <a:pt x="5191" y="100"/>
                  </a:lnTo>
                  <a:lnTo>
                    <a:pt x="5171" y="60"/>
                  </a:lnTo>
                  <a:lnTo>
                    <a:pt x="5111" y="20"/>
                  </a:lnTo>
                  <a:lnTo>
                    <a:pt x="5052"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8"/>
            <p:cNvSpPr/>
            <p:nvPr/>
          </p:nvSpPr>
          <p:spPr>
            <a:xfrm>
              <a:off x="747750" y="1264950"/>
              <a:ext cx="130275" cy="1169850"/>
            </a:xfrm>
            <a:custGeom>
              <a:avLst/>
              <a:gdLst/>
              <a:ahLst/>
              <a:cxnLst/>
              <a:rect l="l" t="t" r="r" b="b"/>
              <a:pathLst>
                <a:path w="5211" h="46794" fill="none" extrusionOk="0">
                  <a:moveTo>
                    <a:pt x="5052" y="1"/>
                  </a:moveTo>
                  <a:lnTo>
                    <a:pt x="5052" y="1"/>
                  </a:lnTo>
                  <a:lnTo>
                    <a:pt x="5052" y="1"/>
                  </a:lnTo>
                  <a:lnTo>
                    <a:pt x="5052" y="1"/>
                  </a:lnTo>
                  <a:lnTo>
                    <a:pt x="4973" y="20"/>
                  </a:lnTo>
                  <a:lnTo>
                    <a:pt x="4933" y="60"/>
                  </a:lnTo>
                  <a:lnTo>
                    <a:pt x="4893" y="100"/>
                  </a:lnTo>
                  <a:lnTo>
                    <a:pt x="4874" y="179"/>
                  </a:lnTo>
                  <a:lnTo>
                    <a:pt x="4874" y="179"/>
                  </a:lnTo>
                  <a:lnTo>
                    <a:pt x="4874" y="218"/>
                  </a:lnTo>
                  <a:lnTo>
                    <a:pt x="4893" y="258"/>
                  </a:lnTo>
                  <a:lnTo>
                    <a:pt x="4953" y="317"/>
                  </a:lnTo>
                  <a:lnTo>
                    <a:pt x="4953" y="3349"/>
                  </a:lnTo>
                  <a:lnTo>
                    <a:pt x="2992" y="5310"/>
                  </a:lnTo>
                  <a:lnTo>
                    <a:pt x="2992" y="22882"/>
                  </a:lnTo>
                  <a:lnTo>
                    <a:pt x="0" y="25873"/>
                  </a:lnTo>
                  <a:lnTo>
                    <a:pt x="0" y="46793"/>
                  </a:lnTo>
                  <a:lnTo>
                    <a:pt x="99" y="46793"/>
                  </a:lnTo>
                  <a:lnTo>
                    <a:pt x="99" y="25913"/>
                  </a:lnTo>
                  <a:lnTo>
                    <a:pt x="3091" y="22921"/>
                  </a:lnTo>
                  <a:lnTo>
                    <a:pt x="3091" y="5349"/>
                  </a:lnTo>
                  <a:lnTo>
                    <a:pt x="5052" y="3388"/>
                  </a:lnTo>
                  <a:lnTo>
                    <a:pt x="5052" y="337"/>
                  </a:lnTo>
                  <a:lnTo>
                    <a:pt x="5052" y="337"/>
                  </a:lnTo>
                  <a:lnTo>
                    <a:pt x="5111" y="317"/>
                  </a:lnTo>
                  <a:lnTo>
                    <a:pt x="5171" y="298"/>
                  </a:lnTo>
                  <a:lnTo>
                    <a:pt x="5191" y="238"/>
                  </a:lnTo>
                  <a:lnTo>
                    <a:pt x="5210" y="179"/>
                  </a:lnTo>
                  <a:lnTo>
                    <a:pt x="5210" y="179"/>
                  </a:lnTo>
                  <a:lnTo>
                    <a:pt x="5191" y="100"/>
                  </a:lnTo>
                  <a:lnTo>
                    <a:pt x="5171" y="60"/>
                  </a:lnTo>
                  <a:lnTo>
                    <a:pt x="5111" y="20"/>
                  </a:lnTo>
                  <a:lnTo>
                    <a:pt x="5052"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5" name="Google Shape;635;p8"/>
          <p:cNvGrpSpPr/>
          <p:nvPr/>
        </p:nvGrpSpPr>
        <p:grpSpPr>
          <a:xfrm>
            <a:off x="4571398" y="4254685"/>
            <a:ext cx="2638315" cy="4402295"/>
            <a:chOff x="238125" y="1025750"/>
            <a:chExt cx="844450" cy="1409050"/>
          </a:xfrm>
        </p:grpSpPr>
        <p:sp>
          <p:nvSpPr>
            <p:cNvPr id="636" name="Google Shape;636;p8"/>
            <p:cNvSpPr/>
            <p:nvPr/>
          </p:nvSpPr>
          <p:spPr>
            <a:xfrm>
              <a:off x="1028550" y="1271875"/>
              <a:ext cx="54025" cy="1162925"/>
            </a:xfrm>
            <a:custGeom>
              <a:avLst/>
              <a:gdLst/>
              <a:ahLst/>
              <a:cxnLst/>
              <a:rect l="l" t="t" r="r" b="b"/>
              <a:pathLst>
                <a:path w="2161" h="46517" extrusionOk="0">
                  <a:moveTo>
                    <a:pt x="159" y="1"/>
                  </a:moveTo>
                  <a:lnTo>
                    <a:pt x="100" y="21"/>
                  </a:lnTo>
                  <a:lnTo>
                    <a:pt x="41" y="60"/>
                  </a:lnTo>
                  <a:lnTo>
                    <a:pt x="1" y="100"/>
                  </a:lnTo>
                  <a:lnTo>
                    <a:pt x="1" y="179"/>
                  </a:lnTo>
                  <a:lnTo>
                    <a:pt x="1" y="219"/>
                  </a:lnTo>
                  <a:lnTo>
                    <a:pt x="41" y="278"/>
                  </a:lnTo>
                  <a:lnTo>
                    <a:pt x="80" y="298"/>
                  </a:lnTo>
                  <a:lnTo>
                    <a:pt x="120" y="338"/>
                  </a:lnTo>
                  <a:lnTo>
                    <a:pt x="120" y="4478"/>
                  </a:lnTo>
                  <a:lnTo>
                    <a:pt x="2081" y="6439"/>
                  </a:lnTo>
                  <a:lnTo>
                    <a:pt x="2081" y="46516"/>
                  </a:lnTo>
                  <a:lnTo>
                    <a:pt x="2160" y="46516"/>
                  </a:lnTo>
                  <a:lnTo>
                    <a:pt x="2160" y="6400"/>
                  </a:lnTo>
                  <a:lnTo>
                    <a:pt x="199" y="4438"/>
                  </a:lnTo>
                  <a:lnTo>
                    <a:pt x="199" y="338"/>
                  </a:lnTo>
                  <a:lnTo>
                    <a:pt x="258" y="298"/>
                  </a:lnTo>
                  <a:lnTo>
                    <a:pt x="298" y="278"/>
                  </a:lnTo>
                  <a:lnTo>
                    <a:pt x="318" y="219"/>
                  </a:lnTo>
                  <a:lnTo>
                    <a:pt x="338" y="179"/>
                  </a:lnTo>
                  <a:lnTo>
                    <a:pt x="318" y="100"/>
                  </a:lnTo>
                  <a:lnTo>
                    <a:pt x="278" y="60"/>
                  </a:lnTo>
                  <a:lnTo>
                    <a:pt x="239" y="21"/>
                  </a:lnTo>
                  <a:lnTo>
                    <a:pt x="159"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8"/>
            <p:cNvSpPr/>
            <p:nvPr/>
          </p:nvSpPr>
          <p:spPr>
            <a:xfrm>
              <a:off x="1028550" y="1271875"/>
              <a:ext cx="54025" cy="1162925"/>
            </a:xfrm>
            <a:custGeom>
              <a:avLst/>
              <a:gdLst/>
              <a:ahLst/>
              <a:cxnLst/>
              <a:rect l="l" t="t" r="r" b="b"/>
              <a:pathLst>
                <a:path w="2161" h="46517" fill="none" extrusionOk="0">
                  <a:moveTo>
                    <a:pt x="159" y="1"/>
                  </a:moveTo>
                  <a:lnTo>
                    <a:pt x="159" y="1"/>
                  </a:lnTo>
                  <a:lnTo>
                    <a:pt x="100" y="21"/>
                  </a:lnTo>
                  <a:lnTo>
                    <a:pt x="41" y="60"/>
                  </a:lnTo>
                  <a:lnTo>
                    <a:pt x="1" y="100"/>
                  </a:lnTo>
                  <a:lnTo>
                    <a:pt x="1" y="179"/>
                  </a:lnTo>
                  <a:lnTo>
                    <a:pt x="1" y="179"/>
                  </a:lnTo>
                  <a:lnTo>
                    <a:pt x="1" y="219"/>
                  </a:lnTo>
                  <a:lnTo>
                    <a:pt x="41" y="278"/>
                  </a:lnTo>
                  <a:lnTo>
                    <a:pt x="80" y="298"/>
                  </a:lnTo>
                  <a:lnTo>
                    <a:pt x="120" y="338"/>
                  </a:lnTo>
                  <a:lnTo>
                    <a:pt x="120" y="4478"/>
                  </a:lnTo>
                  <a:lnTo>
                    <a:pt x="2081" y="6439"/>
                  </a:lnTo>
                  <a:lnTo>
                    <a:pt x="2081" y="46516"/>
                  </a:lnTo>
                  <a:lnTo>
                    <a:pt x="2160" y="46516"/>
                  </a:lnTo>
                  <a:lnTo>
                    <a:pt x="2160" y="6400"/>
                  </a:lnTo>
                  <a:lnTo>
                    <a:pt x="199" y="4438"/>
                  </a:lnTo>
                  <a:lnTo>
                    <a:pt x="199" y="338"/>
                  </a:lnTo>
                  <a:lnTo>
                    <a:pt x="199" y="338"/>
                  </a:lnTo>
                  <a:lnTo>
                    <a:pt x="258" y="298"/>
                  </a:lnTo>
                  <a:lnTo>
                    <a:pt x="298" y="278"/>
                  </a:lnTo>
                  <a:lnTo>
                    <a:pt x="318" y="219"/>
                  </a:lnTo>
                  <a:lnTo>
                    <a:pt x="338" y="179"/>
                  </a:lnTo>
                  <a:lnTo>
                    <a:pt x="338" y="179"/>
                  </a:lnTo>
                  <a:lnTo>
                    <a:pt x="318" y="100"/>
                  </a:lnTo>
                  <a:lnTo>
                    <a:pt x="278" y="60"/>
                  </a:lnTo>
                  <a:lnTo>
                    <a:pt x="239" y="21"/>
                  </a:lnTo>
                  <a:lnTo>
                    <a:pt x="159"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8"/>
            <p:cNvSpPr/>
            <p:nvPr/>
          </p:nvSpPr>
          <p:spPr>
            <a:xfrm>
              <a:off x="333700" y="1515050"/>
              <a:ext cx="54500" cy="919750"/>
            </a:xfrm>
            <a:custGeom>
              <a:avLst/>
              <a:gdLst/>
              <a:ahLst/>
              <a:cxnLst/>
              <a:rect l="l" t="t" r="r" b="b"/>
              <a:pathLst>
                <a:path w="2180" h="36790" extrusionOk="0">
                  <a:moveTo>
                    <a:pt x="2021" y="1"/>
                  </a:moveTo>
                  <a:lnTo>
                    <a:pt x="1942" y="21"/>
                  </a:lnTo>
                  <a:lnTo>
                    <a:pt x="1902" y="60"/>
                  </a:lnTo>
                  <a:lnTo>
                    <a:pt x="1863" y="100"/>
                  </a:lnTo>
                  <a:lnTo>
                    <a:pt x="1843" y="179"/>
                  </a:lnTo>
                  <a:lnTo>
                    <a:pt x="1863" y="239"/>
                  </a:lnTo>
                  <a:lnTo>
                    <a:pt x="1882" y="278"/>
                  </a:lnTo>
                  <a:lnTo>
                    <a:pt x="1922" y="318"/>
                  </a:lnTo>
                  <a:lnTo>
                    <a:pt x="1962" y="338"/>
                  </a:lnTo>
                  <a:lnTo>
                    <a:pt x="1962" y="4458"/>
                  </a:lnTo>
                  <a:lnTo>
                    <a:pt x="0" y="6420"/>
                  </a:lnTo>
                  <a:lnTo>
                    <a:pt x="0" y="36789"/>
                  </a:lnTo>
                  <a:lnTo>
                    <a:pt x="100" y="36789"/>
                  </a:lnTo>
                  <a:lnTo>
                    <a:pt x="100" y="6439"/>
                  </a:lnTo>
                  <a:lnTo>
                    <a:pt x="2061" y="4478"/>
                  </a:lnTo>
                  <a:lnTo>
                    <a:pt x="2061" y="338"/>
                  </a:lnTo>
                  <a:lnTo>
                    <a:pt x="2100" y="318"/>
                  </a:lnTo>
                  <a:lnTo>
                    <a:pt x="2140" y="278"/>
                  </a:lnTo>
                  <a:lnTo>
                    <a:pt x="2180" y="239"/>
                  </a:lnTo>
                  <a:lnTo>
                    <a:pt x="2180" y="179"/>
                  </a:lnTo>
                  <a:lnTo>
                    <a:pt x="2160" y="120"/>
                  </a:lnTo>
                  <a:lnTo>
                    <a:pt x="2140" y="60"/>
                  </a:lnTo>
                  <a:lnTo>
                    <a:pt x="2081" y="21"/>
                  </a:lnTo>
                  <a:lnTo>
                    <a:pt x="2021"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8"/>
            <p:cNvSpPr/>
            <p:nvPr/>
          </p:nvSpPr>
          <p:spPr>
            <a:xfrm>
              <a:off x="333700" y="1515050"/>
              <a:ext cx="54500" cy="919750"/>
            </a:xfrm>
            <a:custGeom>
              <a:avLst/>
              <a:gdLst/>
              <a:ahLst/>
              <a:cxnLst/>
              <a:rect l="l" t="t" r="r" b="b"/>
              <a:pathLst>
                <a:path w="2180" h="36790" fill="none" extrusionOk="0">
                  <a:moveTo>
                    <a:pt x="2021" y="1"/>
                  </a:moveTo>
                  <a:lnTo>
                    <a:pt x="2021" y="1"/>
                  </a:lnTo>
                  <a:lnTo>
                    <a:pt x="1942" y="21"/>
                  </a:lnTo>
                  <a:lnTo>
                    <a:pt x="1902" y="60"/>
                  </a:lnTo>
                  <a:lnTo>
                    <a:pt x="1863" y="100"/>
                  </a:lnTo>
                  <a:lnTo>
                    <a:pt x="1843" y="179"/>
                  </a:lnTo>
                  <a:lnTo>
                    <a:pt x="1843" y="179"/>
                  </a:lnTo>
                  <a:lnTo>
                    <a:pt x="1863" y="239"/>
                  </a:lnTo>
                  <a:lnTo>
                    <a:pt x="1882" y="278"/>
                  </a:lnTo>
                  <a:lnTo>
                    <a:pt x="1922" y="318"/>
                  </a:lnTo>
                  <a:lnTo>
                    <a:pt x="1962" y="338"/>
                  </a:lnTo>
                  <a:lnTo>
                    <a:pt x="1962" y="4458"/>
                  </a:lnTo>
                  <a:lnTo>
                    <a:pt x="0" y="6420"/>
                  </a:lnTo>
                  <a:lnTo>
                    <a:pt x="0" y="36789"/>
                  </a:lnTo>
                  <a:lnTo>
                    <a:pt x="100" y="36789"/>
                  </a:lnTo>
                  <a:lnTo>
                    <a:pt x="100" y="6439"/>
                  </a:lnTo>
                  <a:lnTo>
                    <a:pt x="2061" y="4478"/>
                  </a:lnTo>
                  <a:lnTo>
                    <a:pt x="2061" y="338"/>
                  </a:lnTo>
                  <a:lnTo>
                    <a:pt x="2061" y="338"/>
                  </a:lnTo>
                  <a:lnTo>
                    <a:pt x="2100" y="318"/>
                  </a:lnTo>
                  <a:lnTo>
                    <a:pt x="2140" y="278"/>
                  </a:lnTo>
                  <a:lnTo>
                    <a:pt x="2180" y="239"/>
                  </a:lnTo>
                  <a:lnTo>
                    <a:pt x="2180" y="179"/>
                  </a:lnTo>
                  <a:lnTo>
                    <a:pt x="2180" y="179"/>
                  </a:lnTo>
                  <a:lnTo>
                    <a:pt x="2160" y="120"/>
                  </a:lnTo>
                  <a:lnTo>
                    <a:pt x="2140" y="60"/>
                  </a:lnTo>
                  <a:lnTo>
                    <a:pt x="2081" y="21"/>
                  </a:lnTo>
                  <a:lnTo>
                    <a:pt x="2021"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8"/>
            <p:cNvSpPr/>
            <p:nvPr/>
          </p:nvSpPr>
          <p:spPr>
            <a:xfrm>
              <a:off x="238125" y="1088150"/>
              <a:ext cx="76275" cy="1346650"/>
            </a:xfrm>
            <a:custGeom>
              <a:avLst/>
              <a:gdLst/>
              <a:ahLst/>
              <a:cxnLst/>
              <a:rect l="l" t="t" r="r" b="b"/>
              <a:pathLst>
                <a:path w="3051" h="53866" extrusionOk="0">
                  <a:moveTo>
                    <a:pt x="1525" y="0"/>
                  </a:moveTo>
                  <a:lnTo>
                    <a:pt x="1466" y="20"/>
                  </a:lnTo>
                  <a:lnTo>
                    <a:pt x="1407" y="60"/>
                  </a:lnTo>
                  <a:lnTo>
                    <a:pt x="1367" y="119"/>
                  </a:lnTo>
                  <a:lnTo>
                    <a:pt x="1367" y="178"/>
                  </a:lnTo>
                  <a:lnTo>
                    <a:pt x="1367" y="238"/>
                  </a:lnTo>
                  <a:lnTo>
                    <a:pt x="1407" y="277"/>
                  </a:lnTo>
                  <a:lnTo>
                    <a:pt x="1446" y="317"/>
                  </a:lnTo>
                  <a:lnTo>
                    <a:pt x="1506" y="337"/>
                  </a:lnTo>
                  <a:lnTo>
                    <a:pt x="1506" y="19731"/>
                  </a:lnTo>
                  <a:lnTo>
                    <a:pt x="198" y="21039"/>
                  </a:lnTo>
                  <a:lnTo>
                    <a:pt x="198" y="5488"/>
                  </a:lnTo>
                  <a:lnTo>
                    <a:pt x="258" y="5468"/>
                  </a:lnTo>
                  <a:lnTo>
                    <a:pt x="297" y="5428"/>
                  </a:lnTo>
                  <a:lnTo>
                    <a:pt x="317" y="5389"/>
                  </a:lnTo>
                  <a:lnTo>
                    <a:pt x="317" y="5329"/>
                  </a:lnTo>
                  <a:lnTo>
                    <a:pt x="317" y="5270"/>
                  </a:lnTo>
                  <a:lnTo>
                    <a:pt x="277" y="5210"/>
                  </a:lnTo>
                  <a:lnTo>
                    <a:pt x="218" y="5171"/>
                  </a:lnTo>
                  <a:lnTo>
                    <a:pt x="99" y="5171"/>
                  </a:lnTo>
                  <a:lnTo>
                    <a:pt x="40" y="5210"/>
                  </a:lnTo>
                  <a:lnTo>
                    <a:pt x="0" y="5270"/>
                  </a:lnTo>
                  <a:lnTo>
                    <a:pt x="0" y="5329"/>
                  </a:lnTo>
                  <a:lnTo>
                    <a:pt x="0" y="5389"/>
                  </a:lnTo>
                  <a:lnTo>
                    <a:pt x="20" y="5428"/>
                  </a:lnTo>
                  <a:lnTo>
                    <a:pt x="59" y="5468"/>
                  </a:lnTo>
                  <a:lnTo>
                    <a:pt x="119" y="5488"/>
                  </a:lnTo>
                  <a:lnTo>
                    <a:pt x="119" y="33975"/>
                  </a:lnTo>
                  <a:lnTo>
                    <a:pt x="1882" y="35738"/>
                  </a:lnTo>
                  <a:lnTo>
                    <a:pt x="1882" y="53865"/>
                  </a:lnTo>
                  <a:lnTo>
                    <a:pt x="1961" y="53865"/>
                  </a:lnTo>
                  <a:lnTo>
                    <a:pt x="1961" y="35719"/>
                  </a:lnTo>
                  <a:lnTo>
                    <a:pt x="198" y="33936"/>
                  </a:lnTo>
                  <a:lnTo>
                    <a:pt x="198" y="30370"/>
                  </a:lnTo>
                  <a:lnTo>
                    <a:pt x="1466" y="29102"/>
                  </a:lnTo>
                  <a:lnTo>
                    <a:pt x="1506" y="29102"/>
                  </a:lnTo>
                  <a:lnTo>
                    <a:pt x="1545" y="29122"/>
                  </a:lnTo>
                  <a:lnTo>
                    <a:pt x="1624" y="29102"/>
                  </a:lnTo>
                  <a:lnTo>
                    <a:pt x="1664" y="29062"/>
                  </a:lnTo>
                  <a:lnTo>
                    <a:pt x="1704" y="29023"/>
                  </a:lnTo>
                  <a:lnTo>
                    <a:pt x="1724" y="28943"/>
                  </a:lnTo>
                  <a:lnTo>
                    <a:pt x="1704" y="28884"/>
                  </a:lnTo>
                  <a:lnTo>
                    <a:pt x="1664" y="28825"/>
                  </a:lnTo>
                  <a:lnTo>
                    <a:pt x="1624" y="28805"/>
                  </a:lnTo>
                  <a:lnTo>
                    <a:pt x="1545" y="28785"/>
                  </a:lnTo>
                  <a:lnTo>
                    <a:pt x="1486" y="28805"/>
                  </a:lnTo>
                  <a:lnTo>
                    <a:pt x="1426" y="28825"/>
                  </a:lnTo>
                  <a:lnTo>
                    <a:pt x="1407" y="28884"/>
                  </a:lnTo>
                  <a:lnTo>
                    <a:pt x="1387" y="28943"/>
                  </a:lnTo>
                  <a:lnTo>
                    <a:pt x="1387" y="29003"/>
                  </a:lnTo>
                  <a:lnTo>
                    <a:pt x="1407" y="29042"/>
                  </a:lnTo>
                  <a:lnTo>
                    <a:pt x="198" y="30251"/>
                  </a:lnTo>
                  <a:lnTo>
                    <a:pt x="198" y="23119"/>
                  </a:lnTo>
                  <a:lnTo>
                    <a:pt x="2932" y="20385"/>
                  </a:lnTo>
                  <a:lnTo>
                    <a:pt x="2932" y="12481"/>
                  </a:lnTo>
                  <a:lnTo>
                    <a:pt x="2991" y="12461"/>
                  </a:lnTo>
                  <a:lnTo>
                    <a:pt x="3031" y="12421"/>
                  </a:lnTo>
                  <a:lnTo>
                    <a:pt x="3051" y="12382"/>
                  </a:lnTo>
                  <a:lnTo>
                    <a:pt x="3051" y="12322"/>
                  </a:lnTo>
                  <a:lnTo>
                    <a:pt x="3051" y="12263"/>
                  </a:lnTo>
                  <a:lnTo>
                    <a:pt x="3011" y="12203"/>
                  </a:lnTo>
                  <a:lnTo>
                    <a:pt x="2952" y="12164"/>
                  </a:lnTo>
                  <a:lnTo>
                    <a:pt x="2833" y="12164"/>
                  </a:lnTo>
                  <a:lnTo>
                    <a:pt x="2774" y="12203"/>
                  </a:lnTo>
                  <a:lnTo>
                    <a:pt x="2734" y="12263"/>
                  </a:lnTo>
                  <a:lnTo>
                    <a:pt x="2734" y="12322"/>
                  </a:lnTo>
                  <a:lnTo>
                    <a:pt x="2734" y="12382"/>
                  </a:lnTo>
                  <a:lnTo>
                    <a:pt x="2754" y="12421"/>
                  </a:lnTo>
                  <a:lnTo>
                    <a:pt x="2793" y="12461"/>
                  </a:lnTo>
                  <a:lnTo>
                    <a:pt x="2853" y="12481"/>
                  </a:lnTo>
                  <a:lnTo>
                    <a:pt x="2853" y="20346"/>
                  </a:lnTo>
                  <a:lnTo>
                    <a:pt x="198" y="23000"/>
                  </a:lnTo>
                  <a:lnTo>
                    <a:pt x="198" y="21158"/>
                  </a:lnTo>
                  <a:lnTo>
                    <a:pt x="1585" y="19771"/>
                  </a:lnTo>
                  <a:lnTo>
                    <a:pt x="1585" y="337"/>
                  </a:lnTo>
                  <a:lnTo>
                    <a:pt x="1624" y="317"/>
                  </a:lnTo>
                  <a:lnTo>
                    <a:pt x="1664" y="277"/>
                  </a:lnTo>
                  <a:lnTo>
                    <a:pt x="1684" y="238"/>
                  </a:lnTo>
                  <a:lnTo>
                    <a:pt x="1684" y="178"/>
                  </a:lnTo>
                  <a:lnTo>
                    <a:pt x="1684" y="119"/>
                  </a:lnTo>
                  <a:lnTo>
                    <a:pt x="1644" y="60"/>
                  </a:lnTo>
                  <a:lnTo>
                    <a:pt x="1585" y="20"/>
                  </a:lnTo>
                  <a:lnTo>
                    <a:pt x="1525"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8"/>
            <p:cNvSpPr/>
            <p:nvPr/>
          </p:nvSpPr>
          <p:spPr>
            <a:xfrm>
              <a:off x="238125" y="1088150"/>
              <a:ext cx="76275" cy="1346650"/>
            </a:xfrm>
            <a:custGeom>
              <a:avLst/>
              <a:gdLst/>
              <a:ahLst/>
              <a:cxnLst/>
              <a:rect l="l" t="t" r="r" b="b"/>
              <a:pathLst>
                <a:path w="3051" h="53866" fill="none" extrusionOk="0">
                  <a:moveTo>
                    <a:pt x="1525" y="0"/>
                  </a:moveTo>
                  <a:lnTo>
                    <a:pt x="1525" y="0"/>
                  </a:lnTo>
                  <a:lnTo>
                    <a:pt x="1466" y="20"/>
                  </a:lnTo>
                  <a:lnTo>
                    <a:pt x="1407" y="60"/>
                  </a:lnTo>
                  <a:lnTo>
                    <a:pt x="1367" y="119"/>
                  </a:lnTo>
                  <a:lnTo>
                    <a:pt x="1367" y="178"/>
                  </a:lnTo>
                  <a:lnTo>
                    <a:pt x="1367" y="178"/>
                  </a:lnTo>
                  <a:lnTo>
                    <a:pt x="1367" y="238"/>
                  </a:lnTo>
                  <a:lnTo>
                    <a:pt x="1407" y="277"/>
                  </a:lnTo>
                  <a:lnTo>
                    <a:pt x="1446" y="317"/>
                  </a:lnTo>
                  <a:lnTo>
                    <a:pt x="1506" y="337"/>
                  </a:lnTo>
                  <a:lnTo>
                    <a:pt x="1506" y="19731"/>
                  </a:lnTo>
                  <a:lnTo>
                    <a:pt x="198" y="21039"/>
                  </a:lnTo>
                  <a:lnTo>
                    <a:pt x="198" y="5488"/>
                  </a:lnTo>
                  <a:lnTo>
                    <a:pt x="198" y="5488"/>
                  </a:lnTo>
                  <a:lnTo>
                    <a:pt x="258" y="5468"/>
                  </a:lnTo>
                  <a:lnTo>
                    <a:pt x="297" y="5428"/>
                  </a:lnTo>
                  <a:lnTo>
                    <a:pt x="317" y="5389"/>
                  </a:lnTo>
                  <a:lnTo>
                    <a:pt x="317" y="5329"/>
                  </a:lnTo>
                  <a:lnTo>
                    <a:pt x="317" y="5329"/>
                  </a:lnTo>
                  <a:lnTo>
                    <a:pt x="317" y="5270"/>
                  </a:lnTo>
                  <a:lnTo>
                    <a:pt x="277" y="5210"/>
                  </a:lnTo>
                  <a:lnTo>
                    <a:pt x="218" y="5171"/>
                  </a:lnTo>
                  <a:lnTo>
                    <a:pt x="158" y="5171"/>
                  </a:lnTo>
                  <a:lnTo>
                    <a:pt x="158" y="5171"/>
                  </a:lnTo>
                  <a:lnTo>
                    <a:pt x="99" y="5171"/>
                  </a:lnTo>
                  <a:lnTo>
                    <a:pt x="40" y="5210"/>
                  </a:lnTo>
                  <a:lnTo>
                    <a:pt x="0" y="5270"/>
                  </a:lnTo>
                  <a:lnTo>
                    <a:pt x="0" y="5329"/>
                  </a:lnTo>
                  <a:lnTo>
                    <a:pt x="0" y="5329"/>
                  </a:lnTo>
                  <a:lnTo>
                    <a:pt x="0" y="5389"/>
                  </a:lnTo>
                  <a:lnTo>
                    <a:pt x="20" y="5428"/>
                  </a:lnTo>
                  <a:lnTo>
                    <a:pt x="59" y="5468"/>
                  </a:lnTo>
                  <a:lnTo>
                    <a:pt x="119" y="5488"/>
                  </a:lnTo>
                  <a:lnTo>
                    <a:pt x="119" y="33975"/>
                  </a:lnTo>
                  <a:lnTo>
                    <a:pt x="1882" y="35738"/>
                  </a:lnTo>
                  <a:lnTo>
                    <a:pt x="1882" y="53865"/>
                  </a:lnTo>
                  <a:lnTo>
                    <a:pt x="1961" y="53865"/>
                  </a:lnTo>
                  <a:lnTo>
                    <a:pt x="1961" y="35719"/>
                  </a:lnTo>
                  <a:lnTo>
                    <a:pt x="198" y="33936"/>
                  </a:lnTo>
                  <a:lnTo>
                    <a:pt x="198" y="30370"/>
                  </a:lnTo>
                  <a:lnTo>
                    <a:pt x="1466" y="29102"/>
                  </a:lnTo>
                  <a:lnTo>
                    <a:pt x="1466" y="29102"/>
                  </a:lnTo>
                  <a:lnTo>
                    <a:pt x="1506" y="29102"/>
                  </a:lnTo>
                  <a:lnTo>
                    <a:pt x="1545" y="29122"/>
                  </a:lnTo>
                  <a:lnTo>
                    <a:pt x="1545" y="29122"/>
                  </a:lnTo>
                  <a:lnTo>
                    <a:pt x="1624" y="29102"/>
                  </a:lnTo>
                  <a:lnTo>
                    <a:pt x="1664" y="29062"/>
                  </a:lnTo>
                  <a:lnTo>
                    <a:pt x="1704" y="29023"/>
                  </a:lnTo>
                  <a:lnTo>
                    <a:pt x="1724" y="28943"/>
                  </a:lnTo>
                  <a:lnTo>
                    <a:pt x="1724" y="28943"/>
                  </a:lnTo>
                  <a:lnTo>
                    <a:pt x="1704" y="28884"/>
                  </a:lnTo>
                  <a:lnTo>
                    <a:pt x="1664" y="28825"/>
                  </a:lnTo>
                  <a:lnTo>
                    <a:pt x="1624" y="28805"/>
                  </a:lnTo>
                  <a:lnTo>
                    <a:pt x="1545" y="28785"/>
                  </a:lnTo>
                  <a:lnTo>
                    <a:pt x="1545" y="28785"/>
                  </a:lnTo>
                  <a:lnTo>
                    <a:pt x="1486" y="28805"/>
                  </a:lnTo>
                  <a:lnTo>
                    <a:pt x="1426" y="28825"/>
                  </a:lnTo>
                  <a:lnTo>
                    <a:pt x="1407" y="28884"/>
                  </a:lnTo>
                  <a:lnTo>
                    <a:pt x="1387" y="28943"/>
                  </a:lnTo>
                  <a:lnTo>
                    <a:pt x="1387" y="28943"/>
                  </a:lnTo>
                  <a:lnTo>
                    <a:pt x="1387" y="29003"/>
                  </a:lnTo>
                  <a:lnTo>
                    <a:pt x="1407" y="29042"/>
                  </a:lnTo>
                  <a:lnTo>
                    <a:pt x="198" y="30251"/>
                  </a:lnTo>
                  <a:lnTo>
                    <a:pt x="198" y="23119"/>
                  </a:lnTo>
                  <a:lnTo>
                    <a:pt x="2932" y="20385"/>
                  </a:lnTo>
                  <a:lnTo>
                    <a:pt x="2932" y="12481"/>
                  </a:lnTo>
                  <a:lnTo>
                    <a:pt x="2932" y="12481"/>
                  </a:lnTo>
                  <a:lnTo>
                    <a:pt x="2991" y="12461"/>
                  </a:lnTo>
                  <a:lnTo>
                    <a:pt x="3031" y="12421"/>
                  </a:lnTo>
                  <a:lnTo>
                    <a:pt x="3051" y="12382"/>
                  </a:lnTo>
                  <a:lnTo>
                    <a:pt x="3051" y="12322"/>
                  </a:lnTo>
                  <a:lnTo>
                    <a:pt x="3051" y="12322"/>
                  </a:lnTo>
                  <a:lnTo>
                    <a:pt x="3051" y="12263"/>
                  </a:lnTo>
                  <a:lnTo>
                    <a:pt x="3011" y="12203"/>
                  </a:lnTo>
                  <a:lnTo>
                    <a:pt x="2952" y="12164"/>
                  </a:lnTo>
                  <a:lnTo>
                    <a:pt x="2892" y="12164"/>
                  </a:lnTo>
                  <a:lnTo>
                    <a:pt x="2892" y="12164"/>
                  </a:lnTo>
                  <a:lnTo>
                    <a:pt x="2892" y="12164"/>
                  </a:lnTo>
                  <a:lnTo>
                    <a:pt x="2892" y="12164"/>
                  </a:lnTo>
                  <a:lnTo>
                    <a:pt x="2833" y="12164"/>
                  </a:lnTo>
                  <a:lnTo>
                    <a:pt x="2774" y="12203"/>
                  </a:lnTo>
                  <a:lnTo>
                    <a:pt x="2734" y="12263"/>
                  </a:lnTo>
                  <a:lnTo>
                    <a:pt x="2734" y="12322"/>
                  </a:lnTo>
                  <a:lnTo>
                    <a:pt x="2734" y="12322"/>
                  </a:lnTo>
                  <a:lnTo>
                    <a:pt x="2734" y="12382"/>
                  </a:lnTo>
                  <a:lnTo>
                    <a:pt x="2754" y="12421"/>
                  </a:lnTo>
                  <a:lnTo>
                    <a:pt x="2793" y="12461"/>
                  </a:lnTo>
                  <a:lnTo>
                    <a:pt x="2853" y="12481"/>
                  </a:lnTo>
                  <a:lnTo>
                    <a:pt x="2853" y="20346"/>
                  </a:lnTo>
                  <a:lnTo>
                    <a:pt x="198" y="23000"/>
                  </a:lnTo>
                  <a:lnTo>
                    <a:pt x="198" y="21158"/>
                  </a:lnTo>
                  <a:lnTo>
                    <a:pt x="1585" y="19771"/>
                  </a:lnTo>
                  <a:lnTo>
                    <a:pt x="1585" y="337"/>
                  </a:lnTo>
                  <a:lnTo>
                    <a:pt x="1585" y="337"/>
                  </a:lnTo>
                  <a:lnTo>
                    <a:pt x="1624" y="317"/>
                  </a:lnTo>
                  <a:lnTo>
                    <a:pt x="1664" y="277"/>
                  </a:lnTo>
                  <a:lnTo>
                    <a:pt x="1684" y="238"/>
                  </a:lnTo>
                  <a:lnTo>
                    <a:pt x="1684" y="178"/>
                  </a:lnTo>
                  <a:lnTo>
                    <a:pt x="1684" y="178"/>
                  </a:lnTo>
                  <a:lnTo>
                    <a:pt x="1684" y="119"/>
                  </a:lnTo>
                  <a:lnTo>
                    <a:pt x="1644" y="60"/>
                  </a:lnTo>
                  <a:lnTo>
                    <a:pt x="1585" y="20"/>
                  </a:lnTo>
                  <a:lnTo>
                    <a:pt x="1525"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8"/>
            <p:cNvSpPr/>
            <p:nvPr/>
          </p:nvSpPr>
          <p:spPr>
            <a:xfrm>
              <a:off x="979525" y="1078725"/>
              <a:ext cx="54025" cy="1356075"/>
            </a:xfrm>
            <a:custGeom>
              <a:avLst/>
              <a:gdLst/>
              <a:ahLst/>
              <a:cxnLst/>
              <a:rect l="l" t="t" r="r" b="b"/>
              <a:pathLst>
                <a:path w="2161" h="54243" extrusionOk="0">
                  <a:moveTo>
                    <a:pt x="159" y="1"/>
                  </a:moveTo>
                  <a:lnTo>
                    <a:pt x="100" y="21"/>
                  </a:lnTo>
                  <a:lnTo>
                    <a:pt x="40" y="60"/>
                  </a:lnTo>
                  <a:lnTo>
                    <a:pt x="1" y="120"/>
                  </a:lnTo>
                  <a:lnTo>
                    <a:pt x="1" y="179"/>
                  </a:lnTo>
                  <a:lnTo>
                    <a:pt x="1" y="238"/>
                  </a:lnTo>
                  <a:lnTo>
                    <a:pt x="40" y="278"/>
                  </a:lnTo>
                  <a:lnTo>
                    <a:pt x="80" y="318"/>
                  </a:lnTo>
                  <a:lnTo>
                    <a:pt x="120" y="338"/>
                  </a:lnTo>
                  <a:lnTo>
                    <a:pt x="120" y="12996"/>
                  </a:lnTo>
                  <a:lnTo>
                    <a:pt x="2081" y="14958"/>
                  </a:lnTo>
                  <a:lnTo>
                    <a:pt x="2081" y="54242"/>
                  </a:lnTo>
                  <a:lnTo>
                    <a:pt x="2160" y="54242"/>
                  </a:lnTo>
                  <a:lnTo>
                    <a:pt x="2160" y="14938"/>
                  </a:lnTo>
                  <a:lnTo>
                    <a:pt x="199" y="12977"/>
                  </a:lnTo>
                  <a:lnTo>
                    <a:pt x="199" y="338"/>
                  </a:lnTo>
                  <a:lnTo>
                    <a:pt x="258" y="318"/>
                  </a:lnTo>
                  <a:lnTo>
                    <a:pt x="298" y="278"/>
                  </a:lnTo>
                  <a:lnTo>
                    <a:pt x="318" y="238"/>
                  </a:lnTo>
                  <a:lnTo>
                    <a:pt x="337" y="179"/>
                  </a:lnTo>
                  <a:lnTo>
                    <a:pt x="318" y="120"/>
                  </a:lnTo>
                  <a:lnTo>
                    <a:pt x="278" y="60"/>
                  </a:lnTo>
                  <a:lnTo>
                    <a:pt x="219" y="21"/>
                  </a:lnTo>
                  <a:lnTo>
                    <a:pt x="159"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8"/>
            <p:cNvSpPr/>
            <p:nvPr/>
          </p:nvSpPr>
          <p:spPr>
            <a:xfrm>
              <a:off x="979525" y="1078725"/>
              <a:ext cx="54025" cy="1356075"/>
            </a:xfrm>
            <a:custGeom>
              <a:avLst/>
              <a:gdLst/>
              <a:ahLst/>
              <a:cxnLst/>
              <a:rect l="l" t="t" r="r" b="b"/>
              <a:pathLst>
                <a:path w="2161" h="54243" fill="none" extrusionOk="0">
                  <a:moveTo>
                    <a:pt x="159" y="1"/>
                  </a:moveTo>
                  <a:lnTo>
                    <a:pt x="159" y="1"/>
                  </a:lnTo>
                  <a:lnTo>
                    <a:pt x="100" y="21"/>
                  </a:lnTo>
                  <a:lnTo>
                    <a:pt x="40" y="60"/>
                  </a:lnTo>
                  <a:lnTo>
                    <a:pt x="1" y="120"/>
                  </a:lnTo>
                  <a:lnTo>
                    <a:pt x="1" y="179"/>
                  </a:lnTo>
                  <a:lnTo>
                    <a:pt x="1" y="179"/>
                  </a:lnTo>
                  <a:lnTo>
                    <a:pt x="1" y="238"/>
                  </a:lnTo>
                  <a:lnTo>
                    <a:pt x="40" y="278"/>
                  </a:lnTo>
                  <a:lnTo>
                    <a:pt x="80" y="318"/>
                  </a:lnTo>
                  <a:lnTo>
                    <a:pt x="120" y="338"/>
                  </a:lnTo>
                  <a:lnTo>
                    <a:pt x="120" y="12996"/>
                  </a:lnTo>
                  <a:lnTo>
                    <a:pt x="2081" y="14958"/>
                  </a:lnTo>
                  <a:lnTo>
                    <a:pt x="2081" y="54242"/>
                  </a:lnTo>
                  <a:lnTo>
                    <a:pt x="2160" y="54242"/>
                  </a:lnTo>
                  <a:lnTo>
                    <a:pt x="2160" y="14938"/>
                  </a:lnTo>
                  <a:lnTo>
                    <a:pt x="199" y="12977"/>
                  </a:lnTo>
                  <a:lnTo>
                    <a:pt x="199" y="338"/>
                  </a:lnTo>
                  <a:lnTo>
                    <a:pt x="199" y="338"/>
                  </a:lnTo>
                  <a:lnTo>
                    <a:pt x="258" y="318"/>
                  </a:lnTo>
                  <a:lnTo>
                    <a:pt x="298" y="278"/>
                  </a:lnTo>
                  <a:lnTo>
                    <a:pt x="318" y="238"/>
                  </a:lnTo>
                  <a:lnTo>
                    <a:pt x="337" y="179"/>
                  </a:lnTo>
                  <a:lnTo>
                    <a:pt x="337" y="179"/>
                  </a:lnTo>
                  <a:lnTo>
                    <a:pt x="318" y="120"/>
                  </a:lnTo>
                  <a:lnTo>
                    <a:pt x="278" y="60"/>
                  </a:lnTo>
                  <a:lnTo>
                    <a:pt x="219" y="21"/>
                  </a:lnTo>
                  <a:lnTo>
                    <a:pt x="159"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8"/>
            <p:cNvSpPr/>
            <p:nvPr/>
          </p:nvSpPr>
          <p:spPr>
            <a:xfrm>
              <a:off x="1003800" y="1025750"/>
              <a:ext cx="54500" cy="1409050"/>
            </a:xfrm>
            <a:custGeom>
              <a:avLst/>
              <a:gdLst/>
              <a:ahLst/>
              <a:cxnLst/>
              <a:rect l="l" t="t" r="r" b="b"/>
              <a:pathLst>
                <a:path w="2180" h="56362" extrusionOk="0">
                  <a:moveTo>
                    <a:pt x="179" y="0"/>
                  </a:moveTo>
                  <a:lnTo>
                    <a:pt x="99" y="20"/>
                  </a:lnTo>
                  <a:lnTo>
                    <a:pt x="60" y="59"/>
                  </a:lnTo>
                  <a:lnTo>
                    <a:pt x="20" y="119"/>
                  </a:lnTo>
                  <a:lnTo>
                    <a:pt x="0" y="178"/>
                  </a:lnTo>
                  <a:lnTo>
                    <a:pt x="20" y="238"/>
                  </a:lnTo>
                  <a:lnTo>
                    <a:pt x="40" y="277"/>
                  </a:lnTo>
                  <a:lnTo>
                    <a:pt x="80" y="317"/>
                  </a:lnTo>
                  <a:lnTo>
                    <a:pt x="139" y="337"/>
                  </a:lnTo>
                  <a:lnTo>
                    <a:pt x="139" y="14719"/>
                  </a:lnTo>
                  <a:lnTo>
                    <a:pt x="2100" y="16681"/>
                  </a:lnTo>
                  <a:lnTo>
                    <a:pt x="2100" y="56361"/>
                  </a:lnTo>
                  <a:lnTo>
                    <a:pt x="2180" y="56361"/>
                  </a:lnTo>
                  <a:lnTo>
                    <a:pt x="2180" y="16641"/>
                  </a:lnTo>
                  <a:lnTo>
                    <a:pt x="218" y="14680"/>
                  </a:lnTo>
                  <a:lnTo>
                    <a:pt x="218" y="337"/>
                  </a:lnTo>
                  <a:lnTo>
                    <a:pt x="258" y="317"/>
                  </a:lnTo>
                  <a:lnTo>
                    <a:pt x="298" y="277"/>
                  </a:lnTo>
                  <a:lnTo>
                    <a:pt x="337" y="238"/>
                  </a:lnTo>
                  <a:lnTo>
                    <a:pt x="337" y="178"/>
                  </a:lnTo>
                  <a:lnTo>
                    <a:pt x="337" y="119"/>
                  </a:lnTo>
                  <a:lnTo>
                    <a:pt x="298" y="59"/>
                  </a:lnTo>
                  <a:lnTo>
                    <a:pt x="238" y="20"/>
                  </a:lnTo>
                  <a:lnTo>
                    <a:pt x="179"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8"/>
            <p:cNvSpPr/>
            <p:nvPr/>
          </p:nvSpPr>
          <p:spPr>
            <a:xfrm>
              <a:off x="1003800" y="1025750"/>
              <a:ext cx="54500" cy="1409050"/>
            </a:xfrm>
            <a:custGeom>
              <a:avLst/>
              <a:gdLst/>
              <a:ahLst/>
              <a:cxnLst/>
              <a:rect l="l" t="t" r="r" b="b"/>
              <a:pathLst>
                <a:path w="2180" h="56362" fill="none" extrusionOk="0">
                  <a:moveTo>
                    <a:pt x="179" y="0"/>
                  </a:moveTo>
                  <a:lnTo>
                    <a:pt x="179" y="0"/>
                  </a:lnTo>
                  <a:lnTo>
                    <a:pt x="99" y="20"/>
                  </a:lnTo>
                  <a:lnTo>
                    <a:pt x="60" y="59"/>
                  </a:lnTo>
                  <a:lnTo>
                    <a:pt x="20" y="119"/>
                  </a:lnTo>
                  <a:lnTo>
                    <a:pt x="0" y="178"/>
                  </a:lnTo>
                  <a:lnTo>
                    <a:pt x="0" y="178"/>
                  </a:lnTo>
                  <a:lnTo>
                    <a:pt x="20" y="238"/>
                  </a:lnTo>
                  <a:lnTo>
                    <a:pt x="40" y="277"/>
                  </a:lnTo>
                  <a:lnTo>
                    <a:pt x="80" y="317"/>
                  </a:lnTo>
                  <a:lnTo>
                    <a:pt x="139" y="337"/>
                  </a:lnTo>
                  <a:lnTo>
                    <a:pt x="139" y="14719"/>
                  </a:lnTo>
                  <a:lnTo>
                    <a:pt x="2100" y="16681"/>
                  </a:lnTo>
                  <a:lnTo>
                    <a:pt x="2100" y="56361"/>
                  </a:lnTo>
                  <a:lnTo>
                    <a:pt x="2180" y="56361"/>
                  </a:lnTo>
                  <a:lnTo>
                    <a:pt x="2180" y="16641"/>
                  </a:lnTo>
                  <a:lnTo>
                    <a:pt x="218" y="14680"/>
                  </a:lnTo>
                  <a:lnTo>
                    <a:pt x="218" y="337"/>
                  </a:lnTo>
                  <a:lnTo>
                    <a:pt x="218" y="337"/>
                  </a:lnTo>
                  <a:lnTo>
                    <a:pt x="258" y="317"/>
                  </a:lnTo>
                  <a:lnTo>
                    <a:pt x="298" y="277"/>
                  </a:lnTo>
                  <a:lnTo>
                    <a:pt x="337" y="238"/>
                  </a:lnTo>
                  <a:lnTo>
                    <a:pt x="337" y="178"/>
                  </a:lnTo>
                  <a:lnTo>
                    <a:pt x="337" y="178"/>
                  </a:lnTo>
                  <a:lnTo>
                    <a:pt x="337" y="119"/>
                  </a:lnTo>
                  <a:lnTo>
                    <a:pt x="298" y="59"/>
                  </a:lnTo>
                  <a:lnTo>
                    <a:pt x="238" y="20"/>
                  </a:lnTo>
                  <a:lnTo>
                    <a:pt x="179"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8"/>
            <p:cNvSpPr/>
            <p:nvPr/>
          </p:nvSpPr>
          <p:spPr>
            <a:xfrm>
              <a:off x="428800" y="2022200"/>
              <a:ext cx="8425" cy="412600"/>
            </a:xfrm>
            <a:custGeom>
              <a:avLst/>
              <a:gdLst/>
              <a:ahLst/>
              <a:cxnLst/>
              <a:rect l="l" t="t" r="r" b="b"/>
              <a:pathLst>
                <a:path w="337" h="16504" extrusionOk="0">
                  <a:moveTo>
                    <a:pt x="178" y="1"/>
                  </a:moveTo>
                  <a:lnTo>
                    <a:pt x="99" y="21"/>
                  </a:lnTo>
                  <a:lnTo>
                    <a:pt x="60" y="60"/>
                  </a:lnTo>
                  <a:lnTo>
                    <a:pt x="20" y="100"/>
                  </a:lnTo>
                  <a:lnTo>
                    <a:pt x="0" y="179"/>
                  </a:lnTo>
                  <a:lnTo>
                    <a:pt x="20" y="219"/>
                  </a:lnTo>
                  <a:lnTo>
                    <a:pt x="40" y="278"/>
                  </a:lnTo>
                  <a:lnTo>
                    <a:pt x="79" y="318"/>
                  </a:lnTo>
                  <a:lnTo>
                    <a:pt x="139" y="338"/>
                  </a:lnTo>
                  <a:lnTo>
                    <a:pt x="139" y="16503"/>
                  </a:lnTo>
                  <a:lnTo>
                    <a:pt x="218" y="16503"/>
                  </a:lnTo>
                  <a:lnTo>
                    <a:pt x="218" y="338"/>
                  </a:lnTo>
                  <a:lnTo>
                    <a:pt x="258" y="318"/>
                  </a:lnTo>
                  <a:lnTo>
                    <a:pt x="297" y="278"/>
                  </a:lnTo>
                  <a:lnTo>
                    <a:pt x="337" y="219"/>
                  </a:lnTo>
                  <a:lnTo>
                    <a:pt x="337" y="179"/>
                  </a:lnTo>
                  <a:lnTo>
                    <a:pt x="317" y="100"/>
                  </a:lnTo>
                  <a:lnTo>
                    <a:pt x="297" y="60"/>
                  </a:lnTo>
                  <a:lnTo>
                    <a:pt x="238" y="21"/>
                  </a:lnTo>
                  <a:lnTo>
                    <a:pt x="178"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8"/>
            <p:cNvSpPr/>
            <p:nvPr/>
          </p:nvSpPr>
          <p:spPr>
            <a:xfrm>
              <a:off x="428800" y="2022200"/>
              <a:ext cx="8425" cy="412600"/>
            </a:xfrm>
            <a:custGeom>
              <a:avLst/>
              <a:gdLst/>
              <a:ahLst/>
              <a:cxnLst/>
              <a:rect l="l" t="t" r="r" b="b"/>
              <a:pathLst>
                <a:path w="337" h="16504" fill="none" extrusionOk="0">
                  <a:moveTo>
                    <a:pt x="178" y="1"/>
                  </a:moveTo>
                  <a:lnTo>
                    <a:pt x="178" y="1"/>
                  </a:lnTo>
                  <a:lnTo>
                    <a:pt x="99" y="21"/>
                  </a:lnTo>
                  <a:lnTo>
                    <a:pt x="60" y="60"/>
                  </a:lnTo>
                  <a:lnTo>
                    <a:pt x="20" y="100"/>
                  </a:lnTo>
                  <a:lnTo>
                    <a:pt x="0" y="179"/>
                  </a:lnTo>
                  <a:lnTo>
                    <a:pt x="0" y="179"/>
                  </a:lnTo>
                  <a:lnTo>
                    <a:pt x="20" y="219"/>
                  </a:lnTo>
                  <a:lnTo>
                    <a:pt x="40" y="278"/>
                  </a:lnTo>
                  <a:lnTo>
                    <a:pt x="79" y="318"/>
                  </a:lnTo>
                  <a:lnTo>
                    <a:pt x="139" y="338"/>
                  </a:lnTo>
                  <a:lnTo>
                    <a:pt x="139" y="16503"/>
                  </a:lnTo>
                  <a:lnTo>
                    <a:pt x="218" y="16503"/>
                  </a:lnTo>
                  <a:lnTo>
                    <a:pt x="218" y="338"/>
                  </a:lnTo>
                  <a:lnTo>
                    <a:pt x="218" y="338"/>
                  </a:lnTo>
                  <a:lnTo>
                    <a:pt x="258" y="318"/>
                  </a:lnTo>
                  <a:lnTo>
                    <a:pt x="297" y="278"/>
                  </a:lnTo>
                  <a:lnTo>
                    <a:pt x="337" y="219"/>
                  </a:lnTo>
                  <a:lnTo>
                    <a:pt x="337" y="179"/>
                  </a:lnTo>
                  <a:lnTo>
                    <a:pt x="337" y="179"/>
                  </a:lnTo>
                  <a:lnTo>
                    <a:pt x="317" y="100"/>
                  </a:lnTo>
                  <a:lnTo>
                    <a:pt x="297" y="60"/>
                  </a:lnTo>
                  <a:lnTo>
                    <a:pt x="238" y="21"/>
                  </a:lnTo>
                  <a:lnTo>
                    <a:pt x="178"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8"/>
            <p:cNvSpPr/>
            <p:nvPr/>
          </p:nvSpPr>
          <p:spPr>
            <a:xfrm>
              <a:off x="309425" y="1428400"/>
              <a:ext cx="54500" cy="1006400"/>
            </a:xfrm>
            <a:custGeom>
              <a:avLst/>
              <a:gdLst/>
              <a:ahLst/>
              <a:cxnLst/>
              <a:rect l="l" t="t" r="r" b="b"/>
              <a:pathLst>
                <a:path w="2180" h="40256" extrusionOk="0">
                  <a:moveTo>
                    <a:pt x="1942" y="0"/>
                  </a:moveTo>
                  <a:lnTo>
                    <a:pt x="1883" y="40"/>
                  </a:lnTo>
                  <a:lnTo>
                    <a:pt x="1843" y="99"/>
                  </a:lnTo>
                  <a:lnTo>
                    <a:pt x="1843" y="159"/>
                  </a:lnTo>
                  <a:lnTo>
                    <a:pt x="1843" y="218"/>
                  </a:lnTo>
                  <a:lnTo>
                    <a:pt x="1863" y="258"/>
                  </a:lnTo>
                  <a:lnTo>
                    <a:pt x="1903" y="297"/>
                  </a:lnTo>
                  <a:lnTo>
                    <a:pt x="1962" y="317"/>
                  </a:lnTo>
                  <a:lnTo>
                    <a:pt x="1962" y="7508"/>
                  </a:lnTo>
                  <a:lnTo>
                    <a:pt x="21" y="9469"/>
                  </a:lnTo>
                  <a:lnTo>
                    <a:pt x="40" y="9489"/>
                  </a:lnTo>
                  <a:lnTo>
                    <a:pt x="1" y="9489"/>
                  </a:lnTo>
                  <a:lnTo>
                    <a:pt x="1" y="40255"/>
                  </a:lnTo>
                  <a:lnTo>
                    <a:pt x="80" y="40255"/>
                  </a:lnTo>
                  <a:lnTo>
                    <a:pt x="80" y="9509"/>
                  </a:lnTo>
                  <a:lnTo>
                    <a:pt x="2041" y="7548"/>
                  </a:lnTo>
                  <a:lnTo>
                    <a:pt x="2041" y="317"/>
                  </a:lnTo>
                  <a:lnTo>
                    <a:pt x="2101" y="297"/>
                  </a:lnTo>
                  <a:lnTo>
                    <a:pt x="2140" y="258"/>
                  </a:lnTo>
                  <a:lnTo>
                    <a:pt x="2160" y="218"/>
                  </a:lnTo>
                  <a:lnTo>
                    <a:pt x="2180" y="159"/>
                  </a:lnTo>
                  <a:lnTo>
                    <a:pt x="2160" y="99"/>
                  </a:lnTo>
                  <a:lnTo>
                    <a:pt x="2120" y="40"/>
                  </a:lnTo>
                  <a:lnTo>
                    <a:pt x="2061"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8"/>
            <p:cNvSpPr/>
            <p:nvPr/>
          </p:nvSpPr>
          <p:spPr>
            <a:xfrm>
              <a:off x="309425" y="1428400"/>
              <a:ext cx="54500" cy="1006400"/>
            </a:xfrm>
            <a:custGeom>
              <a:avLst/>
              <a:gdLst/>
              <a:ahLst/>
              <a:cxnLst/>
              <a:rect l="l" t="t" r="r" b="b"/>
              <a:pathLst>
                <a:path w="2180" h="40256" fill="none" extrusionOk="0">
                  <a:moveTo>
                    <a:pt x="2002" y="0"/>
                  </a:moveTo>
                  <a:lnTo>
                    <a:pt x="2002" y="0"/>
                  </a:lnTo>
                  <a:lnTo>
                    <a:pt x="2002" y="0"/>
                  </a:lnTo>
                  <a:lnTo>
                    <a:pt x="2002" y="0"/>
                  </a:lnTo>
                  <a:lnTo>
                    <a:pt x="1942" y="0"/>
                  </a:lnTo>
                  <a:lnTo>
                    <a:pt x="1883" y="40"/>
                  </a:lnTo>
                  <a:lnTo>
                    <a:pt x="1843" y="99"/>
                  </a:lnTo>
                  <a:lnTo>
                    <a:pt x="1843" y="159"/>
                  </a:lnTo>
                  <a:lnTo>
                    <a:pt x="1843" y="159"/>
                  </a:lnTo>
                  <a:lnTo>
                    <a:pt x="1843" y="218"/>
                  </a:lnTo>
                  <a:lnTo>
                    <a:pt x="1863" y="258"/>
                  </a:lnTo>
                  <a:lnTo>
                    <a:pt x="1903" y="297"/>
                  </a:lnTo>
                  <a:lnTo>
                    <a:pt x="1962" y="317"/>
                  </a:lnTo>
                  <a:lnTo>
                    <a:pt x="1962" y="7508"/>
                  </a:lnTo>
                  <a:lnTo>
                    <a:pt x="21" y="9469"/>
                  </a:lnTo>
                  <a:lnTo>
                    <a:pt x="40" y="9489"/>
                  </a:lnTo>
                  <a:lnTo>
                    <a:pt x="1" y="9489"/>
                  </a:lnTo>
                  <a:lnTo>
                    <a:pt x="1" y="40255"/>
                  </a:lnTo>
                  <a:lnTo>
                    <a:pt x="80" y="40255"/>
                  </a:lnTo>
                  <a:lnTo>
                    <a:pt x="80" y="9509"/>
                  </a:lnTo>
                  <a:lnTo>
                    <a:pt x="2041" y="7548"/>
                  </a:lnTo>
                  <a:lnTo>
                    <a:pt x="2041" y="317"/>
                  </a:lnTo>
                  <a:lnTo>
                    <a:pt x="2041" y="317"/>
                  </a:lnTo>
                  <a:lnTo>
                    <a:pt x="2101" y="297"/>
                  </a:lnTo>
                  <a:lnTo>
                    <a:pt x="2140" y="258"/>
                  </a:lnTo>
                  <a:lnTo>
                    <a:pt x="2160" y="218"/>
                  </a:lnTo>
                  <a:lnTo>
                    <a:pt x="2180" y="159"/>
                  </a:lnTo>
                  <a:lnTo>
                    <a:pt x="2180" y="159"/>
                  </a:lnTo>
                  <a:lnTo>
                    <a:pt x="2160" y="99"/>
                  </a:lnTo>
                  <a:lnTo>
                    <a:pt x="2120" y="40"/>
                  </a:lnTo>
                  <a:lnTo>
                    <a:pt x="2061" y="0"/>
                  </a:lnTo>
                  <a:lnTo>
                    <a:pt x="2002"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8"/>
            <p:cNvSpPr/>
            <p:nvPr/>
          </p:nvSpPr>
          <p:spPr>
            <a:xfrm>
              <a:off x="404525" y="1687900"/>
              <a:ext cx="119875" cy="746900"/>
            </a:xfrm>
            <a:custGeom>
              <a:avLst/>
              <a:gdLst/>
              <a:ahLst/>
              <a:cxnLst/>
              <a:rect l="l" t="t" r="r" b="b"/>
              <a:pathLst>
                <a:path w="4795" h="29876" extrusionOk="0">
                  <a:moveTo>
                    <a:pt x="4636" y="1"/>
                  </a:moveTo>
                  <a:lnTo>
                    <a:pt x="4577" y="21"/>
                  </a:lnTo>
                  <a:lnTo>
                    <a:pt x="4517" y="60"/>
                  </a:lnTo>
                  <a:lnTo>
                    <a:pt x="4478" y="120"/>
                  </a:lnTo>
                  <a:lnTo>
                    <a:pt x="4478" y="179"/>
                  </a:lnTo>
                  <a:lnTo>
                    <a:pt x="4478" y="239"/>
                  </a:lnTo>
                  <a:lnTo>
                    <a:pt x="4497" y="278"/>
                  </a:lnTo>
                  <a:lnTo>
                    <a:pt x="4537" y="318"/>
                  </a:lnTo>
                  <a:lnTo>
                    <a:pt x="4596" y="338"/>
                  </a:lnTo>
                  <a:lnTo>
                    <a:pt x="4596" y="6736"/>
                  </a:lnTo>
                  <a:lnTo>
                    <a:pt x="199" y="11115"/>
                  </a:lnTo>
                  <a:lnTo>
                    <a:pt x="199" y="5825"/>
                  </a:lnTo>
                  <a:lnTo>
                    <a:pt x="258" y="5805"/>
                  </a:lnTo>
                  <a:lnTo>
                    <a:pt x="298" y="5766"/>
                  </a:lnTo>
                  <a:lnTo>
                    <a:pt x="317" y="5706"/>
                  </a:lnTo>
                  <a:lnTo>
                    <a:pt x="337" y="5667"/>
                  </a:lnTo>
                  <a:lnTo>
                    <a:pt x="317" y="5587"/>
                  </a:lnTo>
                  <a:lnTo>
                    <a:pt x="278" y="5548"/>
                  </a:lnTo>
                  <a:lnTo>
                    <a:pt x="218" y="5508"/>
                  </a:lnTo>
                  <a:lnTo>
                    <a:pt x="159" y="5488"/>
                  </a:lnTo>
                  <a:lnTo>
                    <a:pt x="99" y="5508"/>
                  </a:lnTo>
                  <a:lnTo>
                    <a:pt x="40" y="5548"/>
                  </a:lnTo>
                  <a:lnTo>
                    <a:pt x="0" y="5587"/>
                  </a:lnTo>
                  <a:lnTo>
                    <a:pt x="0" y="5667"/>
                  </a:lnTo>
                  <a:lnTo>
                    <a:pt x="0" y="5706"/>
                  </a:lnTo>
                  <a:lnTo>
                    <a:pt x="20" y="5766"/>
                  </a:lnTo>
                  <a:lnTo>
                    <a:pt x="60" y="5805"/>
                  </a:lnTo>
                  <a:lnTo>
                    <a:pt x="119" y="5825"/>
                  </a:lnTo>
                  <a:lnTo>
                    <a:pt x="119" y="29875"/>
                  </a:lnTo>
                  <a:lnTo>
                    <a:pt x="199" y="29875"/>
                  </a:lnTo>
                  <a:lnTo>
                    <a:pt x="199" y="11233"/>
                  </a:lnTo>
                  <a:lnTo>
                    <a:pt x="4676" y="6756"/>
                  </a:lnTo>
                  <a:lnTo>
                    <a:pt x="4676" y="338"/>
                  </a:lnTo>
                  <a:lnTo>
                    <a:pt x="4735" y="318"/>
                  </a:lnTo>
                  <a:lnTo>
                    <a:pt x="4775" y="278"/>
                  </a:lnTo>
                  <a:lnTo>
                    <a:pt x="4795" y="239"/>
                  </a:lnTo>
                  <a:lnTo>
                    <a:pt x="4795" y="179"/>
                  </a:lnTo>
                  <a:lnTo>
                    <a:pt x="4795" y="120"/>
                  </a:lnTo>
                  <a:lnTo>
                    <a:pt x="4755" y="60"/>
                  </a:lnTo>
                  <a:lnTo>
                    <a:pt x="4696" y="21"/>
                  </a:lnTo>
                  <a:lnTo>
                    <a:pt x="4636"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8"/>
            <p:cNvSpPr/>
            <p:nvPr/>
          </p:nvSpPr>
          <p:spPr>
            <a:xfrm>
              <a:off x="404525" y="1687900"/>
              <a:ext cx="119875" cy="746900"/>
            </a:xfrm>
            <a:custGeom>
              <a:avLst/>
              <a:gdLst/>
              <a:ahLst/>
              <a:cxnLst/>
              <a:rect l="l" t="t" r="r" b="b"/>
              <a:pathLst>
                <a:path w="4795" h="29876" fill="none" extrusionOk="0">
                  <a:moveTo>
                    <a:pt x="4636" y="1"/>
                  </a:moveTo>
                  <a:lnTo>
                    <a:pt x="4636" y="1"/>
                  </a:lnTo>
                  <a:lnTo>
                    <a:pt x="4577" y="21"/>
                  </a:lnTo>
                  <a:lnTo>
                    <a:pt x="4517" y="60"/>
                  </a:lnTo>
                  <a:lnTo>
                    <a:pt x="4478" y="120"/>
                  </a:lnTo>
                  <a:lnTo>
                    <a:pt x="4478" y="179"/>
                  </a:lnTo>
                  <a:lnTo>
                    <a:pt x="4478" y="179"/>
                  </a:lnTo>
                  <a:lnTo>
                    <a:pt x="4478" y="239"/>
                  </a:lnTo>
                  <a:lnTo>
                    <a:pt x="4497" y="278"/>
                  </a:lnTo>
                  <a:lnTo>
                    <a:pt x="4537" y="318"/>
                  </a:lnTo>
                  <a:lnTo>
                    <a:pt x="4596" y="338"/>
                  </a:lnTo>
                  <a:lnTo>
                    <a:pt x="4596" y="6736"/>
                  </a:lnTo>
                  <a:lnTo>
                    <a:pt x="199" y="11115"/>
                  </a:lnTo>
                  <a:lnTo>
                    <a:pt x="199" y="5825"/>
                  </a:lnTo>
                  <a:lnTo>
                    <a:pt x="199" y="5825"/>
                  </a:lnTo>
                  <a:lnTo>
                    <a:pt x="258" y="5805"/>
                  </a:lnTo>
                  <a:lnTo>
                    <a:pt x="298" y="5766"/>
                  </a:lnTo>
                  <a:lnTo>
                    <a:pt x="317" y="5706"/>
                  </a:lnTo>
                  <a:lnTo>
                    <a:pt x="337" y="5667"/>
                  </a:lnTo>
                  <a:lnTo>
                    <a:pt x="337" y="5667"/>
                  </a:lnTo>
                  <a:lnTo>
                    <a:pt x="317" y="5587"/>
                  </a:lnTo>
                  <a:lnTo>
                    <a:pt x="278" y="5548"/>
                  </a:lnTo>
                  <a:lnTo>
                    <a:pt x="218" y="5508"/>
                  </a:lnTo>
                  <a:lnTo>
                    <a:pt x="159" y="5488"/>
                  </a:lnTo>
                  <a:lnTo>
                    <a:pt x="159" y="5488"/>
                  </a:lnTo>
                  <a:lnTo>
                    <a:pt x="159" y="5488"/>
                  </a:lnTo>
                  <a:lnTo>
                    <a:pt x="159" y="5488"/>
                  </a:lnTo>
                  <a:lnTo>
                    <a:pt x="99" y="5508"/>
                  </a:lnTo>
                  <a:lnTo>
                    <a:pt x="40" y="5548"/>
                  </a:lnTo>
                  <a:lnTo>
                    <a:pt x="0" y="5587"/>
                  </a:lnTo>
                  <a:lnTo>
                    <a:pt x="0" y="5667"/>
                  </a:lnTo>
                  <a:lnTo>
                    <a:pt x="0" y="5667"/>
                  </a:lnTo>
                  <a:lnTo>
                    <a:pt x="0" y="5706"/>
                  </a:lnTo>
                  <a:lnTo>
                    <a:pt x="20" y="5766"/>
                  </a:lnTo>
                  <a:lnTo>
                    <a:pt x="60" y="5805"/>
                  </a:lnTo>
                  <a:lnTo>
                    <a:pt x="119" y="5825"/>
                  </a:lnTo>
                  <a:lnTo>
                    <a:pt x="119" y="29875"/>
                  </a:lnTo>
                  <a:lnTo>
                    <a:pt x="199" y="29875"/>
                  </a:lnTo>
                  <a:lnTo>
                    <a:pt x="199" y="11233"/>
                  </a:lnTo>
                  <a:lnTo>
                    <a:pt x="4676" y="6756"/>
                  </a:lnTo>
                  <a:lnTo>
                    <a:pt x="4676" y="338"/>
                  </a:lnTo>
                  <a:lnTo>
                    <a:pt x="4676" y="338"/>
                  </a:lnTo>
                  <a:lnTo>
                    <a:pt x="4735" y="318"/>
                  </a:lnTo>
                  <a:lnTo>
                    <a:pt x="4775" y="278"/>
                  </a:lnTo>
                  <a:lnTo>
                    <a:pt x="4795" y="239"/>
                  </a:lnTo>
                  <a:lnTo>
                    <a:pt x="4795" y="179"/>
                  </a:lnTo>
                  <a:lnTo>
                    <a:pt x="4795" y="179"/>
                  </a:lnTo>
                  <a:lnTo>
                    <a:pt x="4795" y="120"/>
                  </a:lnTo>
                  <a:lnTo>
                    <a:pt x="4755" y="60"/>
                  </a:lnTo>
                  <a:lnTo>
                    <a:pt x="4696" y="21"/>
                  </a:lnTo>
                  <a:lnTo>
                    <a:pt x="4636"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8"/>
            <p:cNvSpPr/>
            <p:nvPr/>
          </p:nvSpPr>
          <p:spPr>
            <a:xfrm>
              <a:off x="434250" y="1977150"/>
              <a:ext cx="55975" cy="457650"/>
            </a:xfrm>
            <a:custGeom>
              <a:avLst/>
              <a:gdLst/>
              <a:ahLst/>
              <a:cxnLst/>
              <a:rect l="l" t="t" r="r" b="b"/>
              <a:pathLst>
                <a:path w="2239" h="18306" extrusionOk="0">
                  <a:moveTo>
                    <a:pt x="178" y="0"/>
                  </a:moveTo>
                  <a:lnTo>
                    <a:pt x="99" y="20"/>
                  </a:lnTo>
                  <a:lnTo>
                    <a:pt x="59" y="60"/>
                  </a:lnTo>
                  <a:lnTo>
                    <a:pt x="20" y="99"/>
                  </a:lnTo>
                  <a:lnTo>
                    <a:pt x="0" y="178"/>
                  </a:lnTo>
                  <a:lnTo>
                    <a:pt x="20" y="238"/>
                  </a:lnTo>
                  <a:lnTo>
                    <a:pt x="59" y="297"/>
                  </a:lnTo>
                  <a:lnTo>
                    <a:pt x="99" y="317"/>
                  </a:lnTo>
                  <a:lnTo>
                    <a:pt x="178" y="337"/>
                  </a:lnTo>
                  <a:lnTo>
                    <a:pt x="218" y="337"/>
                  </a:lnTo>
                  <a:lnTo>
                    <a:pt x="258" y="317"/>
                  </a:lnTo>
                  <a:lnTo>
                    <a:pt x="2140" y="2199"/>
                  </a:lnTo>
                  <a:lnTo>
                    <a:pt x="2140" y="18305"/>
                  </a:lnTo>
                  <a:lnTo>
                    <a:pt x="2239" y="18305"/>
                  </a:lnTo>
                  <a:lnTo>
                    <a:pt x="2239" y="2179"/>
                  </a:lnTo>
                  <a:lnTo>
                    <a:pt x="317" y="258"/>
                  </a:lnTo>
                  <a:lnTo>
                    <a:pt x="337" y="218"/>
                  </a:lnTo>
                  <a:lnTo>
                    <a:pt x="337" y="178"/>
                  </a:lnTo>
                  <a:lnTo>
                    <a:pt x="317" y="99"/>
                  </a:lnTo>
                  <a:lnTo>
                    <a:pt x="297" y="60"/>
                  </a:lnTo>
                  <a:lnTo>
                    <a:pt x="238" y="20"/>
                  </a:lnTo>
                  <a:lnTo>
                    <a:pt x="178"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8"/>
            <p:cNvSpPr/>
            <p:nvPr/>
          </p:nvSpPr>
          <p:spPr>
            <a:xfrm>
              <a:off x="434250" y="1977150"/>
              <a:ext cx="55975" cy="457650"/>
            </a:xfrm>
            <a:custGeom>
              <a:avLst/>
              <a:gdLst/>
              <a:ahLst/>
              <a:cxnLst/>
              <a:rect l="l" t="t" r="r" b="b"/>
              <a:pathLst>
                <a:path w="2239" h="18306" fill="none" extrusionOk="0">
                  <a:moveTo>
                    <a:pt x="178" y="0"/>
                  </a:moveTo>
                  <a:lnTo>
                    <a:pt x="178" y="0"/>
                  </a:lnTo>
                  <a:lnTo>
                    <a:pt x="178" y="0"/>
                  </a:lnTo>
                  <a:lnTo>
                    <a:pt x="178" y="0"/>
                  </a:lnTo>
                  <a:lnTo>
                    <a:pt x="99" y="20"/>
                  </a:lnTo>
                  <a:lnTo>
                    <a:pt x="59" y="60"/>
                  </a:lnTo>
                  <a:lnTo>
                    <a:pt x="20" y="99"/>
                  </a:lnTo>
                  <a:lnTo>
                    <a:pt x="0" y="178"/>
                  </a:lnTo>
                  <a:lnTo>
                    <a:pt x="0" y="178"/>
                  </a:lnTo>
                  <a:lnTo>
                    <a:pt x="20" y="238"/>
                  </a:lnTo>
                  <a:lnTo>
                    <a:pt x="59" y="297"/>
                  </a:lnTo>
                  <a:lnTo>
                    <a:pt x="99" y="317"/>
                  </a:lnTo>
                  <a:lnTo>
                    <a:pt x="178" y="337"/>
                  </a:lnTo>
                  <a:lnTo>
                    <a:pt x="178" y="337"/>
                  </a:lnTo>
                  <a:lnTo>
                    <a:pt x="218" y="337"/>
                  </a:lnTo>
                  <a:lnTo>
                    <a:pt x="258" y="317"/>
                  </a:lnTo>
                  <a:lnTo>
                    <a:pt x="2140" y="2199"/>
                  </a:lnTo>
                  <a:lnTo>
                    <a:pt x="2140" y="18305"/>
                  </a:lnTo>
                  <a:lnTo>
                    <a:pt x="2239" y="18305"/>
                  </a:lnTo>
                  <a:lnTo>
                    <a:pt x="2239" y="2179"/>
                  </a:lnTo>
                  <a:lnTo>
                    <a:pt x="317" y="258"/>
                  </a:lnTo>
                  <a:lnTo>
                    <a:pt x="317" y="258"/>
                  </a:lnTo>
                  <a:lnTo>
                    <a:pt x="337" y="218"/>
                  </a:lnTo>
                  <a:lnTo>
                    <a:pt x="337" y="178"/>
                  </a:lnTo>
                  <a:lnTo>
                    <a:pt x="337" y="178"/>
                  </a:lnTo>
                  <a:lnTo>
                    <a:pt x="317" y="99"/>
                  </a:lnTo>
                  <a:lnTo>
                    <a:pt x="297" y="60"/>
                  </a:lnTo>
                  <a:lnTo>
                    <a:pt x="238" y="20"/>
                  </a:lnTo>
                  <a:lnTo>
                    <a:pt x="178"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8"/>
            <p:cNvSpPr/>
            <p:nvPr/>
          </p:nvSpPr>
          <p:spPr>
            <a:xfrm>
              <a:off x="891875" y="1444725"/>
              <a:ext cx="120375" cy="990075"/>
            </a:xfrm>
            <a:custGeom>
              <a:avLst/>
              <a:gdLst/>
              <a:ahLst/>
              <a:cxnLst/>
              <a:rect l="l" t="t" r="r" b="b"/>
              <a:pathLst>
                <a:path w="4815" h="39603" extrusionOk="0">
                  <a:moveTo>
                    <a:pt x="178" y="1"/>
                  </a:moveTo>
                  <a:lnTo>
                    <a:pt x="119" y="21"/>
                  </a:lnTo>
                  <a:lnTo>
                    <a:pt x="60" y="60"/>
                  </a:lnTo>
                  <a:lnTo>
                    <a:pt x="20" y="100"/>
                  </a:lnTo>
                  <a:lnTo>
                    <a:pt x="0" y="179"/>
                  </a:lnTo>
                  <a:lnTo>
                    <a:pt x="20" y="219"/>
                  </a:lnTo>
                  <a:lnTo>
                    <a:pt x="40" y="278"/>
                  </a:lnTo>
                  <a:lnTo>
                    <a:pt x="79" y="318"/>
                  </a:lnTo>
                  <a:lnTo>
                    <a:pt x="139" y="338"/>
                  </a:lnTo>
                  <a:lnTo>
                    <a:pt x="139" y="6756"/>
                  </a:lnTo>
                  <a:lnTo>
                    <a:pt x="4616" y="11233"/>
                  </a:lnTo>
                  <a:lnTo>
                    <a:pt x="4616" y="39602"/>
                  </a:lnTo>
                  <a:lnTo>
                    <a:pt x="4695" y="39602"/>
                  </a:lnTo>
                  <a:lnTo>
                    <a:pt x="4695" y="5805"/>
                  </a:lnTo>
                  <a:lnTo>
                    <a:pt x="4735" y="5785"/>
                  </a:lnTo>
                  <a:lnTo>
                    <a:pt x="4775" y="5766"/>
                  </a:lnTo>
                  <a:lnTo>
                    <a:pt x="4814" y="5706"/>
                  </a:lnTo>
                  <a:lnTo>
                    <a:pt x="4814" y="5647"/>
                  </a:lnTo>
                  <a:lnTo>
                    <a:pt x="4814" y="5587"/>
                  </a:lnTo>
                  <a:lnTo>
                    <a:pt x="4775" y="5528"/>
                  </a:lnTo>
                  <a:lnTo>
                    <a:pt x="4715" y="5508"/>
                  </a:lnTo>
                  <a:lnTo>
                    <a:pt x="4656" y="5488"/>
                  </a:lnTo>
                  <a:lnTo>
                    <a:pt x="4576" y="5508"/>
                  </a:lnTo>
                  <a:lnTo>
                    <a:pt x="4537" y="5528"/>
                  </a:lnTo>
                  <a:lnTo>
                    <a:pt x="4497" y="5587"/>
                  </a:lnTo>
                  <a:lnTo>
                    <a:pt x="4477" y="5647"/>
                  </a:lnTo>
                  <a:lnTo>
                    <a:pt x="4497" y="5706"/>
                  </a:lnTo>
                  <a:lnTo>
                    <a:pt x="4517" y="5766"/>
                  </a:lnTo>
                  <a:lnTo>
                    <a:pt x="4557" y="5785"/>
                  </a:lnTo>
                  <a:lnTo>
                    <a:pt x="4616" y="5805"/>
                  </a:lnTo>
                  <a:lnTo>
                    <a:pt x="4616" y="11115"/>
                  </a:lnTo>
                  <a:lnTo>
                    <a:pt x="218" y="6717"/>
                  </a:lnTo>
                  <a:lnTo>
                    <a:pt x="218" y="338"/>
                  </a:lnTo>
                  <a:lnTo>
                    <a:pt x="258" y="318"/>
                  </a:lnTo>
                  <a:lnTo>
                    <a:pt x="297" y="278"/>
                  </a:lnTo>
                  <a:lnTo>
                    <a:pt x="337" y="219"/>
                  </a:lnTo>
                  <a:lnTo>
                    <a:pt x="337" y="179"/>
                  </a:lnTo>
                  <a:lnTo>
                    <a:pt x="337" y="100"/>
                  </a:lnTo>
                  <a:lnTo>
                    <a:pt x="297" y="60"/>
                  </a:lnTo>
                  <a:lnTo>
                    <a:pt x="238" y="21"/>
                  </a:lnTo>
                  <a:lnTo>
                    <a:pt x="178"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8"/>
            <p:cNvSpPr/>
            <p:nvPr/>
          </p:nvSpPr>
          <p:spPr>
            <a:xfrm>
              <a:off x="891875" y="1444725"/>
              <a:ext cx="120375" cy="990075"/>
            </a:xfrm>
            <a:custGeom>
              <a:avLst/>
              <a:gdLst/>
              <a:ahLst/>
              <a:cxnLst/>
              <a:rect l="l" t="t" r="r" b="b"/>
              <a:pathLst>
                <a:path w="4815" h="39603" fill="none" extrusionOk="0">
                  <a:moveTo>
                    <a:pt x="178" y="1"/>
                  </a:moveTo>
                  <a:lnTo>
                    <a:pt x="178" y="1"/>
                  </a:lnTo>
                  <a:lnTo>
                    <a:pt x="119" y="21"/>
                  </a:lnTo>
                  <a:lnTo>
                    <a:pt x="60" y="60"/>
                  </a:lnTo>
                  <a:lnTo>
                    <a:pt x="20" y="100"/>
                  </a:lnTo>
                  <a:lnTo>
                    <a:pt x="0" y="179"/>
                  </a:lnTo>
                  <a:lnTo>
                    <a:pt x="0" y="179"/>
                  </a:lnTo>
                  <a:lnTo>
                    <a:pt x="20" y="219"/>
                  </a:lnTo>
                  <a:lnTo>
                    <a:pt x="40" y="278"/>
                  </a:lnTo>
                  <a:lnTo>
                    <a:pt x="79" y="318"/>
                  </a:lnTo>
                  <a:lnTo>
                    <a:pt x="139" y="338"/>
                  </a:lnTo>
                  <a:lnTo>
                    <a:pt x="139" y="6756"/>
                  </a:lnTo>
                  <a:lnTo>
                    <a:pt x="4616" y="11233"/>
                  </a:lnTo>
                  <a:lnTo>
                    <a:pt x="4616" y="39602"/>
                  </a:lnTo>
                  <a:lnTo>
                    <a:pt x="4695" y="39602"/>
                  </a:lnTo>
                  <a:lnTo>
                    <a:pt x="4695" y="5805"/>
                  </a:lnTo>
                  <a:lnTo>
                    <a:pt x="4695" y="5805"/>
                  </a:lnTo>
                  <a:lnTo>
                    <a:pt x="4735" y="5785"/>
                  </a:lnTo>
                  <a:lnTo>
                    <a:pt x="4775" y="5766"/>
                  </a:lnTo>
                  <a:lnTo>
                    <a:pt x="4814" y="5706"/>
                  </a:lnTo>
                  <a:lnTo>
                    <a:pt x="4814" y="5647"/>
                  </a:lnTo>
                  <a:lnTo>
                    <a:pt x="4814" y="5647"/>
                  </a:lnTo>
                  <a:lnTo>
                    <a:pt x="4814" y="5587"/>
                  </a:lnTo>
                  <a:lnTo>
                    <a:pt x="4775" y="5528"/>
                  </a:lnTo>
                  <a:lnTo>
                    <a:pt x="4715" y="5508"/>
                  </a:lnTo>
                  <a:lnTo>
                    <a:pt x="4656" y="5488"/>
                  </a:lnTo>
                  <a:lnTo>
                    <a:pt x="4656" y="5488"/>
                  </a:lnTo>
                  <a:lnTo>
                    <a:pt x="4576" y="5508"/>
                  </a:lnTo>
                  <a:lnTo>
                    <a:pt x="4537" y="5528"/>
                  </a:lnTo>
                  <a:lnTo>
                    <a:pt x="4497" y="5587"/>
                  </a:lnTo>
                  <a:lnTo>
                    <a:pt x="4477" y="5647"/>
                  </a:lnTo>
                  <a:lnTo>
                    <a:pt x="4477" y="5647"/>
                  </a:lnTo>
                  <a:lnTo>
                    <a:pt x="4497" y="5706"/>
                  </a:lnTo>
                  <a:lnTo>
                    <a:pt x="4517" y="5766"/>
                  </a:lnTo>
                  <a:lnTo>
                    <a:pt x="4557" y="5785"/>
                  </a:lnTo>
                  <a:lnTo>
                    <a:pt x="4616" y="5805"/>
                  </a:lnTo>
                  <a:lnTo>
                    <a:pt x="4616" y="11115"/>
                  </a:lnTo>
                  <a:lnTo>
                    <a:pt x="218" y="6717"/>
                  </a:lnTo>
                  <a:lnTo>
                    <a:pt x="218" y="338"/>
                  </a:lnTo>
                  <a:lnTo>
                    <a:pt x="218" y="338"/>
                  </a:lnTo>
                  <a:lnTo>
                    <a:pt x="258" y="318"/>
                  </a:lnTo>
                  <a:lnTo>
                    <a:pt x="297" y="278"/>
                  </a:lnTo>
                  <a:lnTo>
                    <a:pt x="337" y="219"/>
                  </a:lnTo>
                  <a:lnTo>
                    <a:pt x="337" y="179"/>
                  </a:lnTo>
                  <a:lnTo>
                    <a:pt x="337" y="179"/>
                  </a:lnTo>
                  <a:lnTo>
                    <a:pt x="337" y="100"/>
                  </a:lnTo>
                  <a:lnTo>
                    <a:pt x="297" y="60"/>
                  </a:lnTo>
                  <a:lnTo>
                    <a:pt x="238" y="21"/>
                  </a:lnTo>
                  <a:lnTo>
                    <a:pt x="178"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8"/>
            <p:cNvSpPr/>
            <p:nvPr/>
          </p:nvSpPr>
          <p:spPr>
            <a:xfrm>
              <a:off x="382725" y="1322400"/>
              <a:ext cx="54500" cy="1112400"/>
            </a:xfrm>
            <a:custGeom>
              <a:avLst/>
              <a:gdLst/>
              <a:ahLst/>
              <a:cxnLst/>
              <a:rect l="l" t="t" r="r" b="b"/>
              <a:pathLst>
                <a:path w="2180" h="44496" extrusionOk="0">
                  <a:moveTo>
                    <a:pt x="1942" y="1"/>
                  </a:moveTo>
                  <a:lnTo>
                    <a:pt x="1903" y="40"/>
                  </a:lnTo>
                  <a:lnTo>
                    <a:pt x="1863" y="100"/>
                  </a:lnTo>
                  <a:lnTo>
                    <a:pt x="1843" y="159"/>
                  </a:lnTo>
                  <a:lnTo>
                    <a:pt x="1863" y="218"/>
                  </a:lnTo>
                  <a:lnTo>
                    <a:pt x="1883" y="258"/>
                  </a:lnTo>
                  <a:lnTo>
                    <a:pt x="1922" y="298"/>
                  </a:lnTo>
                  <a:lnTo>
                    <a:pt x="1982" y="318"/>
                  </a:lnTo>
                  <a:lnTo>
                    <a:pt x="1982" y="12957"/>
                  </a:lnTo>
                  <a:lnTo>
                    <a:pt x="1" y="14918"/>
                  </a:lnTo>
                  <a:lnTo>
                    <a:pt x="1" y="44495"/>
                  </a:lnTo>
                  <a:lnTo>
                    <a:pt x="100" y="44495"/>
                  </a:lnTo>
                  <a:lnTo>
                    <a:pt x="100" y="14958"/>
                  </a:lnTo>
                  <a:lnTo>
                    <a:pt x="2061" y="12996"/>
                  </a:lnTo>
                  <a:lnTo>
                    <a:pt x="2061" y="318"/>
                  </a:lnTo>
                  <a:lnTo>
                    <a:pt x="2101" y="298"/>
                  </a:lnTo>
                  <a:lnTo>
                    <a:pt x="2140" y="258"/>
                  </a:lnTo>
                  <a:lnTo>
                    <a:pt x="2180" y="218"/>
                  </a:lnTo>
                  <a:lnTo>
                    <a:pt x="2180" y="159"/>
                  </a:lnTo>
                  <a:lnTo>
                    <a:pt x="2160" y="100"/>
                  </a:lnTo>
                  <a:lnTo>
                    <a:pt x="2140" y="40"/>
                  </a:lnTo>
                  <a:lnTo>
                    <a:pt x="2081"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8"/>
            <p:cNvSpPr/>
            <p:nvPr/>
          </p:nvSpPr>
          <p:spPr>
            <a:xfrm>
              <a:off x="382725" y="1322400"/>
              <a:ext cx="54500" cy="1112400"/>
            </a:xfrm>
            <a:custGeom>
              <a:avLst/>
              <a:gdLst/>
              <a:ahLst/>
              <a:cxnLst/>
              <a:rect l="l" t="t" r="r" b="b"/>
              <a:pathLst>
                <a:path w="2180" h="44496" fill="none" extrusionOk="0">
                  <a:moveTo>
                    <a:pt x="2021" y="1"/>
                  </a:moveTo>
                  <a:lnTo>
                    <a:pt x="2021" y="1"/>
                  </a:lnTo>
                  <a:lnTo>
                    <a:pt x="1942" y="1"/>
                  </a:lnTo>
                  <a:lnTo>
                    <a:pt x="1903" y="40"/>
                  </a:lnTo>
                  <a:lnTo>
                    <a:pt x="1863" y="100"/>
                  </a:lnTo>
                  <a:lnTo>
                    <a:pt x="1843" y="159"/>
                  </a:lnTo>
                  <a:lnTo>
                    <a:pt x="1843" y="159"/>
                  </a:lnTo>
                  <a:lnTo>
                    <a:pt x="1863" y="218"/>
                  </a:lnTo>
                  <a:lnTo>
                    <a:pt x="1883" y="258"/>
                  </a:lnTo>
                  <a:lnTo>
                    <a:pt x="1922" y="298"/>
                  </a:lnTo>
                  <a:lnTo>
                    <a:pt x="1982" y="318"/>
                  </a:lnTo>
                  <a:lnTo>
                    <a:pt x="1982" y="12957"/>
                  </a:lnTo>
                  <a:lnTo>
                    <a:pt x="1" y="14918"/>
                  </a:lnTo>
                  <a:lnTo>
                    <a:pt x="1" y="44495"/>
                  </a:lnTo>
                  <a:lnTo>
                    <a:pt x="100" y="44495"/>
                  </a:lnTo>
                  <a:lnTo>
                    <a:pt x="100" y="14958"/>
                  </a:lnTo>
                  <a:lnTo>
                    <a:pt x="2061" y="12996"/>
                  </a:lnTo>
                  <a:lnTo>
                    <a:pt x="2061" y="318"/>
                  </a:lnTo>
                  <a:lnTo>
                    <a:pt x="2061" y="318"/>
                  </a:lnTo>
                  <a:lnTo>
                    <a:pt x="2101" y="298"/>
                  </a:lnTo>
                  <a:lnTo>
                    <a:pt x="2140" y="258"/>
                  </a:lnTo>
                  <a:lnTo>
                    <a:pt x="2180" y="218"/>
                  </a:lnTo>
                  <a:lnTo>
                    <a:pt x="2180" y="159"/>
                  </a:lnTo>
                  <a:lnTo>
                    <a:pt x="2180" y="159"/>
                  </a:lnTo>
                  <a:lnTo>
                    <a:pt x="2160" y="100"/>
                  </a:lnTo>
                  <a:lnTo>
                    <a:pt x="2140" y="40"/>
                  </a:lnTo>
                  <a:lnTo>
                    <a:pt x="2081" y="1"/>
                  </a:lnTo>
                  <a:lnTo>
                    <a:pt x="2021"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8"/>
            <p:cNvSpPr/>
            <p:nvPr/>
          </p:nvSpPr>
          <p:spPr>
            <a:xfrm>
              <a:off x="358475" y="1269400"/>
              <a:ext cx="54500" cy="1165400"/>
            </a:xfrm>
            <a:custGeom>
              <a:avLst/>
              <a:gdLst/>
              <a:ahLst/>
              <a:cxnLst/>
              <a:rect l="l" t="t" r="r" b="b"/>
              <a:pathLst>
                <a:path w="2180" h="46616" extrusionOk="0">
                  <a:moveTo>
                    <a:pt x="1941" y="1"/>
                  </a:moveTo>
                  <a:lnTo>
                    <a:pt x="1882" y="40"/>
                  </a:lnTo>
                  <a:lnTo>
                    <a:pt x="1842" y="100"/>
                  </a:lnTo>
                  <a:lnTo>
                    <a:pt x="1842" y="159"/>
                  </a:lnTo>
                  <a:lnTo>
                    <a:pt x="1842" y="219"/>
                  </a:lnTo>
                  <a:lnTo>
                    <a:pt x="1862" y="258"/>
                  </a:lnTo>
                  <a:lnTo>
                    <a:pt x="1902" y="298"/>
                  </a:lnTo>
                  <a:lnTo>
                    <a:pt x="1961" y="318"/>
                  </a:lnTo>
                  <a:lnTo>
                    <a:pt x="1961" y="14680"/>
                  </a:lnTo>
                  <a:lnTo>
                    <a:pt x="0" y="16642"/>
                  </a:lnTo>
                  <a:lnTo>
                    <a:pt x="0" y="46615"/>
                  </a:lnTo>
                  <a:lnTo>
                    <a:pt x="79" y="46615"/>
                  </a:lnTo>
                  <a:lnTo>
                    <a:pt x="79" y="16662"/>
                  </a:lnTo>
                  <a:lnTo>
                    <a:pt x="2041" y="14700"/>
                  </a:lnTo>
                  <a:lnTo>
                    <a:pt x="2041" y="318"/>
                  </a:lnTo>
                  <a:lnTo>
                    <a:pt x="2100" y="298"/>
                  </a:lnTo>
                  <a:lnTo>
                    <a:pt x="2140" y="258"/>
                  </a:lnTo>
                  <a:lnTo>
                    <a:pt x="2159" y="219"/>
                  </a:lnTo>
                  <a:lnTo>
                    <a:pt x="2179" y="159"/>
                  </a:lnTo>
                  <a:lnTo>
                    <a:pt x="2159" y="100"/>
                  </a:lnTo>
                  <a:lnTo>
                    <a:pt x="2120" y="40"/>
                  </a:lnTo>
                  <a:lnTo>
                    <a:pt x="2060"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8"/>
            <p:cNvSpPr/>
            <p:nvPr/>
          </p:nvSpPr>
          <p:spPr>
            <a:xfrm>
              <a:off x="358475" y="1269400"/>
              <a:ext cx="54500" cy="1165400"/>
            </a:xfrm>
            <a:custGeom>
              <a:avLst/>
              <a:gdLst/>
              <a:ahLst/>
              <a:cxnLst/>
              <a:rect l="l" t="t" r="r" b="b"/>
              <a:pathLst>
                <a:path w="2180" h="46616" fill="none" extrusionOk="0">
                  <a:moveTo>
                    <a:pt x="2001" y="1"/>
                  </a:moveTo>
                  <a:lnTo>
                    <a:pt x="2001" y="1"/>
                  </a:lnTo>
                  <a:lnTo>
                    <a:pt x="2001" y="1"/>
                  </a:lnTo>
                  <a:lnTo>
                    <a:pt x="2001" y="1"/>
                  </a:lnTo>
                  <a:lnTo>
                    <a:pt x="1941" y="1"/>
                  </a:lnTo>
                  <a:lnTo>
                    <a:pt x="1882" y="40"/>
                  </a:lnTo>
                  <a:lnTo>
                    <a:pt x="1842" y="100"/>
                  </a:lnTo>
                  <a:lnTo>
                    <a:pt x="1842" y="159"/>
                  </a:lnTo>
                  <a:lnTo>
                    <a:pt x="1842" y="159"/>
                  </a:lnTo>
                  <a:lnTo>
                    <a:pt x="1842" y="219"/>
                  </a:lnTo>
                  <a:lnTo>
                    <a:pt x="1862" y="258"/>
                  </a:lnTo>
                  <a:lnTo>
                    <a:pt x="1902" y="298"/>
                  </a:lnTo>
                  <a:lnTo>
                    <a:pt x="1961" y="318"/>
                  </a:lnTo>
                  <a:lnTo>
                    <a:pt x="1961" y="14680"/>
                  </a:lnTo>
                  <a:lnTo>
                    <a:pt x="0" y="16642"/>
                  </a:lnTo>
                  <a:lnTo>
                    <a:pt x="0" y="46615"/>
                  </a:lnTo>
                  <a:lnTo>
                    <a:pt x="79" y="46615"/>
                  </a:lnTo>
                  <a:lnTo>
                    <a:pt x="79" y="16662"/>
                  </a:lnTo>
                  <a:lnTo>
                    <a:pt x="2041" y="14700"/>
                  </a:lnTo>
                  <a:lnTo>
                    <a:pt x="2041" y="318"/>
                  </a:lnTo>
                  <a:lnTo>
                    <a:pt x="2041" y="318"/>
                  </a:lnTo>
                  <a:lnTo>
                    <a:pt x="2100" y="298"/>
                  </a:lnTo>
                  <a:lnTo>
                    <a:pt x="2140" y="258"/>
                  </a:lnTo>
                  <a:lnTo>
                    <a:pt x="2159" y="219"/>
                  </a:lnTo>
                  <a:lnTo>
                    <a:pt x="2179" y="159"/>
                  </a:lnTo>
                  <a:lnTo>
                    <a:pt x="2179" y="159"/>
                  </a:lnTo>
                  <a:lnTo>
                    <a:pt x="2159" y="100"/>
                  </a:lnTo>
                  <a:lnTo>
                    <a:pt x="2120" y="40"/>
                  </a:lnTo>
                  <a:lnTo>
                    <a:pt x="2060" y="1"/>
                  </a:lnTo>
                  <a:lnTo>
                    <a:pt x="2001"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8"/>
            <p:cNvSpPr/>
            <p:nvPr/>
          </p:nvSpPr>
          <p:spPr>
            <a:xfrm>
              <a:off x="979525" y="1779025"/>
              <a:ext cx="8450" cy="655775"/>
            </a:xfrm>
            <a:custGeom>
              <a:avLst/>
              <a:gdLst/>
              <a:ahLst/>
              <a:cxnLst/>
              <a:rect l="l" t="t" r="r" b="b"/>
              <a:pathLst>
                <a:path w="338" h="26231" extrusionOk="0">
                  <a:moveTo>
                    <a:pt x="100" y="1"/>
                  </a:moveTo>
                  <a:lnTo>
                    <a:pt x="40" y="41"/>
                  </a:lnTo>
                  <a:lnTo>
                    <a:pt x="1" y="100"/>
                  </a:lnTo>
                  <a:lnTo>
                    <a:pt x="1" y="159"/>
                  </a:lnTo>
                  <a:lnTo>
                    <a:pt x="1" y="219"/>
                  </a:lnTo>
                  <a:lnTo>
                    <a:pt x="40" y="258"/>
                  </a:lnTo>
                  <a:lnTo>
                    <a:pt x="80" y="298"/>
                  </a:lnTo>
                  <a:lnTo>
                    <a:pt x="120" y="318"/>
                  </a:lnTo>
                  <a:lnTo>
                    <a:pt x="120" y="26230"/>
                  </a:lnTo>
                  <a:lnTo>
                    <a:pt x="199" y="26230"/>
                  </a:lnTo>
                  <a:lnTo>
                    <a:pt x="199" y="318"/>
                  </a:lnTo>
                  <a:lnTo>
                    <a:pt x="258" y="298"/>
                  </a:lnTo>
                  <a:lnTo>
                    <a:pt x="298" y="258"/>
                  </a:lnTo>
                  <a:lnTo>
                    <a:pt x="318" y="219"/>
                  </a:lnTo>
                  <a:lnTo>
                    <a:pt x="337" y="159"/>
                  </a:lnTo>
                  <a:lnTo>
                    <a:pt x="318" y="100"/>
                  </a:lnTo>
                  <a:lnTo>
                    <a:pt x="278" y="41"/>
                  </a:lnTo>
                  <a:lnTo>
                    <a:pt x="219"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8"/>
            <p:cNvSpPr/>
            <p:nvPr/>
          </p:nvSpPr>
          <p:spPr>
            <a:xfrm>
              <a:off x="979525" y="1779025"/>
              <a:ext cx="8450" cy="655775"/>
            </a:xfrm>
            <a:custGeom>
              <a:avLst/>
              <a:gdLst/>
              <a:ahLst/>
              <a:cxnLst/>
              <a:rect l="l" t="t" r="r" b="b"/>
              <a:pathLst>
                <a:path w="338" h="26231" fill="none" extrusionOk="0">
                  <a:moveTo>
                    <a:pt x="159" y="1"/>
                  </a:moveTo>
                  <a:lnTo>
                    <a:pt x="159" y="1"/>
                  </a:lnTo>
                  <a:lnTo>
                    <a:pt x="100" y="1"/>
                  </a:lnTo>
                  <a:lnTo>
                    <a:pt x="40" y="41"/>
                  </a:lnTo>
                  <a:lnTo>
                    <a:pt x="1" y="100"/>
                  </a:lnTo>
                  <a:lnTo>
                    <a:pt x="1" y="159"/>
                  </a:lnTo>
                  <a:lnTo>
                    <a:pt x="1" y="159"/>
                  </a:lnTo>
                  <a:lnTo>
                    <a:pt x="1" y="219"/>
                  </a:lnTo>
                  <a:lnTo>
                    <a:pt x="40" y="258"/>
                  </a:lnTo>
                  <a:lnTo>
                    <a:pt x="80" y="298"/>
                  </a:lnTo>
                  <a:lnTo>
                    <a:pt x="120" y="318"/>
                  </a:lnTo>
                  <a:lnTo>
                    <a:pt x="120" y="26230"/>
                  </a:lnTo>
                  <a:lnTo>
                    <a:pt x="199" y="26230"/>
                  </a:lnTo>
                  <a:lnTo>
                    <a:pt x="199" y="318"/>
                  </a:lnTo>
                  <a:lnTo>
                    <a:pt x="199" y="318"/>
                  </a:lnTo>
                  <a:lnTo>
                    <a:pt x="258" y="298"/>
                  </a:lnTo>
                  <a:lnTo>
                    <a:pt x="298" y="258"/>
                  </a:lnTo>
                  <a:lnTo>
                    <a:pt x="318" y="219"/>
                  </a:lnTo>
                  <a:lnTo>
                    <a:pt x="337" y="159"/>
                  </a:lnTo>
                  <a:lnTo>
                    <a:pt x="337" y="159"/>
                  </a:lnTo>
                  <a:lnTo>
                    <a:pt x="318" y="100"/>
                  </a:lnTo>
                  <a:lnTo>
                    <a:pt x="278" y="41"/>
                  </a:lnTo>
                  <a:lnTo>
                    <a:pt x="219" y="1"/>
                  </a:lnTo>
                  <a:lnTo>
                    <a:pt x="159"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8"/>
            <p:cNvSpPr/>
            <p:nvPr/>
          </p:nvSpPr>
          <p:spPr>
            <a:xfrm>
              <a:off x="538750" y="1510100"/>
              <a:ext cx="54000" cy="924700"/>
            </a:xfrm>
            <a:custGeom>
              <a:avLst/>
              <a:gdLst/>
              <a:ahLst/>
              <a:cxnLst/>
              <a:rect l="l" t="t" r="r" b="b"/>
              <a:pathLst>
                <a:path w="2160" h="36988" extrusionOk="0">
                  <a:moveTo>
                    <a:pt x="159" y="1"/>
                  </a:moveTo>
                  <a:lnTo>
                    <a:pt x="99" y="21"/>
                  </a:lnTo>
                  <a:lnTo>
                    <a:pt x="40" y="40"/>
                  </a:lnTo>
                  <a:lnTo>
                    <a:pt x="0" y="100"/>
                  </a:lnTo>
                  <a:lnTo>
                    <a:pt x="0" y="159"/>
                  </a:lnTo>
                  <a:lnTo>
                    <a:pt x="0" y="219"/>
                  </a:lnTo>
                  <a:lnTo>
                    <a:pt x="40" y="278"/>
                  </a:lnTo>
                  <a:lnTo>
                    <a:pt x="79" y="298"/>
                  </a:lnTo>
                  <a:lnTo>
                    <a:pt x="119" y="318"/>
                  </a:lnTo>
                  <a:lnTo>
                    <a:pt x="119" y="3270"/>
                  </a:lnTo>
                  <a:lnTo>
                    <a:pt x="2080" y="5231"/>
                  </a:lnTo>
                  <a:lnTo>
                    <a:pt x="2080" y="36987"/>
                  </a:lnTo>
                  <a:lnTo>
                    <a:pt x="2159" y="36987"/>
                  </a:lnTo>
                  <a:lnTo>
                    <a:pt x="2159" y="5191"/>
                  </a:lnTo>
                  <a:lnTo>
                    <a:pt x="198" y="3230"/>
                  </a:lnTo>
                  <a:lnTo>
                    <a:pt x="198" y="318"/>
                  </a:lnTo>
                  <a:lnTo>
                    <a:pt x="258" y="298"/>
                  </a:lnTo>
                  <a:lnTo>
                    <a:pt x="297" y="278"/>
                  </a:lnTo>
                  <a:lnTo>
                    <a:pt x="317" y="219"/>
                  </a:lnTo>
                  <a:lnTo>
                    <a:pt x="337" y="159"/>
                  </a:lnTo>
                  <a:lnTo>
                    <a:pt x="317" y="100"/>
                  </a:lnTo>
                  <a:lnTo>
                    <a:pt x="277" y="40"/>
                  </a:lnTo>
                  <a:lnTo>
                    <a:pt x="218" y="21"/>
                  </a:lnTo>
                  <a:lnTo>
                    <a:pt x="159"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8"/>
            <p:cNvSpPr/>
            <p:nvPr/>
          </p:nvSpPr>
          <p:spPr>
            <a:xfrm>
              <a:off x="538750" y="1510100"/>
              <a:ext cx="54000" cy="924700"/>
            </a:xfrm>
            <a:custGeom>
              <a:avLst/>
              <a:gdLst/>
              <a:ahLst/>
              <a:cxnLst/>
              <a:rect l="l" t="t" r="r" b="b"/>
              <a:pathLst>
                <a:path w="2160" h="36988" fill="none" extrusionOk="0">
                  <a:moveTo>
                    <a:pt x="159" y="1"/>
                  </a:moveTo>
                  <a:lnTo>
                    <a:pt x="159" y="1"/>
                  </a:lnTo>
                  <a:lnTo>
                    <a:pt x="99" y="21"/>
                  </a:lnTo>
                  <a:lnTo>
                    <a:pt x="40" y="40"/>
                  </a:lnTo>
                  <a:lnTo>
                    <a:pt x="0" y="100"/>
                  </a:lnTo>
                  <a:lnTo>
                    <a:pt x="0" y="159"/>
                  </a:lnTo>
                  <a:lnTo>
                    <a:pt x="0" y="159"/>
                  </a:lnTo>
                  <a:lnTo>
                    <a:pt x="0" y="219"/>
                  </a:lnTo>
                  <a:lnTo>
                    <a:pt x="40" y="278"/>
                  </a:lnTo>
                  <a:lnTo>
                    <a:pt x="79" y="298"/>
                  </a:lnTo>
                  <a:lnTo>
                    <a:pt x="119" y="318"/>
                  </a:lnTo>
                  <a:lnTo>
                    <a:pt x="119" y="3270"/>
                  </a:lnTo>
                  <a:lnTo>
                    <a:pt x="2080" y="5231"/>
                  </a:lnTo>
                  <a:lnTo>
                    <a:pt x="2080" y="36987"/>
                  </a:lnTo>
                  <a:lnTo>
                    <a:pt x="2159" y="36987"/>
                  </a:lnTo>
                  <a:lnTo>
                    <a:pt x="2159" y="5191"/>
                  </a:lnTo>
                  <a:lnTo>
                    <a:pt x="198" y="3230"/>
                  </a:lnTo>
                  <a:lnTo>
                    <a:pt x="198" y="318"/>
                  </a:lnTo>
                  <a:lnTo>
                    <a:pt x="198" y="318"/>
                  </a:lnTo>
                  <a:lnTo>
                    <a:pt x="258" y="298"/>
                  </a:lnTo>
                  <a:lnTo>
                    <a:pt x="297" y="278"/>
                  </a:lnTo>
                  <a:lnTo>
                    <a:pt x="317" y="219"/>
                  </a:lnTo>
                  <a:lnTo>
                    <a:pt x="337" y="159"/>
                  </a:lnTo>
                  <a:lnTo>
                    <a:pt x="337" y="159"/>
                  </a:lnTo>
                  <a:lnTo>
                    <a:pt x="317" y="100"/>
                  </a:lnTo>
                  <a:lnTo>
                    <a:pt x="277" y="40"/>
                  </a:lnTo>
                  <a:lnTo>
                    <a:pt x="218" y="21"/>
                  </a:lnTo>
                  <a:lnTo>
                    <a:pt x="159"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8"/>
            <p:cNvSpPr/>
            <p:nvPr/>
          </p:nvSpPr>
          <p:spPr>
            <a:xfrm>
              <a:off x="516450" y="1278825"/>
              <a:ext cx="54025" cy="1155975"/>
            </a:xfrm>
            <a:custGeom>
              <a:avLst/>
              <a:gdLst/>
              <a:ahLst/>
              <a:cxnLst/>
              <a:rect l="l" t="t" r="r" b="b"/>
              <a:pathLst>
                <a:path w="2161" h="46239" extrusionOk="0">
                  <a:moveTo>
                    <a:pt x="159" y="0"/>
                  </a:moveTo>
                  <a:lnTo>
                    <a:pt x="100" y="20"/>
                  </a:lnTo>
                  <a:lnTo>
                    <a:pt x="40" y="60"/>
                  </a:lnTo>
                  <a:lnTo>
                    <a:pt x="1" y="99"/>
                  </a:lnTo>
                  <a:lnTo>
                    <a:pt x="1" y="179"/>
                  </a:lnTo>
                  <a:lnTo>
                    <a:pt x="1" y="218"/>
                  </a:lnTo>
                  <a:lnTo>
                    <a:pt x="20" y="278"/>
                  </a:lnTo>
                  <a:lnTo>
                    <a:pt x="60" y="297"/>
                  </a:lnTo>
                  <a:lnTo>
                    <a:pt x="119" y="337"/>
                  </a:lnTo>
                  <a:lnTo>
                    <a:pt x="119" y="12996"/>
                  </a:lnTo>
                  <a:lnTo>
                    <a:pt x="2081" y="14957"/>
                  </a:lnTo>
                  <a:lnTo>
                    <a:pt x="2081" y="46238"/>
                  </a:lnTo>
                  <a:lnTo>
                    <a:pt x="2160" y="46238"/>
                  </a:lnTo>
                  <a:lnTo>
                    <a:pt x="2160" y="14918"/>
                  </a:lnTo>
                  <a:lnTo>
                    <a:pt x="199" y="12956"/>
                  </a:lnTo>
                  <a:lnTo>
                    <a:pt x="199" y="337"/>
                  </a:lnTo>
                  <a:lnTo>
                    <a:pt x="258" y="297"/>
                  </a:lnTo>
                  <a:lnTo>
                    <a:pt x="298" y="278"/>
                  </a:lnTo>
                  <a:lnTo>
                    <a:pt x="318" y="218"/>
                  </a:lnTo>
                  <a:lnTo>
                    <a:pt x="318" y="179"/>
                  </a:lnTo>
                  <a:lnTo>
                    <a:pt x="318" y="99"/>
                  </a:lnTo>
                  <a:lnTo>
                    <a:pt x="278" y="60"/>
                  </a:lnTo>
                  <a:lnTo>
                    <a:pt x="219" y="20"/>
                  </a:lnTo>
                  <a:lnTo>
                    <a:pt x="159"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8"/>
            <p:cNvSpPr/>
            <p:nvPr/>
          </p:nvSpPr>
          <p:spPr>
            <a:xfrm>
              <a:off x="516450" y="1278825"/>
              <a:ext cx="54025" cy="1155975"/>
            </a:xfrm>
            <a:custGeom>
              <a:avLst/>
              <a:gdLst/>
              <a:ahLst/>
              <a:cxnLst/>
              <a:rect l="l" t="t" r="r" b="b"/>
              <a:pathLst>
                <a:path w="2161" h="46239" fill="none" extrusionOk="0">
                  <a:moveTo>
                    <a:pt x="159" y="0"/>
                  </a:moveTo>
                  <a:lnTo>
                    <a:pt x="159" y="0"/>
                  </a:lnTo>
                  <a:lnTo>
                    <a:pt x="100" y="20"/>
                  </a:lnTo>
                  <a:lnTo>
                    <a:pt x="40" y="60"/>
                  </a:lnTo>
                  <a:lnTo>
                    <a:pt x="1" y="99"/>
                  </a:lnTo>
                  <a:lnTo>
                    <a:pt x="1" y="179"/>
                  </a:lnTo>
                  <a:lnTo>
                    <a:pt x="1" y="179"/>
                  </a:lnTo>
                  <a:lnTo>
                    <a:pt x="1" y="218"/>
                  </a:lnTo>
                  <a:lnTo>
                    <a:pt x="20" y="278"/>
                  </a:lnTo>
                  <a:lnTo>
                    <a:pt x="60" y="297"/>
                  </a:lnTo>
                  <a:lnTo>
                    <a:pt x="119" y="337"/>
                  </a:lnTo>
                  <a:lnTo>
                    <a:pt x="119" y="12996"/>
                  </a:lnTo>
                  <a:lnTo>
                    <a:pt x="2081" y="14957"/>
                  </a:lnTo>
                  <a:lnTo>
                    <a:pt x="2081" y="46238"/>
                  </a:lnTo>
                  <a:lnTo>
                    <a:pt x="2160" y="46238"/>
                  </a:lnTo>
                  <a:lnTo>
                    <a:pt x="2160" y="14918"/>
                  </a:lnTo>
                  <a:lnTo>
                    <a:pt x="199" y="12956"/>
                  </a:lnTo>
                  <a:lnTo>
                    <a:pt x="199" y="337"/>
                  </a:lnTo>
                  <a:lnTo>
                    <a:pt x="199" y="337"/>
                  </a:lnTo>
                  <a:lnTo>
                    <a:pt x="258" y="297"/>
                  </a:lnTo>
                  <a:lnTo>
                    <a:pt x="298" y="278"/>
                  </a:lnTo>
                  <a:lnTo>
                    <a:pt x="318" y="218"/>
                  </a:lnTo>
                  <a:lnTo>
                    <a:pt x="318" y="179"/>
                  </a:lnTo>
                  <a:lnTo>
                    <a:pt x="318" y="179"/>
                  </a:lnTo>
                  <a:lnTo>
                    <a:pt x="318" y="99"/>
                  </a:lnTo>
                  <a:lnTo>
                    <a:pt x="278" y="60"/>
                  </a:lnTo>
                  <a:lnTo>
                    <a:pt x="219" y="20"/>
                  </a:lnTo>
                  <a:lnTo>
                    <a:pt x="159"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8"/>
            <p:cNvSpPr/>
            <p:nvPr/>
          </p:nvSpPr>
          <p:spPr>
            <a:xfrm>
              <a:off x="611550" y="1825100"/>
              <a:ext cx="8450" cy="609700"/>
            </a:xfrm>
            <a:custGeom>
              <a:avLst/>
              <a:gdLst/>
              <a:ahLst/>
              <a:cxnLst/>
              <a:rect l="l" t="t" r="r" b="b"/>
              <a:pathLst>
                <a:path w="338" h="24388" extrusionOk="0">
                  <a:moveTo>
                    <a:pt x="159" y="0"/>
                  </a:moveTo>
                  <a:lnTo>
                    <a:pt x="99" y="20"/>
                  </a:lnTo>
                  <a:lnTo>
                    <a:pt x="40" y="60"/>
                  </a:lnTo>
                  <a:lnTo>
                    <a:pt x="20" y="99"/>
                  </a:lnTo>
                  <a:lnTo>
                    <a:pt x="0" y="179"/>
                  </a:lnTo>
                  <a:lnTo>
                    <a:pt x="0" y="218"/>
                  </a:lnTo>
                  <a:lnTo>
                    <a:pt x="40" y="278"/>
                  </a:lnTo>
                  <a:lnTo>
                    <a:pt x="80" y="317"/>
                  </a:lnTo>
                  <a:lnTo>
                    <a:pt x="119" y="337"/>
                  </a:lnTo>
                  <a:lnTo>
                    <a:pt x="119" y="24387"/>
                  </a:lnTo>
                  <a:lnTo>
                    <a:pt x="198" y="24387"/>
                  </a:lnTo>
                  <a:lnTo>
                    <a:pt x="198" y="337"/>
                  </a:lnTo>
                  <a:lnTo>
                    <a:pt x="258" y="317"/>
                  </a:lnTo>
                  <a:lnTo>
                    <a:pt x="297" y="278"/>
                  </a:lnTo>
                  <a:lnTo>
                    <a:pt x="317" y="218"/>
                  </a:lnTo>
                  <a:lnTo>
                    <a:pt x="337" y="179"/>
                  </a:lnTo>
                  <a:lnTo>
                    <a:pt x="317" y="99"/>
                  </a:lnTo>
                  <a:lnTo>
                    <a:pt x="278" y="60"/>
                  </a:lnTo>
                  <a:lnTo>
                    <a:pt x="238" y="20"/>
                  </a:lnTo>
                  <a:lnTo>
                    <a:pt x="159"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8"/>
            <p:cNvSpPr/>
            <p:nvPr/>
          </p:nvSpPr>
          <p:spPr>
            <a:xfrm>
              <a:off x="611550" y="1825100"/>
              <a:ext cx="8450" cy="609700"/>
            </a:xfrm>
            <a:custGeom>
              <a:avLst/>
              <a:gdLst/>
              <a:ahLst/>
              <a:cxnLst/>
              <a:rect l="l" t="t" r="r" b="b"/>
              <a:pathLst>
                <a:path w="338" h="24388" fill="none" extrusionOk="0">
                  <a:moveTo>
                    <a:pt x="159" y="0"/>
                  </a:moveTo>
                  <a:lnTo>
                    <a:pt x="159" y="0"/>
                  </a:lnTo>
                  <a:lnTo>
                    <a:pt x="99" y="20"/>
                  </a:lnTo>
                  <a:lnTo>
                    <a:pt x="40" y="60"/>
                  </a:lnTo>
                  <a:lnTo>
                    <a:pt x="20" y="99"/>
                  </a:lnTo>
                  <a:lnTo>
                    <a:pt x="0" y="179"/>
                  </a:lnTo>
                  <a:lnTo>
                    <a:pt x="0" y="179"/>
                  </a:lnTo>
                  <a:lnTo>
                    <a:pt x="0" y="218"/>
                  </a:lnTo>
                  <a:lnTo>
                    <a:pt x="40" y="278"/>
                  </a:lnTo>
                  <a:lnTo>
                    <a:pt x="80" y="317"/>
                  </a:lnTo>
                  <a:lnTo>
                    <a:pt x="119" y="337"/>
                  </a:lnTo>
                  <a:lnTo>
                    <a:pt x="119" y="24387"/>
                  </a:lnTo>
                  <a:lnTo>
                    <a:pt x="198" y="24387"/>
                  </a:lnTo>
                  <a:lnTo>
                    <a:pt x="198" y="337"/>
                  </a:lnTo>
                  <a:lnTo>
                    <a:pt x="198" y="337"/>
                  </a:lnTo>
                  <a:lnTo>
                    <a:pt x="258" y="317"/>
                  </a:lnTo>
                  <a:lnTo>
                    <a:pt x="297" y="278"/>
                  </a:lnTo>
                  <a:lnTo>
                    <a:pt x="317" y="218"/>
                  </a:lnTo>
                  <a:lnTo>
                    <a:pt x="337" y="179"/>
                  </a:lnTo>
                  <a:lnTo>
                    <a:pt x="337" y="179"/>
                  </a:lnTo>
                  <a:lnTo>
                    <a:pt x="317" y="99"/>
                  </a:lnTo>
                  <a:lnTo>
                    <a:pt x="278" y="60"/>
                  </a:lnTo>
                  <a:lnTo>
                    <a:pt x="238" y="20"/>
                  </a:lnTo>
                  <a:lnTo>
                    <a:pt x="159"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8"/>
            <p:cNvSpPr/>
            <p:nvPr/>
          </p:nvSpPr>
          <p:spPr>
            <a:xfrm>
              <a:off x="926525" y="1733975"/>
              <a:ext cx="56000" cy="700825"/>
            </a:xfrm>
            <a:custGeom>
              <a:avLst/>
              <a:gdLst/>
              <a:ahLst/>
              <a:cxnLst/>
              <a:rect l="l" t="t" r="r" b="b"/>
              <a:pathLst>
                <a:path w="2240" h="28033" extrusionOk="0">
                  <a:moveTo>
                    <a:pt x="2061" y="0"/>
                  </a:moveTo>
                  <a:lnTo>
                    <a:pt x="2002" y="20"/>
                  </a:lnTo>
                  <a:lnTo>
                    <a:pt x="1942" y="40"/>
                  </a:lnTo>
                  <a:lnTo>
                    <a:pt x="1903" y="99"/>
                  </a:lnTo>
                  <a:lnTo>
                    <a:pt x="1903" y="159"/>
                  </a:lnTo>
                  <a:lnTo>
                    <a:pt x="1903" y="218"/>
                  </a:lnTo>
                  <a:lnTo>
                    <a:pt x="1923" y="258"/>
                  </a:lnTo>
                  <a:lnTo>
                    <a:pt x="1" y="2160"/>
                  </a:lnTo>
                  <a:lnTo>
                    <a:pt x="1" y="28032"/>
                  </a:lnTo>
                  <a:lnTo>
                    <a:pt x="80" y="28032"/>
                  </a:lnTo>
                  <a:lnTo>
                    <a:pt x="80" y="2199"/>
                  </a:lnTo>
                  <a:lnTo>
                    <a:pt x="1982" y="317"/>
                  </a:lnTo>
                  <a:lnTo>
                    <a:pt x="2022" y="337"/>
                  </a:lnTo>
                  <a:lnTo>
                    <a:pt x="2061" y="337"/>
                  </a:lnTo>
                  <a:lnTo>
                    <a:pt x="2121" y="317"/>
                  </a:lnTo>
                  <a:lnTo>
                    <a:pt x="2180" y="278"/>
                  </a:lnTo>
                  <a:lnTo>
                    <a:pt x="2220" y="238"/>
                  </a:lnTo>
                  <a:lnTo>
                    <a:pt x="2240" y="159"/>
                  </a:lnTo>
                  <a:lnTo>
                    <a:pt x="2220" y="99"/>
                  </a:lnTo>
                  <a:lnTo>
                    <a:pt x="2180" y="40"/>
                  </a:lnTo>
                  <a:lnTo>
                    <a:pt x="2121" y="20"/>
                  </a:lnTo>
                  <a:lnTo>
                    <a:pt x="2061"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8"/>
            <p:cNvSpPr/>
            <p:nvPr/>
          </p:nvSpPr>
          <p:spPr>
            <a:xfrm>
              <a:off x="926525" y="1733975"/>
              <a:ext cx="56000" cy="700825"/>
            </a:xfrm>
            <a:custGeom>
              <a:avLst/>
              <a:gdLst/>
              <a:ahLst/>
              <a:cxnLst/>
              <a:rect l="l" t="t" r="r" b="b"/>
              <a:pathLst>
                <a:path w="2240" h="28033" fill="none" extrusionOk="0">
                  <a:moveTo>
                    <a:pt x="2061" y="0"/>
                  </a:moveTo>
                  <a:lnTo>
                    <a:pt x="2061" y="0"/>
                  </a:lnTo>
                  <a:lnTo>
                    <a:pt x="2002" y="20"/>
                  </a:lnTo>
                  <a:lnTo>
                    <a:pt x="1942" y="40"/>
                  </a:lnTo>
                  <a:lnTo>
                    <a:pt x="1903" y="99"/>
                  </a:lnTo>
                  <a:lnTo>
                    <a:pt x="1903" y="159"/>
                  </a:lnTo>
                  <a:lnTo>
                    <a:pt x="1903" y="159"/>
                  </a:lnTo>
                  <a:lnTo>
                    <a:pt x="1903" y="218"/>
                  </a:lnTo>
                  <a:lnTo>
                    <a:pt x="1923" y="258"/>
                  </a:lnTo>
                  <a:lnTo>
                    <a:pt x="1" y="2160"/>
                  </a:lnTo>
                  <a:lnTo>
                    <a:pt x="1" y="28032"/>
                  </a:lnTo>
                  <a:lnTo>
                    <a:pt x="80" y="28032"/>
                  </a:lnTo>
                  <a:lnTo>
                    <a:pt x="80" y="2199"/>
                  </a:lnTo>
                  <a:lnTo>
                    <a:pt x="1982" y="317"/>
                  </a:lnTo>
                  <a:lnTo>
                    <a:pt x="1982" y="317"/>
                  </a:lnTo>
                  <a:lnTo>
                    <a:pt x="2022" y="337"/>
                  </a:lnTo>
                  <a:lnTo>
                    <a:pt x="2061" y="337"/>
                  </a:lnTo>
                  <a:lnTo>
                    <a:pt x="2061" y="337"/>
                  </a:lnTo>
                  <a:lnTo>
                    <a:pt x="2121" y="317"/>
                  </a:lnTo>
                  <a:lnTo>
                    <a:pt x="2180" y="278"/>
                  </a:lnTo>
                  <a:lnTo>
                    <a:pt x="2220" y="238"/>
                  </a:lnTo>
                  <a:lnTo>
                    <a:pt x="2240" y="159"/>
                  </a:lnTo>
                  <a:lnTo>
                    <a:pt x="2240" y="159"/>
                  </a:lnTo>
                  <a:lnTo>
                    <a:pt x="2220" y="99"/>
                  </a:lnTo>
                  <a:lnTo>
                    <a:pt x="2180" y="40"/>
                  </a:lnTo>
                  <a:lnTo>
                    <a:pt x="2121" y="20"/>
                  </a:lnTo>
                  <a:lnTo>
                    <a:pt x="2061"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8"/>
            <p:cNvSpPr/>
            <p:nvPr/>
          </p:nvSpPr>
          <p:spPr>
            <a:xfrm>
              <a:off x="472875" y="1899875"/>
              <a:ext cx="49550" cy="534925"/>
            </a:xfrm>
            <a:custGeom>
              <a:avLst/>
              <a:gdLst/>
              <a:ahLst/>
              <a:cxnLst/>
              <a:rect l="l" t="t" r="r" b="b"/>
              <a:pathLst>
                <a:path w="1982" h="21397" extrusionOk="0">
                  <a:moveTo>
                    <a:pt x="1744" y="1"/>
                  </a:moveTo>
                  <a:lnTo>
                    <a:pt x="1684" y="40"/>
                  </a:lnTo>
                  <a:lnTo>
                    <a:pt x="1664" y="100"/>
                  </a:lnTo>
                  <a:lnTo>
                    <a:pt x="1645" y="159"/>
                  </a:lnTo>
                  <a:lnTo>
                    <a:pt x="1645" y="199"/>
                  </a:lnTo>
                  <a:lnTo>
                    <a:pt x="1664" y="258"/>
                  </a:lnTo>
                  <a:lnTo>
                    <a:pt x="0" y="1922"/>
                  </a:lnTo>
                  <a:lnTo>
                    <a:pt x="0" y="3111"/>
                  </a:lnTo>
                  <a:lnTo>
                    <a:pt x="1763" y="4874"/>
                  </a:lnTo>
                  <a:lnTo>
                    <a:pt x="1763" y="21396"/>
                  </a:lnTo>
                  <a:lnTo>
                    <a:pt x="1862" y="21396"/>
                  </a:lnTo>
                  <a:lnTo>
                    <a:pt x="1862" y="4834"/>
                  </a:lnTo>
                  <a:lnTo>
                    <a:pt x="1862" y="2735"/>
                  </a:lnTo>
                  <a:lnTo>
                    <a:pt x="1902" y="2715"/>
                  </a:lnTo>
                  <a:lnTo>
                    <a:pt x="1942" y="2675"/>
                  </a:lnTo>
                  <a:lnTo>
                    <a:pt x="1962" y="2636"/>
                  </a:lnTo>
                  <a:lnTo>
                    <a:pt x="1981" y="2576"/>
                  </a:lnTo>
                  <a:lnTo>
                    <a:pt x="1962" y="2517"/>
                  </a:lnTo>
                  <a:lnTo>
                    <a:pt x="1922" y="2457"/>
                  </a:lnTo>
                  <a:lnTo>
                    <a:pt x="1882" y="2418"/>
                  </a:lnTo>
                  <a:lnTo>
                    <a:pt x="1744" y="2418"/>
                  </a:lnTo>
                  <a:lnTo>
                    <a:pt x="1684" y="2457"/>
                  </a:lnTo>
                  <a:lnTo>
                    <a:pt x="1664" y="2517"/>
                  </a:lnTo>
                  <a:lnTo>
                    <a:pt x="1645" y="2576"/>
                  </a:lnTo>
                  <a:lnTo>
                    <a:pt x="1645" y="2636"/>
                  </a:lnTo>
                  <a:lnTo>
                    <a:pt x="1684" y="2675"/>
                  </a:lnTo>
                  <a:lnTo>
                    <a:pt x="1724" y="2715"/>
                  </a:lnTo>
                  <a:lnTo>
                    <a:pt x="1763" y="2735"/>
                  </a:lnTo>
                  <a:lnTo>
                    <a:pt x="1763" y="4755"/>
                  </a:lnTo>
                  <a:lnTo>
                    <a:pt x="80" y="3071"/>
                  </a:lnTo>
                  <a:lnTo>
                    <a:pt x="80" y="1962"/>
                  </a:lnTo>
                  <a:lnTo>
                    <a:pt x="1744" y="298"/>
                  </a:lnTo>
                  <a:lnTo>
                    <a:pt x="1803" y="318"/>
                  </a:lnTo>
                  <a:lnTo>
                    <a:pt x="1882" y="318"/>
                  </a:lnTo>
                  <a:lnTo>
                    <a:pt x="1922" y="278"/>
                  </a:lnTo>
                  <a:lnTo>
                    <a:pt x="1962" y="219"/>
                  </a:lnTo>
                  <a:lnTo>
                    <a:pt x="1981" y="159"/>
                  </a:lnTo>
                  <a:lnTo>
                    <a:pt x="1962" y="100"/>
                  </a:lnTo>
                  <a:lnTo>
                    <a:pt x="1922" y="40"/>
                  </a:lnTo>
                  <a:lnTo>
                    <a:pt x="1882"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8"/>
            <p:cNvSpPr/>
            <p:nvPr/>
          </p:nvSpPr>
          <p:spPr>
            <a:xfrm>
              <a:off x="472875" y="1899875"/>
              <a:ext cx="49550" cy="534925"/>
            </a:xfrm>
            <a:custGeom>
              <a:avLst/>
              <a:gdLst/>
              <a:ahLst/>
              <a:cxnLst/>
              <a:rect l="l" t="t" r="r" b="b"/>
              <a:pathLst>
                <a:path w="1982" h="21397" fill="none" extrusionOk="0">
                  <a:moveTo>
                    <a:pt x="1803" y="1"/>
                  </a:moveTo>
                  <a:lnTo>
                    <a:pt x="1803" y="1"/>
                  </a:lnTo>
                  <a:lnTo>
                    <a:pt x="1744" y="1"/>
                  </a:lnTo>
                  <a:lnTo>
                    <a:pt x="1684" y="40"/>
                  </a:lnTo>
                  <a:lnTo>
                    <a:pt x="1664" y="100"/>
                  </a:lnTo>
                  <a:lnTo>
                    <a:pt x="1645" y="159"/>
                  </a:lnTo>
                  <a:lnTo>
                    <a:pt x="1645" y="159"/>
                  </a:lnTo>
                  <a:lnTo>
                    <a:pt x="1645" y="199"/>
                  </a:lnTo>
                  <a:lnTo>
                    <a:pt x="1664" y="258"/>
                  </a:lnTo>
                  <a:lnTo>
                    <a:pt x="0" y="1922"/>
                  </a:lnTo>
                  <a:lnTo>
                    <a:pt x="0" y="3111"/>
                  </a:lnTo>
                  <a:lnTo>
                    <a:pt x="1763" y="4874"/>
                  </a:lnTo>
                  <a:lnTo>
                    <a:pt x="1763" y="21396"/>
                  </a:lnTo>
                  <a:lnTo>
                    <a:pt x="1862" y="21396"/>
                  </a:lnTo>
                  <a:lnTo>
                    <a:pt x="1862" y="4834"/>
                  </a:lnTo>
                  <a:lnTo>
                    <a:pt x="1862" y="2735"/>
                  </a:lnTo>
                  <a:lnTo>
                    <a:pt x="1862" y="2735"/>
                  </a:lnTo>
                  <a:lnTo>
                    <a:pt x="1902" y="2715"/>
                  </a:lnTo>
                  <a:lnTo>
                    <a:pt x="1942" y="2675"/>
                  </a:lnTo>
                  <a:lnTo>
                    <a:pt x="1962" y="2636"/>
                  </a:lnTo>
                  <a:lnTo>
                    <a:pt x="1981" y="2576"/>
                  </a:lnTo>
                  <a:lnTo>
                    <a:pt x="1981" y="2576"/>
                  </a:lnTo>
                  <a:lnTo>
                    <a:pt x="1962" y="2517"/>
                  </a:lnTo>
                  <a:lnTo>
                    <a:pt x="1922" y="2457"/>
                  </a:lnTo>
                  <a:lnTo>
                    <a:pt x="1882" y="2418"/>
                  </a:lnTo>
                  <a:lnTo>
                    <a:pt x="1803" y="2418"/>
                  </a:lnTo>
                  <a:lnTo>
                    <a:pt x="1803" y="2418"/>
                  </a:lnTo>
                  <a:lnTo>
                    <a:pt x="1744" y="2418"/>
                  </a:lnTo>
                  <a:lnTo>
                    <a:pt x="1684" y="2457"/>
                  </a:lnTo>
                  <a:lnTo>
                    <a:pt x="1664" y="2517"/>
                  </a:lnTo>
                  <a:lnTo>
                    <a:pt x="1645" y="2576"/>
                  </a:lnTo>
                  <a:lnTo>
                    <a:pt x="1645" y="2576"/>
                  </a:lnTo>
                  <a:lnTo>
                    <a:pt x="1645" y="2636"/>
                  </a:lnTo>
                  <a:lnTo>
                    <a:pt x="1684" y="2675"/>
                  </a:lnTo>
                  <a:lnTo>
                    <a:pt x="1724" y="2715"/>
                  </a:lnTo>
                  <a:lnTo>
                    <a:pt x="1763" y="2735"/>
                  </a:lnTo>
                  <a:lnTo>
                    <a:pt x="1763" y="4755"/>
                  </a:lnTo>
                  <a:lnTo>
                    <a:pt x="80" y="3071"/>
                  </a:lnTo>
                  <a:lnTo>
                    <a:pt x="80" y="1962"/>
                  </a:lnTo>
                  <a:lnTo>
                    <a:pt x="1744" y="298"/>
                  </a:lnTo>
                  <a:lnTo>
                    <a:pt x="1744" y="298"/>
                  </a:lnTo>
                  <a:lnTo>
                    <a:pt x="1803" y="318"/>
                  </a:lnTo>
                  <a:lnTo>
                    <a:pt x="1803" y="318"/>
                  </a:lnTo>
                  <a:lnTo>
                    <a:pt x="1882" y="318"/>
                  </a:lnTo>
                  <a:lnTo>
                    <a:pt x="1922" y="278"/>
                  </a:lnTo>
                  <a:lnTo>
                    <a:pt x="1962" y="219"/>
                  </a:lnTo>
                  <a:lnTo>
                    <a:pt x="1981" y="159"/>
                  </a:lnTo>
                  <a:lnTo>
                    <a:pt x="1981" y="159"/>
                  </a:lnTo>
                  <a:lnTo>
                    <a:pt x="1962" y="100"/>
                  </a:lnTo>
                  <a:lnTo>
                    <a:pt x="1922" y="40"/>
                  </a:lnTo>
                  <a:lnTo>
                    <a:pt x="1882" y="1"/>
                  </a:lnTo>
                  <a:lnTo>
                    <a:pt x="1803"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8"/>
            <p:cNvSpPr/>
            <p:nvPr/>
          </p:nvSpPr>
          <p:spPr>
            <a:xfrm>
              <a:off x="635825" y="1904825"/>
              <a:ext cx="8425" cy="529975"/>
            </a:xfrm>
            <a:custGeom>
              <a:avLst/>
              <a:gdLst/>
              <a:ahLst/>
              <a:cxnLst/>
              <a:rect l="l" t="t" r="r" b="b"/>
              <a:pathLst>
                <a:path w="337" h="21199" extrusionOk="0">
                  <a:moveTo>
                    <a:pt x="119" y="1"/>
                  </a:moveTo>
                  <a:lnTo>
                    <a:pt x="59" y="40"/>
                  </a:lnTo>
                  <a:lnTo>
                    <a:pt x="20" y="100"/>
                  </a:lnTo>
                  <a:lnTo>
                    <a:pt x="0" y="159"/>
                  </a:lnTo>
                  <a:lnTo>
                    <a:pt x="20" y="219"/>
                  </a:lnTo>
                  <a:lnTo>
                    <a:pt x="40" y="258"/>
                  </a:lnTo>
                  <a:lnTo>
                    <a:pt x="79" y="298"/>
                  </a:lnTo>
                  <a:lnTo>
                    <a:pt x="139" y="318"/>
                  </a:lnTo>
                  <a:lnTo>
                    <a:pt x="139" y="21198"/>
                  </a:lnTo>
                  <a:lnTo>
                    <a:pt x="218" y="21198"/>
                  </a:lnTo>
                  <a:lnTo>
                    <a:pt x="218" y="318"/>
                  </a:lnTo>
                  <a:lnTo>
                    <a:pt x="277" y="298"/>
                  </a:lnTo>
                  <a:lnTo>
                    <a:pt x="317" y="258"/>
                  </a:lnTo>
                  <a:lnTo>
                    <a:pt x="337" y="219"/>
                  </a:lnTo>
                  <a:lnTo>
                    <a:pt x="337" y="159"/>
                  </a:lnTo>
                  <a:lnTo>
                    <a:pt x="337" y="100"/>
                  </a:lnTo>
                  <a:lnTo>
                    <a:pt x="297" y="40"/>
                  </a:lnTo>
                  <a:lnTo>
                    <a:pt x="238"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8"/>
            <p:cNvSpPr/>
            <p:nvPr/>
          </p:nvSpPr>
          <p:spPr>
            <a:xfrm>
              <a:off x="635825" y="1904825"/>
              <a:ext cx="8425" cy="529975"/>
            </a:xfrm>
            <a:custGeom>
              <a:avLst/>
              <a:gdLst/>
              <a:ahLst/>
              <a:cxnLst/>
              <a:rect l="l" t="t" r="r" b="b"/>
              <a:pathLst>
                <a:path w="337" h="21199" fill="none" extrusionOk="0">
                  <a:moveTo>
                    <a:pt x="178" y="1"/>
                  </a:moveTo>
                  <a:lnTo>
                    <a:pt x="178" y="1"/>
                  </a:lnTo>
                  <a:lnTo>
                    <a:pt x="119" y="1"/>
                  </a:lnTo>
                  <a:lnTo>
                    <a:pt x="59" y="40"/>
                  </a:lnTo>
                  <a:lnTo>
                    <a:pt x="20" y="100"/>
                  </a:lnTo>
                  <a:lnTo>
                    <a:pt x="0" y="159"/>
                  </a:lnTo>
                  <a:lnTo>
                    <a:pt x="0" y="159"/>
                  </a:lnTo>
                  <a:lnTo>
                    <a:pt x="20" y="219"/>
                  </a:lnTo>
                  <a:lnTo>
                    <a:pt x="40" y="258"/>
                  </a:lnTo>
                  <a:lnTo>
                    <a:pt x="79" y="298"/>
                  </a:lnTo>
                  <a:lnTo>
                    <a:pt x="139" y="318"/>
                  </a:lnTo>
                  <a:lnTo>
                    <a:pt x="139" y="21198"/>
                  </a:lnTo>
                  <a:lnTo>
                    <a:pt x="218" y="21198"/>
                  </a:lnTo>
                  <a:lnTo>
                    <a:pt x="218" y="318"/>
                  </a:lnTo>
                  <a:lnTo>
                    <a:pt x="218" y="318"/>
                  </a:lnTo>
                  <a:lnTo>
                    <a:pt x="277" y="298"/>
                  </a:lnTo>
                  <a:lnTo>
                    <a:pt x="317" y="258"/>
                  </a:lnTo>
                  <a:lnTo>
                    <a:pt x="337" y="219"/>
                  </a:lnTo>
                  <a:lnTo>
                    <a:pt x="337" y="159"/>
                  </a:lnTo>
                  <a:lnTo>
                    <a:pt x="337" y="159"/>
                  </a:lnTo>
                  <a:lnTo>
                    <a:pt x="337" y="100"/>
                  </a:lnTo>
                  <a:lnTo>
                    <a:pt x="297" y="40"/>
                  </a:lnTo>
                  <a:lnTo>
                    <a:pt x="238" y="1"/>
                  </a:lnTo>
                  <a:lnTo>
                    <a:pt x="178"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8"/>
            <p:cNvSpPr/>
            <p:nvPr/>
          </p:nvSpPr>
          <p:spPr>
            <a:xfrm>
              <a:off x="469900" y="1333800"/>
              <a:ext cx="78275" cy="1101000"/>
            </a:xfrm>
            <a:custGeom>
              <a:avLst/>
              <a:gdLst/>
              <a:ahLst/>
              <a:cxnLst/>
              <a:rect l="l" t="t" r="r" b="b"/>
              <a:pathLst>
                <a:path w="3131" h="44040" extrusionOk="0">
                  <a:moveTo>
                    <a:pt x="179" y="0"/>
                  </a:moveTo>
                  <a:lnTo>
                    <a:pt x="119" y="20"/>
                  </a:lnTo>
                  <a:lnTo>
                    <a:pt x="60" y="60"/>
                  </a:lnTo>
                  <a:lnTo>
                    <a:pt x="20" y="119"/>
                  </a:lnTo>
                  <a:lnTo>
                    <a:pt x="0" y="178"/>
                  </a:lnTo>
                  <a:lnTo>
                    <a:pt x="20" y="238"/>
                  </a:lnTo>
                  <a:lnTo>
                    <a:pt x="40" y="278"/>
                  </a:lnTo>
                  <a:lnTo>
                    <a:pt x="80" y="317"/>
                  </a:lnTo>
                  <a:lnTo>
                    <a:pt x="139" y="337"/>
                  </a:lnTo>
                  <a:lnTo>
                    <a:pt x="139" y="1684"/>
                  </a:lnTo>
                  <a:lnTo>
                    <a:pt x="1090" y="2635"/>
                  </a:lnTo>
                  <a:lnTo>
                    <a:pt x="1090" y="11272"/>
                  </a:lnTo>
                  <a:lnTo>
                    <a:pt x="3051" y="13234"/>
                  </a:lnTo>
                  <a:lnTo>
                    <a:pt x="3051" y="44039"/>
                  </a:lnTo>
                  <a:lnTo>
                    <a:pt x="3131" y="44039"/>
                  </a:lnTo>
                  <a:lnTo>
                    <a:pt x="3131" y="13194"/>
                  </a:lnTo>
                  <a:lnTo>
                    <a:pt x="1169" y="11233"/>
                  </a:lnTo>
                  <a:lnTo>
                    <a:pt x="1169" y="2595"/>
                  </a:lnTo>
                  <a:lnTo>
                    <a:pt x="218" y="1644"/>
                  </a:lnTo>
                  <a:lnTo>
                    <a:pt x="218" y="337"/>
                  </a:lnTo>
                  <a:lnTo>
                    <a:pt x="278" y="317"/>
                  </a:lnTo>
                  <a:lnTo>
                    <a:pt x="317" y="278"/>
                  </a:lnTo>
                  <a:lnTo>
                    <a:pt x="337" y="238"/>
                  </a:lnTo>
                  <a:lnTo>
                    <a:pt x="337" y="178"/>
                  </a:lnTo>
                  <a:lnTo>
                    <a:pt x="337" y="119"/>
                  </a:lnTo>
                  <a:lnTo>
                    <a:pt x="298" y="60"/>
                  </a:lnTo>
                  <a:lnTo>
                    <a:pt x="238" y="20"/>
                  </a:lnTo>
                  <a:lnTo>
                    <a:pt x="179"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8"/>
            <p:cNvSpPr/>
            <p:nvPr/>
          </p:nvSpPr>
          <p:spPr>
            <a:xfrm>
              <a:off x="469900" y="1333800"/>
              <a:ext cx="78275" cy="1101000"/>
            </a:xfrm>
            <a:custGeom>
              <a:avLst/>
              <a:gdLst/>
              <a:ahLst/>
              <a:cxnLst/>
              <a:rect l="l" t="t" r="r" b="b"/>
              <a:pathLst>
                <a:path w="3131" h="44040" fill="none" extrusionOk="0">
                  <a:moveTo>
                    <a:pt x="179" y="0"/>
                  </a:moveTo>
                  <a:lnTo>
                    <a:pt x="179" y="0"/>
                  </a:lnTo>
                  <a:lnTo>
                    <a:pt x="119" y="20"/>
                  </a:lnTo>
                  <a:lnTo>
                    <a:pt x="60" y="60"/>
                  </a:lnTo>
                  <a:lnTo>
                    <a:pt x="20" y="119"/>
                  </a:lnTo>
                  <a:lnTo>
                    <a:pt x="0" y="178"/>
                  </a:lnTo>
                  <a:lnTo>
                    <a:pt x="0" y="178"/>
                  </a:lnTo>
                  <a:lnTo>
                    <a:pt x="20" y="238"/>
                  </a:lnTo>
                  <a:lnTo>
                    <a:pt x="40" y="278"/>
                  </a:lnTo>
                  <a:lnTo>
                    <a:pt x="80" y="317"/>
                  </a:lnTo>
                  <a:lnTo>
                    <a:pt x="139" y="337"/>
                  </a:lnTo>
                  <a:lnTo>
                    <a:pt x="139" y="1684"/>
                  </a:lnTo>
                  <a:lnTo>
                    <a:pt x="1090" y="2635"/>
                  </a:lnTo>
                  <a:lnTo>
                    <a:pt x="1090" y="11272"/>
                  </a:lnTo>
                  <a:lnTo>
                    <a:pt x="3051" y="13234"/>
                  </a:lnTo>
                  <a:lnTo>
                    <a:pt x="3051" y="44039"/>
                  </a:lnTo>
                  <a:lnTo>
                    <a:pt x="3131" y="44039"/>
                  </a:lnTo>
                  <a:lnTo>
                    <a:pt x="3131" y="13194"/>
                  </a:lnTo>
                  <a:lnTo>
                    <a:pt x="1169" y="11233"/>
                  </a:lnTo>
                  <a:lnTo>
                    <a:pt x="1169" y="2595"/>
                  </a:lnTo>
                  <a:lnTo>
                    <a:pt x="218" y="1644"/>
                  </a:lnTo>
                  <a:lnTo>
                    <a:pt x="218" y="337"/>
                  </a:lnTo>
                  <a:lnTo>
                    <a:pt x="218" y="337"/>
                  </a:lnTo>
                  <a:lnTo>
                    <a:pt x="278" y="317"/>
                  </a:lnTo>
                  <a:lnTo>
                    <a:pt x="317" y="278"/>
                  </a:lnTo>
                  <a:lnTo>
                    <a:pt x="337" y="238"/>
                  </a:lnTo>
                  <a:lnTo>
                    <a:pt x="337" y="178"/>
                  </a:lnTo>
                  <a:lnTo>
                    <a:pt x="337" y="178"/>
                  </a:lnTo>
                  <a:lnTo>
                    <a:pt x="337" y="119"/>
                  </a:lnTo>
                  <a:lnTo>
                    <a:pt x="298" y="60"/>
                  </a:lnTo>
                  <a:lnTo>
                    <a:pt x="238" y="20"/>
                  </a:lnTo>
                  <a:lnTo>
                    <a:pt x="179"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8"/>
            <p:cNvSpPr/>
            <p:nvPr/>
          </p:nvSpPr>
          <p:spPr>
            <a:xfrm>
              <a:off x="868600" y="1090625"/>
              <a:ext cx="77775" cy="1344175"/>
            </a:xfrm>
            <a:custGeom>
              <a:avLst/>
              <a:gdLst/>
              <a:ahLst/>
              <a:cxnLst/>
              <a:rect l="l" t="t" r="r" b="b"/>
              <a:pathLst>
                <a:path w="3111" h="53767" extrusionOk="0">
                  <a:moveTo>
                    <a:pt x="2952" y="0"/>
                  </a:moveTo>
                  <a:lnTo>
                    <a:pt x="2892" y="20"/>
                  </a:lnTo>
                  <a:lnTo>
                    <a:pt x="2833" y="60"/>
                  </a:lnTo>
                  <a:lnTo>
                    <a:pt x="2793" y="99"/>
                  </a:lnTo>
                  <a:lnTo>
                    <a:pt x="2774" y="178"/>
                  </a:lnTo>
                  <a:lnTo>
                    <a:pt x="2793" y="218"/>
                  </a:lnTo>
                  <a:lnTo>
                    <a:pt x="2813" y="278"/>
                  </a:lnTo>
                  <a:lnTo>
                    <a:pt x="2853" y="317"/>
                  </a:lnTo>
                  <a:lnTo>
                    <a:pt x="2912" y="337"/>
                  </a:lnTo>
                  <a:lnTo>
                    <a:pt x="2912" y="1644"/>
                  </a:lnTo>
                  <a:lnTo>
                    <a:pt x="1961" y="2595"/>
                  </a:lnTo>
                  <a:lnTo>
                    <a:pt x="1961" y="11233"/>
                  </a:lnTo>
                  <a:lnTo>
                    <a:pt x="0" y="13194"/>
                  </a:lnTo>
                  <a:lnTo>
                    <a:pt x="0" y="53766"/>
                  </a:lnTo>
                  <a:lnTo>
                    <a:pt x="79" y="53766"/>
                  </a:lnTo>
                  <a:lnTo>
                    <a:pt x="79" y="13234"/>
                  </a:lnTo>
                  <a:lnTo>
                    <a:pt x="2041" y="11272"/>
                  </a:lnTo>
                  <a:lnTo>
                    <a:pt x="2041" y="2635"/>
                  </a:lnTo>
                  <a:lnTo>
                    <a:pt x="2991" y="1684"/>
                  </a:lnTo>
                  <a:lnTo>
                    <a:pt x="2991" y="337"/>
                  </a:lnTo>
                  <a:lnTo>
                    <a:pt x="3051" y="317"/>
                  </a:lnTo>
                  <a:lnTo>
                    <a:pt x="3091" y="278"/>
                  </a:lnTo>
                  <a:lnTo>
                    <a:pt x="3110" y="218"/>
                  </a:lnTo>
                  <a:lnTo>
                    <a:pt x="3110" y="178"/>
                  </a:lnTo>
                  <a:lnTo>
                    <a:pt x="3110" y="99"/>
                  </a:lnTo>
                  <a:lnTo>
                    <a:pt x="3071" y="60"/>
                  </a:lnTo>
                  <a:lnTo>
                    <a:pt x="3011" y="20"/>
                  </a:lnTo>
                  <a:lnTo>
                    <a:pt x="2952"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8"/>
            <p:cNvSpPr/>
            <p:nvPr/>
          </p:nvSpPr>
          <p:spPr>
            <a:xfrm>
              <a:off x="868600" y="1090625"/>
              <a:ext cx="77775" cy="1344175"/>
            </a:xfrm>
            <a:custGeom>
              <a:avLst/>
              <a:gdLst/>
              <a:ahLst/>
              <a:cxnLst/>
              <a:rect l="l" t="t" r="r" b="b"/>
              <a:pathLst>
                <a:path w="3111" h="53767" fill="none" extrusionOk="0">
                  <a:moveTo>
                    <a:pt x="2952" y="0"/>
                  </a:moveTo>
                  <a:lnTo>
                    <a:pt x="2952" y="0"/>
                  </a:lnTo>
                  <a:lnTo>
                    <a:pt x="2892" y="20"/>
                  </a:lnTo>
                  <a:lnTo>
                    <a:pt x="2833" y="60"/>
                  </a:lnTo>
                  <a:lnTo>
                    <a:pt x="2793" y="99"/>
                  </a:lnTo>
                  <a:lnTo>
                    <a:pt x="2774" y="178"/>
                  </a:lnTo>
                  <a:lnTo>
                    <a:pt x="2774" y="178"/>
                  </a:lnTo>
                  <a:lnTo>
                    <a:pt x="2793" y="218"/>
                  </a:lnTo>
                  <a:lnTo>
                    <a:pt x="2813" y="278"/>
                  </a:lnTo>
                  <a:lnTo>
                    <a:pt x="2853" y="317"/>
                  </a:lnTo>
                  <a:lnTo>
                    <a:pt x="2912" y="337"/>
                  </a:lnTo>
                  <a:lnTo>
                    <a:pt x="2912" y="1644"/>
                  </a:lnTo>
                  <a:lnTo>
                    <a:pt x="1961" y="2595"/>
                  </a:lnTo>
                  <a:lnTo>
                    <a:pt x="1961" y="11233"/>
                  </a:lnTo>
                  <a:lnTo>
                    <a:pt x="0" y="13194"/>
                  </a:lnTo>
                  <a:lnTo>
                    <a:pt x="0" y="53766"/>
                  </a:lnTo>
                  <a:lnTo>
                    <a:pt x="79" y="53766"/>
                  </a:lnTo>
                  <a:lnTo>
                    <a:pt x="79" y="13234"/>
                  </a:lnTo>
                  <a:lnTo>
                    <a:pt x="2041" y="11272"/>
                  </a:lnTo>
                  <a:lnTo>
                    <a:pt x="2041" y="2635"/>
                  </a:lnTo>
                  <a:lnTo>
                    <a:pt x="2991" y="1684"/>
                  </a:lnTo>
                  <a:lnTo>
                    <a:pt x="2991" y="337"/>
                  </a:lnTo>
                  <a:lnTo>
                    <a:pt x="2991" y="337"/>
                  </a:lnTo>
                  <a:lnTo>
                    <a:pt x="3051" y="317"/>
                  </a:lnTo>
                  <a:lnTo>
                    <a:pt x="3091" y="278"/>
                  </a:lnTo>
                  <a:lnTo>
                    <a:pt x="3110" y="218"/>
                  </a:lnTo>
                  <a:lnTo>
                    <a:pt x="3110" y="178"/>
                  </a:lnTo>
                  <a:lnTo>
                    <a:pt x="3110" y="178"/>
                  </a:lnTo>
                  <a:lnTo>
                    <a:pt x="3110" y="99"/>
                  </a:lnTo>
                  <a:lnTo>
                    <a:pt x="3071" y="60"/>
                  </a:lnTo>
                  <a:lnTo>
                    <a:pt x="3011" y="20"/>
                  </a:lnTo>
                  <a:lnTo>
                    <a:pt x="2952"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8"/>
            <p:cNvSpPr/>
            <p:nvPr/>
          </p:nvSpPr>
          <p:spPr>
            <a:xfrm>
              <a:off x="894350" y="1656700"/>
              <a:ext cx="49550" cy="778100"/>
            </a:xfrm>
            <a:custGeom>
              <a:avLst/>
              <a:gdLst/>
              <a:ahLst/>
              <a:cxnLst/>
              <a:rect l="l" t="t" r="r" b="b"/>
              <a:pathLst>
                <a:path w="1982" h="31124" extrusionOk="0">
                  <a:moveTo>
                    <a:pt x="159" y="1"/>
                  </a:moveTo>
                  <a:lnTo>
                    <a:pt x="99" y="21"/>
                  </a:lnTo>
                  <a:lnTo>
                    <a:pt x="40" y="40"/>
                  </a:lnTo>
                  <a:lnTo>
                    <a:pt x="20" y="100"/>
                  </a:lnTo>
                  <a:lnTo>
                    <a:pt x="0" y="159"/>
                  </a:lnTo>
                  <a:lnTo>
                    <a:pt x="20" y="238"/>
                  </a:lnTo>
                  <a:lnTo>
                    <a:pt x="40" y="278"/>
                  </a:lnTo>
                  <a:lnTo>
                    <a:pt x="99" y="318"/>
                  </a:lnTo>
                  <a:lnTo>
                    <a:pt x="159" y="337"/>
                  </a:lnTo>
                  <a:lnTo>
                    <a:pt x="218" y="337"/>
                  </a:lnTo>
                  <a:lnTo>
                    <a:pt x="258" y="318"/>
                  </a:lnTo>
                  <a:lnTo>
                    <a:pt x="1902" y="1962"/>
                  </a:lnTo>
                  <a:lnTo>
                    <a:pt x="1902" y="3071"/>
                  </a:lnTo>
                  <a:lnTo>
                    <a:pt x="218" y="4755"/>
                  </a:lnTo>
                  <a:lnTo>
                    <a:pt x="218" y="2735"/>
                  </a:lnTo>
                  <a:lnTo>
                    <a:pt x="258" y="2715"/>
                  </a:lnTo>
                  <a:lnTo>
                    <a:pt x="297" y="2675"/>
                  </a:lnTo>
                  <a:lnTo>
                    <a:pt x="317" y="2616"/>
                  </a:lnTo>
                  <a:lnTo>
                    <a:pt x="337" y="2576"/>
                  </a:lnTo>
                  <a:lnTo>
                    <a:pt x="317" y="2497"/>
                  </a:lnTo>
                  <a:lnTo>
                    <a:pt x="278" y="2457"/>
                  </a:lnTo>
                  <a:lnTo>
                    <a:pt x="238" y="2418"/>
                  </a:lnTo>
                  <a:lnTo>
                    <a:pt x="159" y="2398"/>
                  </a:lnTo>
                  <a:lnTo>
                    <a:pt x="99" y="2418"/>
                  </a:lnTo>
                  <a:lnTo>
                    <a:pt x="40" y="2457"/>
                  </a:lnTo>
                  <a:lnTo>
                    <a:pt x="20" y="2497"/>
                  </a:lnTo>
                  <a:lnTo>
                    <a:pt x="0" y="2576"/>
                  </a:lnTo>
                  <a:lnTo>
                    <a:pt x="0" y="2616"/>
                  </a:lnTo>
                  <a:lnTo>
                    <a:pt x="40" y="2675"/>
                  </a:lnTo>
                  <a:lnTo>
                    <a:pt x="79" y="2715"/>
                  </a:lnTo>
                  <a:lnTo>
                    <a:pt x="119" y="2735"/>
                  </a:lnTo>
                  <a:lnTo>
                    <a:pt x="119" y="31123"/>
                  </a:lnTo>
                  <a:lnTo>
                    <a:pt x="218" y="31123"/>
                  </a:lnTo>
                  <a:lnTo>
                    <a:pt x="218" y="4874"/>
                  </a:lnTo>
                  <a:lnTo>
                    <a:pt x="1981" y="3091"/>
                  </a:lnTo>
                  <a:lnTo>
                    <a:pt x="1981" y="1922"/>
                  </a:lnTo>
                  <a:lnTo>
                    <a:pt x="317" y="258"/>
                  </a:lnTo>
                  <a:lnTo>
                    <a:pt x="337" y="219"/>
                  </a:lnTo>
                  <a:lnTo>
                    <a:pt x="337" y="159"/>
                  </a:lnTo>
                  <a:lnTo>
                    <a:pt x="317" y="100"/>
                  </a:lnTo>
                  <a:lnTo>
                    <a:pt x="278" y="40"/>
                  </a:lnTo>
                  <a:lnTo>
                    <a:pt x="238" y="21"/>
                  </a:lnTo>
                  <a:lnTo>
                    <a:pt x="159"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8"/>
            <p:cNvSpPr/>
            <p:nvPr/>
          </p:nvSpPr>
          <p:spPr>
            <a:xfrm>
              <a:off x="894350" y="1656700"/>
              <a:ext cx="49550" cy="778100"/>
            </a:xfrm>
            <a:custGeom>
              <a:avLst/>
              <a:gdLst/>
              <a:ahLst/>
              <a:cxnLst/>
              <a:rect l="l" t="t" r="r" b="b"/>
              <a:pathLst>
                <a:path w="1982" h="31124" fill="none" extrusionOk="0">
                  <a:moveTo>
                    <a:pt x="159" y="1"/>
                  </a:moveTo>
                  <a:lnTo>
                    <a:pt x="159" y="1"/>
                  </a:lnTo>
                  <a:lnTo>
                    <a:pt x="159" y="1"/>
                  </a:lnTo>
                  <a:lnTo>
                    <a:pt x="159" y="1"/>
                  </a:lnTo>
                  <a:lnTo>
                    <a:pt x="99" y="21"/>
                  </a:lnTo>
                  <a:lnTo>
                    <a:pt x="40" y="40"/>
                  </a:lnTo>
                  <a:lnTo>
                    <a:pt x="20" y="100"/>
                  </a:lnTo>
                  <a:lnTo>
                    <a:pt x="0" y="159"/>
                  </a:lnTo>
                  <a:lnTo>
                    <a:pt x="0" y="159"/>
                  </a:lnTo>
                  <a:lnTo>
                    <a:pt x="20" y="238"/>
                  </a:lnTo>
                  <a:lnTo>
                    <a:pt x="40" y="278"/>
                  </a:lnTo>
                  <a:lnTo>
                    <a:pt x="99" y="318"/>
                  </a:lnTo>
                  <a:lnTo>
                    <a:pt x="159" y="337"/>
                  </a:lnTo>
                  <a:lnTo>
                    <a:pt x="159" y="337"/>
                  </a:lnTo>
                  <a:lnTo>
                    <a:pt x="218" y="337"/>
                  </a:lnTo>
                  <a:lnTo>
                    <a:pt x="258" y="318"/>
                  </a:lnTo>
                  <a:lnTo>
                    <a:pt x="1902" y="1962"/>
                  </a:lnTo>
                  <a:lnTo>
                    <a:pt x="1902" y="3071"/>
                  </a:lnTo>
                  <a:lnTo>
                    <a:pt x="218" y="4755"/>
                  </a:lnTo>
                  <a:lnTo>
                    <a:pt x="218" y="2735"/>
                  </a:lnTo>
                  <a:lnTo>
                    <a:pt x="218" y="2735"/>
                  </a:lnTo>
                  <a:lnTo>
                    <a:pt x="258" y="2715"/>
                  </a:lnTo>
                  <a:lnTo>
                    <a:pt x="297" y="2675"/>
                  </a:lnTo>
                  <a:lnTo>
                    <a:pt x="317" y="2616"/>
                  </a:lnTo>
                  <a:lnTo>
                    <a:pt x="337" y="2576"/>
                  </a:lnTo>
                  <a:lnTo>
                    <a:pt x="337" y="2576"/>
                  </a:lnTo>
                  <a:lnTo>
                    <a:pt x="317" y="2497"/>
                  </a:lnTo>
                  <a:lnTo>
                    <a:pt x="278" y="2457"/>
                  </a:lnTo>
                  <a:lnTo>
                    <a:pt x="238" y="2418"/>
                  </a:lnTo>
                  <a:lnTo>
                    <a:pt x="159" y="2398"/>
                  </a:lnTo>
                  <a:lnTo>
                    <a:pt x="159" y="2398"/>
                  </a:lnTo>
                  <a:lnTo>
                    <a:pt x="99" y="2418"/>
                  </a:lnTo>
                  <a:lnTo>
                    <a:pt x="40" y="2457"/>
                  </a:lnTo>
                  <a:lnTo>
                    <a:pt x="20" y="2497"/>
                  </a:lnTo>
                  <a:lnTo>
                    <a:pt x="0" y="2576"/>
                  </a:lnTo>
                  <a:lnTo>
                    <a:pt x="0" y="2576"/>
                  </a:lnTo>
                  <a:lnTo>
                    <a:pt x="0" y="2616"/>
                  </a:lnTo>
                  <a:lnTo>
                    <a:pt x="40" y="2675"/>
                  </a:lnTo>
                  <a:lnTo>
                    <a:pt x="79" y="2715"/>
                  </a:lnTo>
                  <a:lnTo>
                    <a:pt x="119" y="2735"/>
                  </a:lnTo>
                  <a:lnTo>
                    <a:pt x="119" y="31123"/>
                  </a:lnTo>
                  <a:lnTo>
                    <a:pt x="218" y="31123"/>
                  </a:lnTo>
                  <a:lnTo>
                    <a:pt x="218" y="4874"/>
                  </a:lnTo>
                  <a:lnTo>
                    <a:pt x="1981" y="3091"/>
                  </a:lnTo>
                  <a:lnTo>
                    <a:pt x="1981" y="1922"/>
                  </a:lnTo>
                  <a:lnTo>
                    <a:pt x="317" y="258"/>
                  </a:lnTo>
                  <a:lnTo>
                    <a:pt x="317" y="258"/>
                  </a:lnTo>
                  <a:lnTo>
                    <a:pt x="337" y="219"/>
                  </a:lnTo>
                  <a:lnTo>
                    <a:pt x="337" y="159"/>
                  </a:lnTo>
                  <a:lnTo>
                    <a:pt x="337" y="159"/>
                  </a:lnTo>
                  <a:lnTo>
                    <a:pt x="317" y="100"/>
                  </a:lnTo>
                  <a:lnTo>
                    <a:pt x="278" y="40"/>
                  </a:lnTo>
                  <a:lnTo>
                    <a:pt x="238" y="21"/>
                  </a:lnTo>
                  <a:lnTo>
                    <a:pt x="159"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8"/>
            <p:cNvSpPr/>
            <p:nvPr/>
          </p:nvSpPr>
          <p:spPr>
            <a:xfrm>
              <a:off x="614525" y="1073275"/>
              <a:ext cx="187725" cy="1361525"/>
            </a:xfrm>
            <a:custGeom>
              <a:avLst/>
              <a:gdLst/>
              <a:ahLst/>
              <a:cxnLst/>
              <a:rect l="l" t="t" r="r" b="b"/>
              <a:pathLst>
                <a:path w="7509" h="54461" extrusionOk="0">
                  <a:moveTo>
                    <a:pt x="5488" y="1"/>
                  </a:moveTo>
                  <a:lnTo>
                    <a:pt x="5428" y="21"/>
                  </a:lnTo>
                  <a:lnTo>
                    <a:pt x="5369" y="60"/>
                  </a:lnTo>
                  <a:lnTo>
                    <a:pt x="5349" y="120"/>
                  </a:lnTo>
                  <a:lnTo>
                    <a:pt x="5329" y="179"/>
                  </a:lnTo>
                  <a:lnTo>
                    <a:pt x="5329" y="239"/>
                  </a:lnTo>
                  <a:lnTo>
                    <a:pt x="5369" y="278"/>
                  </a:lnTo>
                  <a:lnTo>
                    <a:pt x="5408" y="318"/>
                  </a:lnTo>
                  <a:lnTo>
                    <a:pt x="5448" y="338"/>
                  </a:lnTo>
                  <a:lnTo>
                    <a:pt x="5448" y="8143"/>
                  </a:lnTo>
                  <a:lnTo>
                    <a:pt x="7409" y="10104"/>
                  </a:lnTo>
                  <a:lnTo>
                    <a:pt x="7409" y="17216"/>
                  </a:lnTo>
                  <a:lnTo>
                    <a:pt x="5448" y="19177"/>
                  </a:lnTo>
                  <a:lnTo>
                    <a:pt x="5448" y="27122"/>
                  </a:lnTo>
                  <a:lnTo>
                    <a:pt x="3011" y="29558"/>
                  </a:lnTo>
                  <a:lnTo>
                    <a:pt x="3011" y="34412"/>
                  </a:lnTo>
                  <a:lnTo>
                    <a:pt x="4418" y="35818"/>
                  </a:lnTo>
                  <a:lnTo>
                    <a:pt x="4418" y="39206"/>
                  </a:lnTo>
                  <a:lnTo>
                    <a:pt x="2060" y="36849"/>
                  </a:lnTo>
                  <a:lnTo>
                    <a:pt x="2060" y="28904"/>
                  </a:lnTo>
                  <a:lnTo>
                    <a:pt x="79" y="26943"/>
                  </a:lnTo>
                  <a:lnTo>
                    <a:pt x="79" y="19831"/>
                  </a:lnTo>
                  <a:lnTo>
                    <a:pt x="2060" y="17870"/>
                  </a:lnTo>
                  <a:lnTo>
                    <a:pt x="2060" y="10065"/>
                  </a:lnTo>
                  <a:lnTo>
                    <a:pt x="2100" y="10045"/>
                  </a:lnTo>
                  <a:lnTo>
                    <a:pt x="2140" y="10005"/>
                  </a:lnTo>
                  <a:lnTo>
                    <a:pt x="2179" y="9966"/>
                  </a:lnTo>
                  <a:lnTo>
                    <a:pt x="2179" y="9906"/>
                  </a:lnTo>
                  <a:lnTo>
                    <a:pt x="2160" y="9847"/>
                  </a:lnTo>
                  <a:lnTo>
                    <a:pt x="2140" y="9787"/>
                  </a:lnTo>
                  <a:lnTo>
                    <a:pt x="2080" y="9748"/>
                  </a:lnTo>
                  <a:lnTo>
                    <a:pt x="1942" y="9748"/>
                  </a:lnTo>
                  <a:lnTo>
                    <a:pt x="1902" y="9787"/>
                  </a:lnTo>
                  <a:lnTo>
                    <a:pt x="1862" y="9847"/>
                  </a:lnTo>
                  <a:lnTo>
                    <a:pt x="1843" y="9906"/>
                  </a:lnTo>
                  <a:lnTo>
                    <a:pt x="1862" y="9966"/>
                  </a:lnTo>
                  <a:lnTo>
                    <a:pt x="1882" y="10005"/>
                  </a:lnTo>
                  <a:lnTo>
                    <a:pt x="1922" y="10045"/>
                  </a:lnTo>
                  <a:lnTo>
                    <a:pt x="1961" y="10065"/>
                  </a:lnTo>
                  <a:lnTo>
                    <a:pt x="1961" y="17830"/>
                  </a:lnTo>
                  <a:lnTo>
                    <a:pt x="0" y="19792"/>
                  </a:lnTo>
                  <a:lnTo>
                    <a:pt x="0" y="26983"/>
                  </a:lnTo>
                  <a:lnTo>
                    <a:pt x="1961" y="28944"/>
                  </a:lnTo>
                  <a:lnTo>
                    <a:pt x="1961" y="36888"/>
                  </a:lnTo>
                  <a:lnTo>
                    <a:pt x="4418" y="39325"/>
                  </a:lnTo>
                  <a:lnTo>
                    <a:pt x="4418" y="54460"/>
                  </a:lnTo>
                  <a:lnTo>
                    <a:pt x="4497" y="54460"/>
                  </a:lnTo>
                  <a:lnTo>
                    <a:pt x="4497" y="39285"/>
                  </a:lnTo>
                  <a:lnTo>
                    <a:pt x="4497" y="33540"/>
                  </a:lnTo>
                  <a:lnTo>
                    <a:pt x="7508" y="30529"/>
                  </a:lnTo>
                  <a:lnTo>
                    <a:pt x="7508" y="20505"/>
                  </a:lnTo>
                  <a:lnTo>
                    <a:pt x="7409" y="20505"/>
                  </a:lnTo>
                  <a:lnTo>
                    <a:pt x="7409" y="30509"/>
                  </a:lnTo>
                  <a:lnTo>
                    <a:pt x="4497" y="33421"/>
                  </a:lnTo>
                  <a:lnTo>
                    <a:pt x="4497" y="32530"/>
                  </a:lnTo>
                  <a:lnTo>
                    <a:pt x="6518" y="30529"/>
                  </a:lnTo>
                  <a:lnTo>
                    <a:pt x="6518" y="23694"/>
                  </a:lnTo>
                  <a:lnTo>
                    <a:pt x="6439" y="23694"/>
                  </a:lnTo>
                  <a:lnTo>
                    <a:pt x="6439" y="30509"/>
                  </a:lnTo>
                  <a:lnTo>
                    <a:pt x="4418" y="32510"/>
                  </a:lnTo>
                  <a:lnTo>
                    <a:pt x="4418" y="35700"/>
                  </a:lnTo>
                  <a:lnTo>
                    <a:pt x="3091" y="34392"/>
                  </a:lnTo>
                  <a:lnTo>
                    <a:pt x="3091" y="29598"/>
                  </a:lnTo>
                  <a:lnTo>
                    <a:pt x="5547" y="27161"/>
                  </a:lnTo>
                  <a:lnTo>
                    <a:pt x="5547" y="19217"/>
                  </a:lnTo>
                  <a:lnTo>
                    <a:pt x="7508" y="17256"/>
                  </a:lnTo>
                  <a:lnTo>
                    <a:pt x="7508" y="10065"/>
                  </a:lnTo>
                  <a:lnTo>
                    <a:pt x="5547" y="8103"/>
                  </a:lnTo>
                  <a:lnTo>
                    <a:pt x="5547" y="338"/>
                  </a:lnTo>
                  <a:lnTo>
                    <a:pt x="5587" y="318"/>
                  </a:lnTo>
                  <a:lnTo>
                    <a:pt x="5626" y="278"/>
                  </a:lnTo>
                  <a:lnTo>
                    <a:pt x="5646" y="239"/>
                  </a:lnTo>
                  <a:lnTo>
                    <a:pt x="5666" y="179"/>
                  </a:lnTo>
                  <a:lnTo>
                    <a:pt x="5646" y="120"/>
                  </a:lnTo>
                  <a:lnTo>
                    <a:pt x="5607" y="60"/>
                  </a:lnTo>
                  <a:lnTo>
                    <a:pt x="5567" y="21"/>
                  </a:lnTo>
                  <a:lnTo>
                    <a:pt x="5488"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8"/>
            <p:cNvSpPr/>
            <p:nvPr/>
          </p:nvSpPr>
          <p:spPr>
            <a:xfrm>
              <a:off x="614525" y="1073275"/>
              <a:ext cx="187725" cy="1361525"/>
            </a:xfrm>
            <a:custGeom>
              <a:avLst/>
              <a:gdLst/>
              <a:ahLst/>
              <a:cxnLst/>
              <a:rect l="l" t="t" r="r" b="b"/>
              <a:pathLst>
                <a:path w="7509" h="54461" fill="none" extrusionOk="0">
                  <a:moveTo>
                    <a:pt x="5488" y="1"/>
                  </a:moveTo>
                  <a:lnTo>
                    <a:pt x="5488" y="1"/>
                  </a:lnTo>
                  <a:lnTo>
                    <a:pt x="5428" y="21"/>
                  </a:lnTo>
                  <a:lnTo>
                    <a:pt x="5369" y="60"/>
                  </a:lnTo>
                  <a:lnTo>
                    <a:pt x="5349" y="120"/>
                  </a:lnTo>
                  <a:lnTo>
                    <a:pt x="5329" y="179"/>
                  </a:lnTo>
                  <a:lnTo>
                    <a:pt x="5329" y="179"/>
                  </a:lnTo>
                  <a:lnTo>
                    <a:pt x="5329" y="239"/>
                  </a:lnTo>
                  <a:lnTo>
                    <a:pt x="5369" y="278"/>
                  </a:lnTo>
                  <a:lnTo>
                    <a:pt x="5408" y="318"/>
                  </a:lnTo>
                  <a:lnTo>
                    <a:pt x="5448" y="338"/>
                  </a:lnTo>
                  <a:lnTo>
                    <a:pt x="5448" y="8143"/>
                  </a:lnTo>
                  <a:lnTo>
                    <a:pt x="7409" y="10104"/>
                  </a:lnTo>
                  <a:lnTo>
                    <a:pt x="7409" y="17216"/>
                  </a:lnTo>
                  <a:lnTo>
                    <a:pt x="5448" y="19177"/>
                  </a:lnTo>
                  <a:lnTo>
                    <a:pt x="5448" y="27122"/>
                  </a:lnTo>
                  <a:lnTo>
                    <a:pt x="3011" y="29558"/>
                  </a:lnTo>
                  <a:lnTo>
                    <a:pt x="3011" y="34412"/>
                  </a:lnTo>
                  <a:lnTo>
                    <a:pt x="4418" y="35818"/>
                  </a:lnTo>
                  <a:lnTo>
                    <a:pt x="4418" y="39206"/>
                  </a:lnTo>
                  <a:lnTo>
                    <a:pt x="2060" y="36849"/>
                  </a:lnTo>
                  <a:lnTo>
                    <a:pt x="2060" y="28904"/>
                  </a:lnTo>
                  <a:lnTo>
                    <a:pt x="79" y="26943"/>
                  </a:lnTo>
                  <a:lnTo>
                    <a:pt x="79" y="19831"/>
                  </a:lnTo>
                  <a:lnTo>
                    <a:pt x="2060" y="17870"/>
                  </a:lnTo>
                  <a:lnTo>
                    <a:pt x="2060" y="10065"/>
                  </a:lnTo>
                  <a:lnTo>
                    <a:pt x="2060" y="10065"/>
                  </a:lnTo>
                  <a:lnTo>
                    <a:pt x="2100" y="10045"/>
                  </a:lnTo>
                  <a:lnTo>
                    <a:pt x="2140" y="10005"/>
                  </a:lnTo>
                  <a:lnTo>
                    <a:pt x="2179" y="9966"/>
                  </a:lnTo>
                  <a:lnTo>
                    <a:pt x="2179" y="9906"/>
                  </a:lnTo>
                  <a:lnTo>
                    <a:pt x="2179" y="9906"/>
                  </a:lnTo>
                  <a:lnTo>
                    <a:pt x="2160" y="9847"/>
                  </a:lnTo>
                  <a:lnTo>
                    <a:pt x="2140" y="9787"/>
                  </a:lnTo>
                  <a:lnTo>
                    <a:pt x="2080" y="9748"/>
                  </a:lnTo>
                  <a:lnTo>
                    <a:pt x="2021" y="9748"/>
                  </a:lnTo>
                  <a:lnTo>
                    <a:pt x="2021" y="9748"/>
                  </a:lnTo>
                  <a:lnTo>
                    <a:pt x="1942" y="9748"/>
                  </a:lnTo>
                  <a:lnTo>
                    <a:pt x="1902" y="9787"/>
                  </a:lnTo>
                  <a:lnTo>
                    <a:pt x="1862" y="9847"/>
                  </a:lnTo>
                  <a:lnTo>
                    <a:pt x="1843" y="9906"/>
                  </a:lnTo>
                  <a:lnTo>
                    <a:pt x="1843" y="9906"/>
                  </a:lnTo>
                  <a:lnTo>
                    <a:pt x="1862" y="9966"/>
                  </a:lnTo>
                  <a:lnTo>
                    <a:pt x="1882" y="10005"/>
                  </a:lnTo>
                  <a:lnTo>
                    <a:pt x="1922" y="10045"/>
                  </a:lnTo>
                  <a:lnTo>
                    <a:pt x="1961" y="10065"/>
                  </a:lnTo>
                  <a:lnTo>
                    <a:pt x="1961" y="17830"/>
                  </a:lnTo>
                  <a:lnTo>
                    <a:pt x="0" y="19792"/>
                  </a:lnTo>
                  <a:lnTo>
                    <a:pt x="0" y="26983"/>
                  </a:lnTo>
                  <a:lnTo>
                    <a:pt x="1961" y="28944"/>
                  </a:lnTo>
                  <a:lnTo>
                    <a:pt x="1961" y="36888"/>
                  </a:lnTo>
                  <a:lnTo>
                    <a:pt x="4418" y="39325"/>
                  </a:lnTo>
                  <a:lnTo>
                    <a:pt x="4418" y="54460"/>
                  </a:lnTo>
                  <a:lnTo>
                    <a:pt x="4497" y="54460"/>
                  </a:lnTo>
                  <a:lnTo>
                    <a:pt x="4497" y="39285"/>
                  </a:lnTo>
                  <a:lnTo>
                    <a:pt x="4497" y="33540"/>
                  </a:lnTo>
                  <a:lnTo>
                    <a:pt x="7508" y="30529"/>
                  </a:lnTo>
                  <a:lnTo>
                    <a:pt x="7508" y="20505"/>
                  </a:lnTo>
                  <a:lnTo>
                    <a:pt x="7409" y="20505"/>
                  </a:lnTo>
                  <a:lnTo>
                    <a:pt x="7409" y="30509"/>
                  </a:lnTo>
                  <a:lnTo>
                    <a:pt x="4497" y="33421"/>
                  </a:lnTo>
                  <a:lnTo>
                    <a:pt x="4497" y="32530"/>
                  </a:lnTo>
                  <a:lnTo>
                    <a:pt x="6518" y="30529"/>
                  </a:lnTo>
                  <a:lnTo>
                    <a:pt x="6518" y="23694"/>
                  </a:lnTo>
                  <a:lnTo>
                    <a:pt x="6439" y="23694"/>
                  </a:lnTo>
                  <a:lnTo>
                    <a:pt x="6439" y="30509"/>
                  </a:lnTo>
                  <a:lnTo>
                    <a:pt x="4418" y="32510"/>
                  </a:lnTo>
                  <a:lnTo>
                    <a:pt x="4418" y="35700"/>
                  </a:lnTo>
                  <a:lnTo>
                    <a:pt x="3091" y="34392"/>
                  </a:lnTo>
                  <a:lnTo>
                    <a:pt x="3091" y="29598"/>
                  </a:lnTo>
                  <a:lnTo>
                    <a:pt x="5547" y="27161"/>
                  </a:lnTo>
                  <a:lnTo>
                    <a:pt x="5547" y="19217"/>
                  </a:lnTo>
                  <a:lnTo>
                    <a:pt x="7508" y="17256"/>
                  </a:lnTo>
                  <a:lnTo>
                    <a:pt x="7508" y="10065"/>
                  </a:lnTo>
                  <a:lnTo>
                    <a:pt x="5547" y="8103"/>
                  </a:lnTo>
                  <a:lnTo>
                    <a:pt x="5547" y="338"/>
                  </a:lnTo>
                  <a:lnTo>
                    <a:pt x="5547" y="338"/>
                  </a:lnTo>
                  <a:lnTo>
                    <a:pt x="5587" y="318"/>
                  </a:lnTo>
                  <a:lnTo>
                    <a:pt x="5626" y="278"/>
                  </a:lnTo>
                  <a:lnTo>
                    <a:pt x="5646" y="239"/>
                  </a:lnTo>
                  <a:lnTo>
                    <a:pt x="5666" y="179"/>
                  </a:lnTo>
                  <a:lnTo>
                    <a:pt x="5666" y="179"/>
                  </a:lnTo>
                  <a:lnTo>
                    <a:pt x="5646" y="120"/>
                  </a:lnTo>
                  <a:lnTo>
                    <a:pt x="5607" y="60"/>
                  </a:lnTo>
                  <a:lnTo>
                    <a:pt x="5567" y="21"/>
                  </a:lnTo>
                  <a:lnTo>
                    <a:pt x="5488"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8"/>
            <p:cNvSpPr/>
            <p:nvPr/>
          </p:nvSpPr>
          <p:spPr>
            <a:xfrm>
              <a:off x="771025" y="1035650"/>
              <a:ext cx="129275" cy="1399150"/>
            </a:xfrm>
            <a:custGeom>
              <a:avLst/>
              <a:gdLst/>
              <a:ahLst/>
              <a:cxnLst/>
              <a:rect l="l" t="t" r="r" b="b"/>
              <a:pathLst>
                <a:path w="5171" h="55966" extrusionOk="0">
                  <a:moveTo>
                    <a:pt x="4953" y="0"/>
                  </a:moveTo>
                  <a:lnTo>
                    <a:pt x="4894" y="40"/>
                  </a:lnTo>
                  <a:lnTo>
                    <a:pt x="4854" y="99"/>
                  </a:lnTo>
                  <a:lnTo>
                    <a:pt x="4834" y="159"/>
                  </a:lnTo>
                  <a:lnTo>
                    <a:pt x="4854" y="218"/>
                  </a:lnTo>
                  <a:lnTo>
                    <a:pt x="4874" y="258"/>
                  </a:lnTo>
                  <a:lnTo>
                    <a:pt x="4913" y="297"/>
                  </a:lnTo>
                  <a:lnTo>
                    <a:pt x="4973" y="317"/>
                  </a:lnTo>
                  <a:lnTo>
                    <a:pt x="4973" y="12956"/>
                  </a:lnTo>
                  <a:lnTo>
                    <a:pt x="3012" y="14918"/>
                  </a:lnTo>
                  <a:lnTo>
                    <a:pt x="3012" y="32014"/>
                  </a:lnTo>
                  <a:lnTo>
                    <a:pt x="0" y="35006"/>
                  </a:lnTo>
                  <a:lnTo>
                    <a:pt x="0" y="55965"/>
                  </a:lnTo>
                  <a:lnTo>
                    <a:pt x="80" y="55965"/>
                  </a:lnTo>
                  <a:lnTo>
                    <a:pt x="80" y="35045"/>
                  </a:lnTo>
                  <a:lnTo>
                    <a:pt x="3091" y="32034"/>
                  </a:lnTo>
                  <a:lnTo>
                    <a:pt x="3091" y="14957"/>
                  </a:lnTo>
                  <a:lnTo>
                    <a:pt x="5052" y="12996"/>
                  </a:lnTo>
                  <a:lnTo>
                    <a:pt x="5052" y="317"/>
                  </a:lnTo>
                  <a:lnTo>
                    <a:pt x="5092" y="297"/>
                  </a:lnTo>
                  <a:lnTo>
                    <a:pt x="5131" y="258"/>
                  </a:lnTo>
                  <a:lnTo>
                    <a:pt x="5171" y="218"/>
                  </a:lnTo>
                  <a:lnTo>
                    <a:pt x="5171" y="159"/>
                  </a:lnTo>
                  <a:lnTo>
                    <a:pt x="5171" y="99"/>
                  </a:lnTo>
                  <a:lnTo>
                    <a:pt x="5131" y="40"/>
                  </a:lnTo>
                  <a:lnTo>
                    <a:pt x="5072"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8"/>
            <p:cNvSpPr/>
            <p:nvPr/>
          </p:nvSpPr>
          <p:spPr>
            <a:xfrm>
              <a:off x="771025" y="1035650"/>
              <a:ext cx="129275" cy="1399150"/>
            </a:xfrm>
            <a:custGeom>
              <a:avLst/>
              <a:gdLst/>
              <a:ahLst/>
              <a:cxnLst/>
              <a:rect l="l" t="t" r="r" b="b"/>
              <a:pathLst>
                <a:path w="5171" h="55966" fill="none" extrusionOk="0">
                  <a:moveTo>
                    <a:pt x="5012" y="0"/>
                  </a:moveTo>
                  <a:lnTo>
                    <a:pt x="5012" y="0"/>
                  </a:lnTo>
                  <a:lnTo>
                    <a:pt x="4953" y="0"/>
                  </a:lnTo>
                  <a:lnTo>
                    <a:pt x="4894" y="40"/>
                  </a:lnTo>
                  <a:lnTo>
                    <a:pt x="4854" y="99"/>
                  </a:lnTo>
                  <a:lnTo>
                    <a:pt x="4834" y="159"/>
                  </a:lnTo>
                  <a:lnTo>
                    <a:pt x="4834" y="159"/>
                  </a:lnTo>
                  <a:lnTo>
                    <a:pt x="4854" y="218"/>
                  </a:lnTo>
                  <a:lnTo>
                    <a:pt x="4874" y="258"/>
                  </a:lnTo>
                  <a:lnTo>
                    <a:pt x="4913" y="297"/>
                  </a:lnTo>
                  <a:lnTo>
                    <a:pt x="4973" y="317"/>
                  </a:lnTo>
                  <a:lnTo>
                    <a:pt x="4973" y="12956"/>
                  </a:lnTo>
                  <a:lnTo>
                    <a:pt x="3012" y="14918"/>
                  </a:lnTo>
                  <a:lnTo>
                    <a:pt x="3012" y="32014"/>
                  </a:lnTo>
                  <a:lnTo>
                    <a:pt x="0" y="35006"/>
                  </a:lnTo>
                  <a:lnTo>
                    <a:pt x="0" y="55965"/>
                  </a:lnTo>
                  <a:lnTo>
                    <a:pt x="80" y="55965"/>
                  </a:lnTo>
                  <a:lnTo>
                    <a:pt x="80" y="35045"/>
                  </a:lnTo>
                  <a:lnTo>
                    <a:pt x="3091" y="32034"/>
                  </a:lnTo>
                  <a:lnTo>
                    <a:pt x="3091" y="14957"/>
                  </a:lnTo>
                  <a:lnTo>
                    <a:pt x="5052" y="12996"/>
                  </a:lnTo>
                  <a:lnTo>
                    <a:pt x="5052" y="317"/>
                  </a:lnTo>
                  <a:lnTo>
                    <a:pt x="5052" y="317"/>
                  </a:lnTo>
                  <a:lnTo>
                    <a:pt x="5092" y="297"/>
                  </a:lnTo>
                  <a:lnTo>
                    <a:pt x="5131" y="258"/>
                  </a:lnTo>
                  <a:lnTo>
                    <a:pt x="5171" y="218"/>
                  </a:lnTo>
                  <a:lnTo>
                    <a:pt x="5171" y="159"/>
                  </a:lnTo>
                  <a:lnTo>
                    <a:pt x="5171" y="159"/>
                  </a:lnTo>
                  <a:lnTo>
                    <a:pt x="5171" y="99"/>
                  </a:lnTo>
                  <a:lnTo>
                    <a:pt x="5131" y="40"/>
                  </a:lnTo>
                  <a:lnTo>
                    <a:pt x="5072" y="0"/>
                  </a:lnTo>
                  <a:lnTo>
                    <a:pt x="5012"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8"/>
            <p:cNvSpPr/>
            <p:nvPr/>
          </p:nvSpPr>
          <p:spPr>
            <a:xfrm>
              <a:off x="747750" y="1264950"/>
              <a:ext cx="130275" cy="1169850"/>
            </a:xfrm>
            <a:custGeom>
              <a:avLst/>
              <a:gdLst/>
              <a:ahLst/>
              <a:cxnLst/>
              <a:rect l="l" t="t" r="r" b="b"/>
              <a:pathLst>
                <a:path w="5211" h="46794" extrusionOk="0">
                  <a:moveTo>
                    <a:pt x="5052" y="1"/>
                  </a:moveTo>
                  <a:lnTo>
                    <a:pt x="4973" y="20"/>
                  </a:lnTo>
                  <a:lnTo>
                    <a:pt x="4933" y="60"/>
                  </a:lnTo>
                  <a:lnTo>
                    <a:pt x="4893" y="100"/>
                  </a:lnTo>
                  <a:lnTo>
                    <a:pt x="4874" y="179"/>
                  </a:lnTo>
                  <a:lnTo>
                    <a:pt x="4874" y="218"/>
                  </a:lnTo>
                  <a:lnTo>
                    <a:pt x="4893" y="258"/>
                  </a:lnTo>
                  <a:lnTo>
                    <a:pt x="4953" y="317"/>
                  </a:lnTo>
                  <a:lnTo>
                    <a:pt x="4953" y="3349"/>
                  </a:lnTo>
                  <a:lnTo>
                    <a:pt x="2992" y="5310"/>
                  </a:lnTo>
                  <a:lnTo>
                    <a:pt x="2992" y="22882"/>
                  </a:lnTo>
                  <a:lnTo>
                    <a:pt x="0" y="25873"/>
                  </a:lnTo>
                  <a:lnTo>
                    <a:pt x="0" y="46793"/>
                  </a:lnTo>
                  <a:lnTo>
                    <a:pt x="99" y="46793"/>
                  </a:lnTo>
                  <a:lnTo>
                    <a:pt x="99" y="25913"/>
                  </a:lnTo>
                  <a:lnTo>
                    <a:pt x="3091" y="22921"/>
                  </a:lnTo>
                  <a:lnTo>
                    <a:pt x="3091" y="5349"/>
                  </a:lnTo>
                  <a:lnTo>
                    <a:pt x="5052" y="3388"/>
                  </a:lnTo>
                  <a:lnTo>
                    <a:pt x="5052" y="337"/>
                  </a:lnTo>
                  <a:lnTo>
                    <a:pt x="5111" y="317"/>
                  </a:lnTo>
                  <a:lnTo>
                    <a:pt x="5171" y="298"/>
                  </a:lnTo>
                  <a:lnTo>
                    <a:pt x="5191" y="238"/>
                  </a:lnTo>
                  <a:lnTo>
                    <a:pt x="5210" y="179"/>
                  </a:lnTo>
                  <a:lnTo>
                    <a:pt x="5191" y="100"/>
                  </a:lnTo>
                  <a:lnTo>
                    <a:pt x="5171" y="60"/>
                  </a:lnTo>
                  <a:lnTo>
                    <a:pt x="5111" y="20"/>
                  </a:lnTo>
                  <a:lnTo>
                    <a:pt x="5052"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8"/>
            <p:cNvSpPr/>
            <p:nvPr/>
          </p:nvSpPr>
          <p:spPr>
            <a:xfrm>
              <a:off x="747750" y="1264950"/>
              <a:ext cx="130275" cy="1169850"/>
            </a:xfrm>
            <a:custGeom>
              <a:avLst/>
              <a:gdLst/>
              <a:ahLst/>
              <a:cxnLst/>
              <a:rect l="l" t="t" r="r" b="b"/>
              <a:pathLst>
                <a:path w="5211" h="46794" fill="none" extrusionOk="0">
                  <a:moveTo>
                    <a:pt x="5052" y="1"/>
                  </a:moveTo>
                  <a:lnTo>
                    <a:pt x="5052" y="1"/>
                  </a:lnTo>
                  <a:lnTo>
                    <a:pt x="5052" y="1"/>
                  </a:lnTo>
                  <a:lnTo>
                    <a:pt x="5052" y="1"/>
                  </a:lnTo>
                  <a:lnTo>
                    <a:pt x="4973" y="20"/>
                  </a:lnTo>
                  <a:lnTo>
                    <a:pt x="4933" y="60"/>
                  </a:lnTo>
                  <a:lnTo>
                    <a:pt x="4893" y="100"/>
                  </a:lnTo>
                  <a:lnTo>
                    <a:pt x="4874" y="179"/>
                  </a:lnTo>
                  <a:lnTo>
                    <a:pt x="4874" y="179"/>
                  </a:lnTo>
                  <a:lnTo>
                    <a:pt x="4874" y="218"/>
                  </a:lnTo>
                  <a:lnTo>
                    <a:pt x="4893" y="258"/>
                  </a:lnTo>
                  <a:lnTo>
                    <a:pt x="4953" y="317"/>
                  </a:lnTo>
                  <a:lnTo>
                    <a:pt x="4953" y="3349"/>
                  </a:lnTo>
                  <a:lnTo>
                    <a:pt x="2992" y="5310"/>
                  </a:lnTo>
                  <a:lnTo>
                    <a:pt x="2992" y="22882"/>
                  </a:lnTo>
                  <a:lnTo>
                    <a:pt x="0" y="25873"/>
                  </a:lnTo>
                  <a:lnTo>
                    <a:pt x="0" y="46793"/>
                  </a:lnTo>
                  <a:lnTo>
                    <a:pt x="99" y="46793"/>
                  </a:lnTo>
                  <a:lnTo>
                    <a:pt x="99" y="25913"/>
                  </a:lnTo>
                  <a:lnTo>
                    <a:pt x="3091" y="22921"/>
                  </a:lnTo>
                  <a:lnTo>
                    <a:pt x="3091" y="5349"/>
                  </a:lnTo>
                  <a:lnTo>
                    <a:pt x="5052" y="3388"/>
                  </a:lnTo>
                  <a:lnTo>
                    <a:pt x="5052" y="337"/>
                  </a:lnTo>
                  <a:lnTo>
                    <a:pt x="5052" y="337"/>
                  </a:lnTo>
                  <a:lnTo>
                    <a:pt x="5111" y="317"/>
                  </a:lnTo>
                  <a:lnTo>
                    <a:pt x="5171" y="298"/>
                  </a:lnTo>
                  <a:lnTo>
                    <a:pt x="5191" y="238"/>
                  </a:lnTo>
                  <a:lnTo>
                    <a:pt x="5210" y="179"/>
                  </a:lnTo>
                  <a:lnTo>
                    <a:pt x="5210" y="179"/>
                  </a:lnTo>
                  <a:lnTo>
                    <a:pt x="5191" y="100"/>
                  </a:lnTo>
                  <a:lnTo>
                    <a:pt x="5171" y="60"/>
                  </a:lnTo>
                  <a:lnTo>
                    <a:pt x="5111" y="20"/>
                  </a:lnTo>
                  <a:lnTo>
                    <a:pt x="5052"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6" name="Google Shape;686;p8"/>
          <p:cNvGrpSpPr/>
          <p:nvPr/>
        </p:nvGrpSpPr>
        <p:grpSpPr>
          <a:xfrm>
            <a:off x="-990008" y="4254685"/>
            <a:ext cx="2638315" cy="4402295"/>
            <a:chOff x="238125" y="1025750"/>
            <a:chExt cx="844450" cy="1409050"/>
          </a:xfrm>
        </p:grpSpPr>
        <p:sp>
          <p:nvSpPr>
            <p:cNvPr id="687" name="Google Shape;687;p8"/>
            <p:cNvSpPr/>
            <p:nvPr/>
          </p:nvSpPr>
          <p:spPr>
            <a:xfrm>
              <a:off x="1028550" y="1271875"/>
              <a:ext cx="54025" cy="1162925"/>
            </a:xfrm>
            <a:custGeom>
              <a:avLst/>
              <a:gdLst/>
              <a:ahLst/>
              <a:cxnLst/>
              <a:rect l="l" t="t" r="r" b="b"/>
              <a:pathLst>
                <a:path w="2161" h="46517" extrusionOk="0">
                  <a:moveTo>
                    <a:pt x="159" y="1"/>
                  </a:moveTo>
                  <a:lnTo>
                    <a:pt x="100" y="21"/>
                  </a:lnTo>
                  <a:lnTo>
                    <a:pt x="41" y="60"/>
                  </a:lnTo>
                  <a:lnTo>
                    <a:pt x="1" y="100"/>
                  </a:lnTo>
                  <a:lnTo>
                    <a:pt x="1" y="179"/>
                  </a:lnTo>
                  <a:lnTo>
                    <a:pt x="1" y="219"/>
                  </a:lnTo>
                  <a:lnTo>
                    <a:pt x="41" y="278"/>
                  </a:lnTo>
                  <a:lnTo>
                    <a:pt x="80" y="298"/>
                  </a:lnTo>
                  <a:lnTo>
                    <a:pt x="120" y="338"/>
                  </a:lnTo>
                  <a:lnTo>
                    <a:pt x="120" y="4478"/>
                  </a:lnTo>
                  <a:lnTo>
                    <a:pt x="2081" y="6439"/>
                  </a:lnTo>
                  <a:lnTo>
                    <a:pt x="2081" y="46516"/>
                  </a:lnTo>
                  <a:lnTo>
                    <a:pt x="2160" y="46516"/>
                  </a:lnTo>
                  <a:lnTo>
                    <a:pt x="2160" y="6400"/>
                  </a:lnTo>
                  <a:lnTo>
                    <a:pt x="199" y="4438"/>
                  </a:lnTo>
                  <a:lnTo>
                    <a:pt x="199" y="338"/>
                  </a:lnTo>
                  <a:lnTo>
                    <a:pt x="258" y="298"/>
                  </a:lnTo>
                  <a:lnTo>
                    <a:pt x="298" y="278"/>
                  </a:lnTo>
                  <a:lnTo>
                    <a:pt x="318" y="219"/>
                  </a:lnTo>
                  <a:lnTo>
                    <a:pt x="338" y="179"/>
                  </a:lnTo>
                  <a:lnTo>
                    <a:pt x="318" y="100"/>
                  </a:lnTo>
                  <a:lnTo>
                    <a:pt x="278" y="60"/>
                  </a:lnTo>
                  <a:lnTo>
                    <a:pt x="239" y="21"/>
                  </a:lnTo>
                  <a:lnTo>
                    <a:pt x="159"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8"/>
            <p:cNvSpPr/>
            <p:nvPr/>
          </p:nvSpPr>
          <p:spPr>
            <a:xfrm>
              <a:off x="1028550" y="1271875"/>
              <a:ext cx="54025" cy="1162925"/>
            </a:xfrm>
            <a:custGeom>
              <a:avLst/>
              <a:gdLst/>
              <a:ahLst/>
              <a:cxnLst/>
              <a:rect l="l" t="t" r="r" b="b"/>
              <a:pathLst>
                <a:path w="2161" h="46517" fill="none" extrusionOk="0">
                  <a:moveTo>
                    <a:pt x="159" y="1"/>
                  </a:moveTo>
                  <a:lnTo>
                    <a:pt x="159" y="1"/>
                  </a:lnTo>
                  <a:lnTo>
                    <a:pt x="100" y="21"/>
                  </a:lnTo>
                  <a:lnTo>
                    <a:pt x="41" y="60"/>
                  </a:lnTo>
                  <a:lnTo>
                    <a:pt x="1" y="100"/>
                  </a:lnTo>
                  <a:lnTo>
                    <a:pt x="1" y="179"/>
                  </a:lnTo>
                  <a:lnTo>
                    <a:pt x="1" y="179"/>
                  </a:lnTo>
                  <a:lnTo>
                    <a:pt x="1" y="219"/>
                  </a:lnTo>
                  <a:lnTo>
                    <a:pt x="41" y="278"/>
                  </a:lnTo>
                  <a:lnTo>
                    <a:pt x="80" y="298"/>
                  </a:lnTo>
                  <a:lnTo>
                    <a:pt x="120" y="338"/>
                  </a:lnTo>
                  <a:lnTo>
                    <a:pt x="120" y="4478"/>
                  </a:lnTo>
                  <a:lnTo>
                    <a:pt x="2081" y="6439"/>
                  </a:lnTo>
                  <a:lnTo>
                    <a:pt x="2081" y="46516"/>
                  </a:lnTo>
                  <a:lnTo>
                    <a:pt x="2160" y="46516"/>
                  </a:lnTo>
                  <a:lnTo>
                    <a:pt x="2160" y="6400"/>
                  </a:lnTo>
                  <a:lnTo>
                    <a:pt x="199" y="4438"/>
                  </a:lnTo>
                  <a:lnTo>
                    <a:pt x="199" y="338"/>
                  </a:lnTo>
                  <a:lnTo>
                    <a:pt x="199" y="338"/>
                  </a:lnTo>
                  <a:lnTo>
                    <a:pt x="258" y="298"/>
                  </a:lnTo>
                  <a:lnTo>
                    <a:pt x="298" y="278"/>
                  </a:lnTo>
                  <a:lnTo>
                    <a:pt x="318" y="219"/>
                  </a:lnTo>
                  <a:lnTo>
                    <a:pt x="338" y="179"/>
                  </a:lnTo>
                  <a:lnTo>
                    <a:pt x="338" y="179"/>
                  </a:lnTo>
                  <a:lnTo>
                    <a:pt x="318" y="100"/>
                  </a:lnTo>
                  <a:lnTo>
                    <a:pt x="278" y="60"/>
                  </a:lnTo>
                  <a:lnTo>
                    <a:pt x="239" y="21"/>
                  </a:lnTo>
                  <a:lnTo>
                    <a:pt x="159"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8"/>
            <p:cNvSpPr/>
            <p:nvPr/>
          </p:nvSpPr>
          <p:spPr>
            <a:xfrm>
              <a:off x="333700" y="1515050"/>
              <a:ext cx="54500" cy="919750"/>
            </a:xfrm>
            <a:custGeom>
              <a:avLst/>
              <a:gdLst/>
              <a:ahLst/>
              <a:cxnLst/>
              <a:rect l="l" t="t" r="r" b="b"/>
              <a:pathLst>
                <a:path w="2180" h="36790" extrusionOk="0">
                  <a:moveTo>
                    <a:pt x="2021" y="1"/>
                  </a:moveTo>
                  <a:lnTo>
                    <a:pt x="1942" y="21"/>
                  </a:lnTo>
                  <a:lnTo>
                    <a:pt x="1902" y="60"/>
                  </a:lnTo>
                  <a:lnTo>
                    <a:pt x="1863" y="100"/>
                  </a:lnTo>
                  <a:lnTo>
                    <a:pt x="1843" y="179"/>
                  </a:lnTo>
                  <a:lnTo>
                    <a:pt x="1863" y="239"/>
                  </a:lnTo>
                  <a:lnTo>
                    <a:pt x="1882" y="278"/>
                  </a:lnTo>
                  <a:lnTo>
                    <a:pt x="1922" y="318"/>
                  </a:lnTo>
                  <a:lnTo>
                    <a:pt x="1962" y="338"/>
                  </a:lnTo>
                  <a:lnTo>
                    <a:pt x="1962" y="4458"/>
                  </a:lnTo>
                  <a:lnTo>
                    <a:pt x="0" y="6420"/>
                  </a:lnTo>
                  <a:lnTo>
                    <a:pt x="0" y="36789"/>
                  </a:lnTo>
                  <a:lnTo>
                    <a:pt x="100" y="36789"/>
                  </a:lnTo>
                  <a:lnTo>
                    <a:pt x="100" y="6439"/>
                  </a:lnTo>
                  <a:lnTo>
                    <a:pt x="2061" y="4478"/>
                  </a:lnTo>
                  <a:lnTo>
                    <a:pt x="2061" y="338"/>
                  </a:lnTo>
                  <a:lnTo>
                    <a:pt x="2100" y="318"/>
                  </a:lnTo>
                  <a:lnTo>
                    <a:pt x="2140" y="278"/>
                  </a:lnTo>
                  <a:lnTo>
                    <a:pt x="2180" y="239"/>
                  </a:lnTo>
                  <a:lnTo>
                    <a:pt x="2180" y="179"/>
                  </a:lnTo>
                  <a:lnTo>
                    <a:pt x="2160" y="120"/>
                  </a:lnTo>
                  <a:lnTo>
                    <a:pt x="2140" y="60"/>
                  </a:lnTo>
                  <a:lnTo>
                    <a:pt x="2081" y="21"/>
                  </a:lnTo>
                  <a:lnTo>
                    <a:pt x="2021"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8"/>
            <p:cNvSpPr/>
            <p:nvPr/>
          </p:nvSpPr>
          <p:spPr>
            <a:xfrm>
              <a:off x="333700" y="1515050"/>
              <a:ext cx="54500" cy="919750"/>
            </a:xfrm>
            <a:custGeom>
              <a:avLst/>
              <a:gdLst/>
              <a:ahLst/>
              <a:cxnLst/>
              <a:rect l="l" t="t" r="r" b="b"/>
              <a:pathLst>
                <a:path w="2180" h="36790" fill="none" extrusionOk="0">
                  <a:moveTo>
                    <a:pt x="2021" y="1"/>
                  </a:moveTo>
                  <a:lnTo>
                    <a:pt x="2021" y="1"/>
                  </a:lnTo>
                  <a:lnTo>
                    <a:pt x="1942" y="21"/>
                  </a:lnTo>
                  <a:lnTo>
                    <a:pt x="1902" y="60"/>
                  </a:lnTo>
                  <a:lnTo>
                    <a:pt x="1863" y="100"/>
                  </a:lnTo>
                  <a:lnTo>
                    <a:pt x="1843" y="179"/>
                  </a:lnTo>
                  <a:lnTo>
                    <a:pt x="1843" y="179"/>
                  </a:lnTo>
                  <a:lnTo>
                    <a:pt x="1863" y="239"/>
                  </a:lnTo>
                  <a:lnTo>
                    <a:pt x="1882" y="278"/>
                  </a:lnTo>
                  <a:lnTo>
                    <a:pt x="1922" y="318"/>
                  </a:lnTo>
                  <a:lnTo>
                    <a:pt x="1962" y="338"/>
                  </a:lnTo>
                  <a:lnTo>
                    <a:pt x="1962" y="4458"/>
                  </a:lnTo>
                  <a:lnTo>
                    <a:pt x="0" y="6420"/>
                  </a:lnTo>
                  <a:lnTo>
                    <a:pt x="0" y="36789"/>
                  </a:lnTo>
                  <a:lnTo>
                    <a:pt x="100" y="36789"/>
                  </a:lnTo>
                  <a:lnTo>
                    <a:pt x="100" y="6439"/>
                  </a:lnTo>
                  <a:lnTo>
                    <a:pt x="2061" y="4478"/>
                  </a:lnTo>
                  <a:lnTo>
                    <a:pt x="2061" y="338"/>
                  </a:lnTo>
                  <a:lnTo>
                    <a:pt x="2061" y="338"/>
                  </a:lnTo>
                  <a:lnTo>
                    <a:pt x="2100" y="318"/>
                  </a:lnTo>
                  <a:lnTo>
                    <a:pt x="2140" y="278"/>
                  </a:lnTo>
                  <a:lnTo>
                    <a:pt x="2180" y="239"/>
                  </a:lnTo>
                  <a:lnTo>
                    <a:pt x="2180" y="179"/>
                  </a:lnTo>
                  <a:lnTo>
                    <a:pt x="2180" y="179"/>
                  </a:lnTo>
                  <a:lnTo>
                    <a:pt x="2160" y="120"/>
                  </a:lnTo>
                  <a:lnTo>
                    <a:pt x="2140" y="60"/>
                  </a:lnTo>
                  <a:lnTo>
                    <a:pt x="2081" y="21"/>
                  </a:lnTo>
                  <a:lnTo>
                    <a:pt x="2021"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8"/>
            <p:cNvSpPr/>
            <p:nvPr/>
          </p:nvSpPr>
          <p:spPr>
            <a:xfrm>
              <a:off x="238125" y="1088150"/>
              <a:ext cx="76275" cy="1346650"/>
            </a:xfrm>
            <a:custGeom>
              <a:avLst/>
              <a:gdLst/>
              <a:ahLst/>
              <a:cxnLst/>
              <a:rect l="l" t="t" r="r" b="b"/>
              <a:pathLst>
                <a:path w="3051" h="53866" extrusionOk="0">
                  <a:moveTo>
                    <a:pt x="1525" y="0"/>
                  </a:moveTo>
                  <a:lnTo>
                    <a:pt x="1466" y="20"/>
                  </a:lnTo>
                  <a:lnTo>
                    <a:pt x="1407" y="60"/>
                  </a:lnTo>
                  <a:lnTo>
                    <a:pt x="1367" y="119"/>
                  </a:lnTo>
                  <a:lnTo>
                    <a:pt x="1367" y="178"/>
                  </a:lnTo>
                  <a:lnTo>
                    <a:pt x="1367" y="238"/>
                  </a:lnTo>
                  <a:lnTo>
                    <a:pt x="1407" y="277"/>
                  </a:lnTo>
                  <a:lnTo>
                    <a:pt x="1446" y="317"/>
                  </a:lnTo>
                  <a:lnTo>
                    <a:pt x="1506" y="337"/>
                  </a:lnTo>
                  <a:lnTo>
                    <a:pt x="1506" y="19731"/>
                  </a:lnTo>
                  <a:lnTo>
                    <a:pt x="198" y="21039"/>
                  </a:lnTo>
                  <a:lnTo>
                    <a:pt x="198" y="5488"/>
                  </a:lnTo>
                  <a:lnTo>
                    <a:pt x="258" y="5468"/>
                  </a:lnTo>
                  <a:lnTo>
                    <a:pt x="297" y="5428"/>
                  </a:lnTo>
                  <a:lnTo>
                    <a:pt x="317" y="5389"/>
                  </a:lnTo>
                  <a:lnTo>
                    <a:pt x="317" y="5329"/>
                  </a:lnTo>
                  <a:lnTo>
                    <a:pt x="317" y="5270"/>
                  </a:lnTo>
                  <a:lnTo>
                    <a:pt x="277" y="5210"/>
                  </a:lnTo>
                  <a:lnTo>
                    <a:pt x="218" y="5171"/>
                  </a:lnTo>
                  <a:lnTo>
                    <a:pt x="99" y="5171"/>
                  </a:lnTo>
                  <a:lnTo>
                    <a:pt x="40" y="5210"/>
                  </a:lnTo>
                  <a:lnTo>
                    <a:pt x="0" y="5270"/>
                  </a:lnTo>
                  <a:lnTo>
                    <a:pt x="0" y="5329"/>
                  </a:lnTo>
                  <a:lnTo>
                    <a:pt x="0" y="5389"/>
                  </a:lnTo>
                  <a:lnTo>
                    <a:pt x="20" y="5428"/>
                  </a:lnTo>
                  <a:lnTo>
                    <a:pt x="59" y="5468"/>
                  </a:lnTo>
                  <a:lnTo>
                    <a:pt x="119" y="5488"/>
                  </a:lnTo>
                  <a:lnTo>
                    <a:pt x="119" y="33975"/>
                  </a:lnTo>
                  <a:lnTo>
                    <a:pt x="1882" y="35738"/>
                  </a:lnTo>
                  <a:lnTo>
                    <a:pt x="1882" y="53865"/>
                  </a:lnTo>
                  <a:lnTo>
                    <a:pt x="1961" y="53865"/>
                  </a:lnTo>
                  <a:lnTo>
                    <a:pt x="1961" y="35719"/>
                  </a:lnTo>
                  <a:lnTo>
                    <a:pt x="198" y="33936"/>
                  </a:lnTo>
                  <a:lnTo>
                    <a:pt x="198" y="30370"/>
                  </a:lnTo>
                  <a:lnTo>
                    <a:pt x="1466" y="29102"/>
                  </a:lnTo>
                  <a:lnTo>
                    <a:pt x="1506" y="29102"/>
                  </a:lnTo>
                  <a:lnTo>
                    <a:pt x="1545" y="29122"/>
                  </a:lnTo>
                  <a:lnTo>
                    <a:pt x="1624" y="29102"/>
                  </a:lnTo>
                  <a:lnTo>
                    <a:pt x="1664" y="29062"/>
                  </a:lnTo>
                  <a:lnTo>
                    <a:pt x="1704" y="29023"/>
                  </a:lnTo>
                  <a:lnTo>
                    <a:pt x="1724" y="28943"/>
                  </a:lnTo>
                  <a:lnTo>
                    <a:pt x="1704" y="28884"/>
                  </a:lnTo>
                  <a:lnTo>
                    <a:pt x="1664" y="28825"/>
                  </a:lnTo>
                  <a:lnTo>
                    <a:pt x="1624" y="28805"/>
                  </a:lnTo>
                  <a:lnTo>
                    <a:pt x="1545" y="28785"/>
                  </a:lnTo>
                  <a:lnTo>
                    <a:pt x="1486" y="28805"/>
                  </a:lnTo>
                  <a:lnTo>
                    <a:pt x="1426" y="28825"/>
                  </a:lnTo>
                  <a:lnTo>
                    <a:pt x="1407" y="28884"/>
                  </a:lnTo>
                  <a:lnTo>
                    <a:pt x="1387" y="28943"/>
                  </a:lnTo>
                  <a:lnTo>
                    <a:pt x="1387" y="29003"/>
                  </a:lnTo>
                  <a:lnTo>
                    <a:pt x="1407" y="29042"/>
                  </a:lnTo>
                  <a:lnTo>
                    <a:pt x="198" y="30251"/>
                  </a:lnTo>
                  <a:lnTo>
                    <a:pt x="198" y="23119"/>
                  </a:lnTo>
                  <a:lnTo>
                    <a:pt x="2932" y="20385"/>
                  </a:lnTo>
                  <a:lnTo>
                    <a:pt x="2932" y="12481"/>
                  </a:lnTo>
                  <a:lnTo>
                    <a:pt x="2991" y="12461"/>
                  </a:lnTo>
                  <a:lnTo>
                    <a:pt x="3031" y="12421"/>
                  </a:lnTo>
                  <a:lnTo>
                    <a:pt x="3051" y="12382"/>
                  </a:lnTo>
                  <a:lnTo>
                    <a:pt x="3051" y="12322"/>
                  </a:lnTo>
                  <a:lnTo>
                    <a:pt x="3051" y="12263"/>
                  </a:lnTo>
                  <a:lnTo>
                    <a:pt x="3011" y="12203"/>
                  </a:lnTo>
                  <a:lnTo>
                    <a:pt x="2952" y="12164"/>
                  </a:lnTo>
                  <a:lnTo>
                    <a:pt x="2833" y="12164"/>
                  </a:lnTo>
                  <a:lnTo>
                    <a:pt x="2774" y="12203"/>
                  </a:lnTo>
                  <a:lnTo>
                    <a:pt x="2734" y="12263"/>
                  </a:lnTo>
                  <a:lnTo>
                    <a:pt x="2734" y="12322"/>
                  </a:lnTo>
                  <a:lnTo>
                    <a:pt x="2734" y="12382"/>
                  </a:lnTo>
                  <a:lnTo>
                    <a:pt x="2754" y="12421"/>
                  </a:lnTo>
                  <a:lnTo>
                    <a:pt x="2793" y="12461"/>
                  </a:lnTo>
                  <a:lnTo>
                    <a:pt x="2853" y="12481"/>
                  </a:lnTo>
                  <a:lnTo>
                    <a:pt x="2853" y="20346"/>
                  </a:lnTo>
                  <a:lnTo>
                    <a:pt x="198" y="23000"/>
                  </a:lnTo>
                  <a:lnTo>
                    <a:pt x="198" y="21158"/>
                  </a:lnTo>
                  <a:lnTo>
                    <a:pt x="1585" y="19771"/>
                  </a:lnTo>
                  <a:lnTo>
                    <a:pt x="1585" y="337"/>
                  </a:lnTo>
                  <a:lnTo>
                    <a:pt x="1624" y="317"/>
                  </a:lnTo>
                  <a:lnTo>
                    <a:pt x="1664" y="277"/>
                  </a:lnTo>
                  <a:lnTo>
                    <a:pt x="1684" y="238"/>
                  </a:lnTo>
                  <a:lnTo>
                    <a:pt x="1684" y="178"/>
                  </a:lnTo>
                  <a:lnTo>
                    <a:pt x="1684" y="119"/>
                  </a:lnTo>
                  <a:lnTo>
                    <a:pt x="1644" y="60"/>
                  </a:lnTo>
                  <a:lnTo>
                    <a:pt x="1585" y="20"/>
                  </a:lnTo>
                  <a:lnTo>
                    <a:pt x="1525"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8"/>
            <p:cNvSpPr/>
            <p:nvPr/>
          </p:nvSpPr>
          <p:spPr>
            <a:xfrm>
              <a:off x="238125" y="1088150"/>
              <a:ext cx="76275" cy="1346650"/>
            </a:xfrm>
            <a:custGeom>
              <a:avLst/>
              <a:gdLst/>
              <a:ahLst/>
              <a:cxnLst/>
              <a:rect l="l" t="t" r="r" b="b"/>
              <a:pathLst>
                <a:path w="3051" h="53866" fill="none" extrusionOk="0">
                  <a:moveTo>
                    <a:pt x="1525" y="0"/>
                  </a:moveTo>
                  <a:lnTo>
                    <a:pt x="1525" y="0"/>
                  </a:lnTo>
                  <a:lnTo>
                    <a:pt x="1466" y="20"/>
                  </a:lnTo>
                  <a:lnTo>
                    <a:pt x="1407" y="60"/>
                  </a:lnTo>
                  <a:lnTo>
                    <a:pt x="1367" y="119"/>
                  </a:lnTo>
                  <a:lnTo>
                    <a:pt x="1367" y="178"/>
                  </a:lnTo>
                  <a:lnTo>
                    <a:pt x="1367" y="178"/>
                  </a:lnTo>
                  <a:lnTo>
                    <a:pt x="1367" y="238"/>
                  </a:lnTo>
                  <a:lnTo>
                    <a:pt x="1407" y="277"/>
                  </a:lnTo>
                  <a:lnTo>
                    <a:pt x="1446" y="317"/>
                  </a:lnTo>
                  <a:lnTo>
                    <a:pt x="1506" y="337"/>
                  </a:lnTo>
                  <a:lnTo>
                    <a:pt x="1506" y="19731"/>
                  </a:lnTo>
                  <a:lnTo>
                    <a:pt x="198" y="21039"/>
                  </a:lnTo>
                  <a:lnTo>
                    <a:pt x="198" y="5488"/>
                  </a:lnTo>
                  <a:lnTo>
                    <a:pt x="198" y="5488"/>
                  </a:lnTo>
                  <a:lnTo>
                    <a:pt x="258" y="5468"/>
                  </a:lnTo>
                  <a:lnTo>
                    <a:pt x="297" y="5428"/>
                  </a:lnTo>
                  <a:lnTo>
                    <a:pt x="317" y="5389"/>
                  </a:lnTo>
                  <a:lnTo>
                    <a:pt x="317" y="5329"/>
                  </a:lnTo>
                  <a:lnTo>
                    <a:pt x="317" y="5329"/>
                  </a:lnTo>
                  <a:lnTo>
                    <a:pt x="317" y="5270"/>
                  </a:lnTo>
                  <a:lnTo>
                    <a:pt x="277" y="5210"/>
                  </a:lnTo>
                  <a:lnTo>
                    <a:pt x="218" y="5171"/>
                  </a:lnTo>
                  <a:lnTo>
                    <a:pt x="158" y="5171"/>
                  </a:lnTo>
                  <a:lnTo>
                    <a:pt x="158" y="5171"/>
                  </a:lnTo>
                  <a:lnTo>
                    <a:pt x="99" y="5171"/>
                  </a:lnTo>
                  <a:lnTo>
                    <a:pt x="40" y="5210"/>
                  </a:lnTo>
                  <a:lnTo>
                    <a:pt x="0" y="5270"/>
                  </a:lnTo>
                  <a:lnTo>
                    <a:pt x="0" y="5329"/>
                  </a:lnTo>
                  <a:lnTo>
                    <a:pt x="0" y="5329"/>
                  </a:lnTo>
                  <a:lnTo>
                    <a:pt x="0" y="5389"/>
                  </a:lnTo>
                  <a:lnTo>
                    <a:pt x="20" y="5428"/>
                  </a:lnTo>
                  <a:lnTo>
                    <a:pt x="59" y="5468"/>
                  </a:lnTo>
                  <a:lnTo>
                    <a:pt x="119" y="5488"/>
                  </a:lnTo>
                  <a:lnTo>
                    <a:pt x="119" y="33975"/>
                  </a:lnTo>
                  <a:lnTo>
                    <a:pt x="1882" y="35738"/>
                  </a:lnTo>
                  <a:lnTo>
                    <a:pt x="1882" y="53865"/>
                  </a:lnTo>
                  <a:lnTo>
                    <a:pt x="1961" y="53865"/>
                  </a:lnTo>
                  <a:lnTo>
                    <a:pt x="1961" y="35719"/>
                  </a:lnTo>
                  <a:lnTo>
                    <a:pt x="198" y="33936"/>
                  </a:lnTo>
                  <a:lnTo>
                    <a:pt x="198" y="30370"/>
                  </a:lnTo>
                  <a:lnTo>
                    <a:pt x="1466" y="29102"/>
                  </a:lnTo>
                  <a:lnTo>
                    <a:pt x="1466" y="29102"/>
                  </a:lnTo>
                  <a:lnTo>
                    <a:pt x="1506" y="29102"/>
                  </a:lnTo>
                  <a:lnTo>
                    <a:pt x="1545" y="29122"/>
                  </a:lnTo>
                  <a:lnTo>
                    <a:pt x="1545" y="29122"/>
                  </a:lnTo>
                  <a:lnTo>
                    <a:pt x="1624" y="29102"/>
                  </a:lnTo>
                  <a:lnTo>
                    <a:pt x="1664" y="29062"/>
                  </a:lnTo>
                  <a:lnTo>
                    <a:pt x="1704" y="29023"/>
                  </a:lnTo>
                  <a:lnTo>
                    <a:pt x="1724" y="28943"/>
                  </a:lnTo>
                  <a:lnTo>
                    <a:pt x="1724" y="28943"/>
                  </a:lnTo>
                  <a:lnTo>
                    <a:pt x="1704" y="28884"/>
                  </a:lnTo>
                  <a:lnTo>
                    <a:pt x="1664" y="28825"/>
                  </a:lnTo>
                  <a:lnTo>
                    <a:pt x="1624" y="28805"/>
                  </a:lnTo>
                  <a:lnTo>
                    <a:pt x="1545" y="28785"/>
                  </a:lnTo>
                  <a:lnTo>
                    <a:pt x="1545" y="28785"/>
                  </a:lnTo>
                  <a:lnTo>
                    <a:pt x="1486" y="28805"/>
                  </a:lnTo>
                  <a:lnTo>
                    <a:pt x="1426" y="28825"/>
                  </a:lnTo>
                  <a:lnTo>
                    <a:pt x="1407" y="28884"/>
                  </a:lnTo>
                  <a:lnTo>
                    <a:pt x="1387" y="28943"/>
                  </a:lnTo>
                  <a:lnTo>
                    <a:pt x="1387" y="28943"/>
                  </a:lnTo>
                  <a:lnTo>
                    <a:pt x="1387" y="29003"/>
                  </a:lnTo>
                  <a:lnTo>
                    <a:pt x="1407" y="29042"/>
                  </a:lnTo>
                  <a:lnTo>
                    <a:pt x="198" y="30251"/>
                  </a:lnTo>
                  <a:lnTo>
                    <a:pt x="198" y="23119"/>
                  </a:lnTo>
                  <a:lnTo>
                    <a:pt x="2932" y="20385"/>
                  </a:lnTo>
                  <a:lnTo>
                    <a:pt x="2932" y="12481"/>
                  </a:lnTo>
                  <a:lnTo>
                    <a:pt x="2932" y="12481"/>
                  </a:lnTo>
                  <a:lnTo>
                    <a:pt x="2991" y="12461"/>
                  </a:lnTo>
                  <a:lnTo>
                    <a:pt x="3031" y="12421"/>
                  </a:lnTo>
                  <a:lnTo>
                    <a:pt x="3051" y="12382"/>
                  </a:lnTo>
                  <a:lnTo>
                    <a:pt x="3051" y="12322"/>
                  </a:lnTo>
                  <a:lnTo>
                    <a:pt x="3051" y="12322"/>
                  </a:lnTo>
                  <a:lnTo>
                    <a:pt x="3051" y="12263"/>
                  </a:lnTo>
                  <a:lnTo>
                    <a:pt x="3011" y="12203"/>
                  </a:lnTo>
                  <a:lnTo>
                    <a:pt x="2952" y="12164"/>
                  </a:lnTo>
                  <a:lnTo>
                    <a:pt x="2892" y="12164"/>
                  </a:lnTo>
                  <a:lnTo>
                    <a:pt x="2892" y="12164"/>
                  </a:lnTo>
                  <a:lnTo>
                    <a:pt x="2892" y="12164"/>
                  </a:lnTo>
                  <a:lnTo>
                    <a:pt x="2892" y="12164"/>
                  </a:lnTo>
                  <a:lnTo>
                    <a:pt x="2833" y="12164"/>
                  </a:lnTo>
                  <a:lnTo>
                    <a:pt x="2774" y="12203"/>
                  </a:lnTo>
                  <a:lnTo>
                    <a:pt x="2734" y="12263"/>
                  </a:lnTo>
                  <a:lnTo>
                    <a:pt x="2734" y="12322"/>
                  </a:lnTo>
                  <a:lnTo>
                    <a:pt x="2734" y="12322"/>
                  </a:lnTo>
                  <a:lnTo>
                    <a:pt x="2734" y="12382"/>
                  </a:lnTo>
                  <a:lnTo>
                    <a:pt x="2754" y="12421"/>
                  </a:lnTo>
                  <a:lnTo>
                    <a:pt x="2793" y="12461"/>
                  </a:lnTo>
                  <a:lnTo>
                    <a:pt x="2853" y="12481"/>
                  </a:lnTo>
                  <a:lnTo>
                    <a:pt x="2853" y="20346"/>
                  </a:lnTo>
                  <a:lnTo>
                    <a:pt x="198" y="23000"/>
                  </a:lnTo>
                  <a:lnTo>
                    <a:pt x="198" y="21158"/>
                  </a:lnTo>
                  <a:lnTo>
                    <a:pt x="1585" y="19771"/>
                  </a:lnTo>
                  <a:lnTo>
                    <a:pt x="1585" y="337"/>
                  </a:lnTo>
                  <a:lnTo>
                    <a:pt x="1585" y="337"/>
                  </a:lnTo>
                  <a:lnTo>
                    <a:pt x="1624" y="317"/>
                  </a:lnTo>
                  <a:lnTo>
                    <a:pt x="1664" y="277"/>
                  </a:lnTo>
                  <a:lnTo>
                    <a:pt x="1684" y="238"/>
                  </a:lnTo>
                  <a:lnTo>
                    <a:pt x="1684" y="178"/>
                  </a:lnTo>
                  <a:lnTo>
                    <a:pt x="1684" y="178"/>
                  </a:lnTo>
                  <a:lnTo>
                    <a:pt x="1684" y="119"/>
                  </a:lnTo>
                  <a:lnTo>
                    <a:pt x="1644" y="60"/>
                  </a:lnTo>
                  <a:lnTo>
                    <a:pt x="1585" y="20"/>
                  </a:lnTo>
                  <a:lnTo>
                    <a:pt x="1525"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8"/>
            <p:cNvSpPr/>
            <p:nvPr/>
          </p:nvSpPr>
          <p:spPr>
            <a:xfrm>
              <a:off x="979525" y="1078725"/>
              <a:ext cx="54025" cy="1356075"/>
            </a:xfrm>
            <a:custGeom>
              <a:avLst/>
              <a:gdLst/>
              <a:ahLst/>
              <a:cxnLst/>
              <a:rect l="l" t="t" r="r" b="b"/>
              <a:pathLst>
                <a:path w="2161" h="54243" extrusionOk="0">
                  <a:moveTo>
                    <a:pt x="159" y="1"/>
                  </a:moveTo>
                  <a:lnTo>
                    <a:pt x="100" y="21"/>
                  </a:lnTo>
                  <a:lnTo>
                    <a:pt x="40" y="60"/>
                  </a:lnTo>
                  <a:lnTo>
                    <a:pt x="1" y="120"/>
                  </a:lnTo>
                  <a:lnTo>
                    <a:pt x="1" y="179"/>
                  </a:lnTo>
                  <a:lnTo>
                    <a:pt x="1" y="238"/>
                  </a:lnTo>
                  <a:lnTo>
                    <a:pt x="40" y="278"/>
                  </a:lnTo>
                  <a:lnTo>
                    <a:pt x="80" y="318"/>
                  </a:lnTo>
                  <a:lnTo>
                    <a:pt x="120" y="338"/>
                  </a:lnTo>
                  <a:lnTo>
                    <a:pt x="120" y="12996"/>
                  </a:lnTo>
                  <a:lnTo>
                    <a:pt x="2081" y="14958"/>
                  </a:lnTo>
                  <a:lnTo>
                    <a:pt x="2081" y="54242"/>
                  </a:lnTo>
                  <a:lnTo>
                    <a:pt x="2160" y="54242"/>
                  </a:lnTo>
                  <a:lnTo>
                    <a:pt x="2160" y="14938"/>
                  </a:lnTo>
                  <a:lnTo>
                    <a:pt x="199" y="12977"/>
                  </a:lnTo>
                  <a:lnTo>
                    <a:pt x="199" y="338"/>
                  </a:lnTo>
                  <a:lnTo>
                    <a:pt x="258" y="318"/>
                  </a:lnTo>
                  <a:lnTo>
                    <a:pt x="298" y="278"/>
                  </a:lnTo>
                  <a:lnTo>
                    <a:pt x="318" y="238"/>
                  </a:lnTo>
                  <a:lnTo>
                    <a:pt x="337" y="179"/>
                  </a:lnTo>
                  <a:lnTo>
                    <a:pt x="318" y="120"/>
                  </a:lnTo>
                  <a:lnTo>
                    <a:pt x="278" y="60"/>
                  </a:lnTo>
                  <a:lnTo>
                    <a:pt x="219" y="21"/>
                  </a:lnTo>
                  <a:lnTo>
                    <a:pt x="159"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8"/>
            <p:cNvSpPr/>
            <p:nvPr/>
          </p:nvSpPr>
          <p:spPr>
            <a:xfrm>
              <a:off x="979525" y="1078725"/>
              <a:ext cx="54025" cy="1356075"/>
            </a:xfrm>
            <a:custGeom>
              <a:avLst/>
              <a:gdLst/>
              <a:ahLst/>
              <a:cxnLst/>
              <a:rect l="l" t="t" r="r" b="b"/>
              <a:pathLst>
                <a:path w="2161" h="54243" fill="none" extrusionOk="0">
                  <a:moveTo>
                    <a:pt x="159" y="1"/>
                  </a:moveTo>
                  <a:lnTo>
                    <a:pt x="159" y="1"/>
                  </a:lnTo>
                  <a:lnTo>
                    <a:pt x="100" y="21"/>
                  </a:lnTo>
                  <a:lnTo>
                    <a:pt x="40" y="60"/>
                  </a:lnTo>
                  <a:lnTo>
                    <a:pt x="1" y="120"/>
                  </a:lnTo>
                  <a:lnTo>
                    <a:pt x="1" y="179"/>
                  </a:lnTo>
                  <a:lnTo>
                    <a:pt x="1" y="179"/>
                  </a:lnTo>
                  <a:lnTo>
                    <a:pt x="1" y="238"/>
                  </a:lnTo>
                  <a:lnTo>
                    <a:pt x="40" y="278"/>
                  </a:lnTo>
                  <a:lnTo>
                    <a:pt x="80" y="318"/>
                  </a:lnTo>
                  <a:lnTo>
                    <a:pt x="120" y="338"/>
                  </a:lnTo>
                  <a:lnTo>
                    <a:pt x="120" y="12996"/>
                  </a:lnTo>
                  <a:lnTo>
                    <a:pt x="2081" y="14958"/>
                  </a:lnTo>
                  <a:lnTo>
                    <a:pt x="2081" y="54242"/>
                  </a:lnTo>
                  <a:lnTo>
                    <a:pt x="2160" y="54242"/>
                  </a:lnTo>
                  <a:lnTo>
                    <a:pt x="2160" y="14938"/>
                  </a:lnTo>
                  <a:lnTo>
                    <a:pt x="199" y="12977"/>
                  </a:lnTo>
                  <a:lnTo>
                    <a:pt x="199" y="338"/>
                  </a:lnTo>
                  <a:lnTo>
                    <a:pt x="199" y="338"/>
                  </a:lnTo>
                  <a:lnTo>
                    <a:pt x="258" y="318"/>
                  </a:lnTo>
                  <a:lnTo>
                    <a:pt x="298" y="278"/>
                  </a:lnTo>
                  <a:lnTo>
                    <a:pt x="318" y="238"/>
                  </a:lnTo>
                  <a:lnTo>
                    <a:pt x="337" y="179"/>
                  </a:lnTo>
                  <a:lnTo>
                    <a:pt x="337" y="179"/>
                  </a:lnTo>
                  <a:lnTo>
                    <a:pt x="318" y="120"/>
                  </a:lnTo>
                  <a:lnTo>
                    <a:pt x="278" y="60"/>
                  </a:lnTo>
                  <a:lnTo>
                    <a:pt x="219" y="21"/>
                  </a:lnTo>
                  <a:lnTo>
                    <a:pt x="159"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8"/>
            <p:cNvSpPr/>
            <p:nvPr/>
          </p:nvSpPr>
          <p:spPr>
            <a:xfrm>
              <a:off x="1003800" y="1025750"/>
              <a:ext cx="54500" cy="1409050"/>
            </a:xfrm>
            <a:custGeom>
              <a:avLst/>
              <a:gdLst/>
              <a:ahLst/>
              <a:cxnLst/>
              <a:rect l="l" t="t" r="r" b="b"/>
              <a:pathLst>
                <a:path w="2180" h="56362" extrusionOk="0">
                  <a:moveTo>
                    <a:pt x="179" y="0"/>
                  </a:moveTo>
                  <a:lnTo>
                    <a:pt x="99" y="20"/>
                  </a:lnTo>
                  <a:lnTo>
                    <a:pt x="60" y="59"/>
                  </a:lnTo>
                  <a:lnTo>
                    <a:pt x="20" y="119"/>
                  </a:lnTo>
                  <a:lnTo>
                    <a:pt x="0" y="178"/>
                  </a:lnTo>
                  <a:lnTo>
                    <a:pt x="20" y="238"/>
                  </a:lnTo>
                  <a:lnTo>
                    <a:pt x="40" y="277"/>
                  </a:lnTo>
                  <a:lnTo>
                    <a:pt x="80" y="317"/>
                  </a:lnTo>
                  <a:lnTo>
                    <a:pt x="139" y="337"/>
                  </a:lnTo>
                  <a:lnTo>
                    <a:pt x="139" y="14719"/>
                  </a:lnTo>
                  <a:lnTo>
                    <a:pt x="2100" y="16681"/>
                  </a:lnTo>
                  <a:lnTo>
                    <a:pt x="2100" y="56361"/>
                  </a:lnTo>
                  <a:lnTo>
                    <a:pt x="2180" y="56361"/>
                  </a:lnTo>
                  <a:lnTo>
                    <a:pt x="2180" y="16641"/>
                  </a:lnTo>
                  <a:lnTo>
                    <a:pt x="218" y="14680"/>
                  </a:lnTo>
                  <a:lnTo>
                    <a:pt x="218" y="337"/>
                  </a:lnTo>
                  <a:lnTo>
                    <a:pt x="258" y="317"/>
                  </a:lnTo>
                  <a:lnTo>
                    <a:pt x="298" y="277"/>
                  </a:lnTo>
                  <a:lnTo>
                    <a:pt x="337" y="238"/>
                  </a:lnTo>
                  <a:lnTo>
                    <a:pt x="337" y="178"/>
                  </a:lnTo>
                  <a:lnTo>
                    <a:pt x="337" y="119"/>
                  </a:lnTo>
                  <a:lnTo>
                    <a:pt x="298" y="59"/>
                  </a:lnTo>
                  <a:lnTo>
                    <a:pt x="238" y="20"/>
                  </a:lnTo>
                  <a:lnTo>
                    <a:pt x="179"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8"/>
            <p:cNvSpPr/>
            <p:nvPr/>
          </p:nvSpPr>
          <p:spPr>
            <a:xfrm>
              <a:off x="1003800" y="1025750"/>
              <a:ext cx="54500" cy="1409050"/>
            </a:xfrm>
            <a:custGeom>
              <a:avLst/>
              <a:gdLst/>
              <a:ahLst/>
              <a:cxnLst/>
              <a:rect l="l" t="t" r="r" b="b"/>
              <a:pathLst>
                <a:path w="2180" h="56362" fill="none" extrusionOk="0">
                  <a:moveTo>
                    <a:pt x="179" y="0"/>
                  </a:moveTo>
                  <a:lnTo>
                    <a:pt x="179" y="0"/>
                  </a:lnTo>
                  <a:lnTo>
                    <a:pt x="99" y="20"/>
                  </a:lnTo>
                  <a:lnTo>
                    <a:pt x="60" y="59"/>
                  </a:lnTo>
                  <a:lnTo>
                    <a:pt x="20" y="119"/>
                  </a:lnTo>
                  <a:lnTo>
                    <a:pt x="0" y="178"/>
                  </a:lnTo>
                  <a:lnTo>
                    <a:pt x="0" y="178"/>
                  </a:lnTo>
                  <a:lnTo>
                    <a:pt x="20" y="238"/>
                  </a:lnTo>
                  <a:lnTo>
                    <a:pt x="40" y="277"/>
                  </a:lnTo>
                  <a:lnTo>
                    <a:pt x="80" y="317"/>
                  </a:lnTo>
                  <a:lnTo>
                    <a:pt x="139" y="337"/>
                  </a:lnTo>
                  <a:lnTo>
                    <a:pt x="139" y="14719"/>
                  </a:lnTo>
                  <a:lnTo>
                    <a:pt x="2100" y="16681"/>
                  </a:lnTo>
                  <a:lnTo>
                    <a:pt x="2100" y="56361"/>
                  </a:lnTo>
                  <a:lnTo>
                    <a:pt x="2180" y="56361"/>
                  </a:lnTo>
                  <a:lnTo>
                    <a:pt x="2180" y="16641"/>
                  </a:lnTo>
                  <a:lnTo>
                    <a:pt x="218" y="14680"/>
                  </a:lnTo>
                  <a:lnTo>
                    <a:pt x="218" y="337"/>
                  </a:lnTo>
                  <a:lnTo>
                    <a:pt x="218" y="337"/>
                  </a:lnTo>
                  <a:lnTo>
                    <a:pt x="258" y="317"/>
                  </a:lnTo>
                  <a:lnTo>
                    <a:pt x="298" y="277"/>
                  </a:lnTo>
                  <a:lnTo>
                    <a:pt x="337" y="238"/>
                  </a:lnTo>
                  <a:lnTo>
                    <a:pt x="337" y="178"/>
                  </a:lnTo>
                  <a:lnTo>
                    <a:pt x="337" y="178"/>
                  </a:lnTo>
                  <a:lnTo>
                    <a:pt x="337" y="119"/>
                  </a:lnTo>
                  <a:lnTo>
                    <a:pt x="298" y="59"/>
                  </a:lnTo>
                  <a:lnTo>
                    <a:pt x="238" y="20"/>
                  </a:lnTo>
                  <a:lnTo>
                    <a:pt x="179"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8"/>
            <p:cNvSpPr/>
            <p:nvPr/>
          </p:nvSpPr>
          <p:spPr>
            <a:xfrm>
              <a:off x="428800" y="2022200"/>
              <a:ext cx="8425" cy="412600"/>
            </a:xfrm>
            <a:custGeom>
              <a:avLst/>
              <a:gdLst/>
              <a:ahLst/>
              <a:cxnLst/>
              <a:rect l="l" t="t" r="r" b="b"/>
              <a:pathLst>
                <a:path w="337" h="16504" extrusionOk="0">
                  <a:moveTo>
                    <a:pt x="178" y="1"/>
                  </a:moveTo>
                  <a:lnTo>
                    <a:pt x="99" y="21"/>
                  </a:lnTo>
                  <a:lnTo>
                    <a:pt x="60" y="60"/>
                  </a:lnTo>
                  <a:lnTo>
                    <a:pt x="20" y="100"/>
                  </a:lnTo>
                  <a:lnTo>
                    <a:pt x="0" y="179"/>
                  </a:lnTo>
                  <a:lnTo>
                    <a:pt x="20" y="219"/>
                  </a:lnTo>
                  <a:lnTo>
                    <a:pt x="40" y="278"/>
                  </a:lnTo>
                  <a:lnTo>
                    <a:pt x="79" y="318"/>
                  </a:lnTo>
                  <a:lnTo>
                    <a:pt x="139" y="338"/>
                  </a:lnTo>
                  <a:lnTo>
                    <a:pt x="139" y="16503"/>
                  </a:lnTo>
                  <a:lnTo>
                    <a:pt x="218" y="16503"/>
                  </a:lnTo>
                  <a:lnTo>
                    <a:pt x="218" y="338"/>
                  </a:lnTo>
                  <a:lnTo>
                    <a:pt x="258" y="318"/>
                  </a:lnTo>
                  <a:lnTo>
                    <a:pt x="297" y="278"/>
                  </a:lnTo>
                  <a:lnTo>
                    <a:pt x="337" y="219"/>
                  </a:lnTo>
                  <a:lnTo>
                    <a:pt x="337" y="179"/>
                  </a:lnTo>
                  <a:lnTo>
                    <a:pt x="317" y="100"/>
                  </a:lnTo>
                  <a:lnTo>
                    <a:pt x="297" y="60"/>
                  </a:lnTo>
                  <a:lnTo>
                    <a:pt x="238" y="21"/>
                  </a:lnTo>
                  <a:lnTo>
                    <a:pt x="178"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8"/>
            <p:cNvSpPr/>
            <p:nvPr/>
          </p:nvSpPr>
          <p:spPr>
            <a:xfrm>
              <a:off x="428800" y="2022200"/>
              <a:ext cx="8425" cy="412600"/>
            </a:xfrm>
            <a:custGeom>
              <a:avLst/>
              <a:gdLst/>
              <a:ahLst/>
              <a:cxnLst/>
              <a:rect l="l" t="t" r="r" b="b"/>
              <a:pathLst>
                <a:path w="337" h="16504" fill="none" extrusionOk="0">
                  <a:moveTo>
                    <a:pt x="178" y="1"/>
                  </a:moveTo>
                  <a:lnTo>
                    <a:pt x="178" y="1"/>
                  </a:lnTo>
                  <a:lnTo>
                    <a:pt x="99" y="21"/>
                  </a:lnTo>
                  <a:lnTo>
                    <a:pt x="60" y="60"/>
                  </a:lnTo>
                  <a:lnTo>
                    <a:pt x="20" y="100"/>
                  </a:lnTo>
                  <a:lnTo>
                    <a:pt x="0" y="179"/>
                  </a:lnTo>
                  <a:lnTo>
                    <a:pt x="0" y="179"/>
                  </a:lnTo>
                  <a:lnTo>
                    <a:pt x="20" y="219"/>
                  </a:lnTo>
                  <a:lnTo>
                    <a:pt x="40" y="278"/>
                  </a:lnTo>
                  <a:lnTo>
                    <a:pt x="79" y="318"/>
                  </a:lnTo>
                  <a:lnTo>
                    <a:pt x="139" y="338"/>
                  </a:lnTo>
                  <a:lnTo>
                    <a:pt x="139" y="16503"/>
                  </a:lnTo>
                  <a:lnTo>
                    <a:pt x="218" y="16503"/>
                  </a:lnTo>
                  <a:lnTo>
                    <a:pt x="218" y="338"/>
                  </a:lnTo>
                  <a:lnTo>
                    <a:pt x="218" y="338"/>
                  </a:lnTo>
                  <a:lnTo>
                    <a:pt x="258" y="318"/>
                  </a:lnTo>
                  <a:lnTo>
                    <a:pt x="297" y="278"/>
                  </a:lnTo>
                  <a:lnTo>
                    <a:pt x="337" y="219"/>
                  </a:lnTo>
                  <a:lnTo>
                    <a:pt x="337" y="179"/>
                  </a:lnTo>
                  <a:lnTo>
                    <a:pt x="337" y="179"/>
                  </a:lnTo>
                  <a:lnTo>
                    <a:pt x="317" y="100"/>
                  </a:lnTo>
                  <a:lnTo>
                    <a:pt x="297" y="60"/>
                  </a:lnTo>
                  <a:lnTo>
                    <a:pt x="238" y="21"/>
                  </a:lnTo>
                  <a:lnTo>
                    <a:pt x="178"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8"/>
            <p:cNvSpPr/>
            <p:nvPr/>
          </p:nvSpPr>
          <p:spPr>
            <a:xfrm>
              <a:off x="309425" y="1428400"/>
              <a:ext cx="54500" cy="1006400"/>
            </a:xfrm>
            <a:custGeom>
              <a:avLst/>
              <a:gdLst/>
              <a:ahLst/>
              <a:cxnLst/>
              <a:rect l="l" t="t" r="r" b="b"/>
              <a:pathLst>
                <a:path w="2180" h="40256" extrusionOk="0">
                  <a:moveTo>
                    <a:pt x="1942" y="0"/>
                  </a:moveTo>
                  <a:lnTo>
                    <a:pt x="1883" y="40"/>
                  </a:lnTo>
                  <a:lnTo>
                    <a:pt x="1843" y="99"/>
                  </a:lnTo>
                  <a:lnTo>
                    <a:pt x="1843" y="159"/>
                  </a:lnTo>
                  <a:lnTo>
                    <a:pt x="1843" y="218"/>
                  </a:lnTo>
                  <a:lnTo>
                    <a:pt x="1863" y="258"/>
                  </a:lnTo>
                  <a:lnTo>
                    <a:pt x="1903" y="297"/>
                  </a:lnTo>
                  <a:lnTo>
                    <a:pt x="1962" y="317"/>
                  </a:lnTo>
                  <a:lnTo>
                    <a:pt x="1962" y="7508"/>
                  </a:lnTo>
                  <a:lnTo>
                    <a:pt x="21" y="9469"/>
                  </a:lnTo>
                  <a:lnTo>
                    <a:pt x="40" y="9489"/>
                  </a:lnTo>
                  <a:lnTo>
                    <a:pt x="1" y="9489"/>
                  </a:lnTo>
                  <a:lnTo>
                    <a:pt x="1" y="40255"/>
                  </a:lnTo>
                  <a:lnTo>
                    <a:pt x="80" y="40255"/>
                  </a:lnTo>
                  <a:lnTo>
                    <a:pt x="80" y="9509"/>
                  </a:lnTo>
                  <a:lnTo>
                    <a:pt x="2041" y="7548"/>
                  </a:lnTo>
                  <a:lnTo>
                    <a:pt x="2041" y="317"/>
                  </a:lnTo>
                  <a:lnTo>
                    <a:pt x="2101" y="297"/>
                  </a:lnTo>
                  <a:lnTo>
                    <a:pt x="2140" y="258"/>
                  </a:lnTo>
                  <a:lnTo>
                    <a:pt x="2160" y="218"/>
                  </a:lnTo>
                  <a:lnTo>
                    <a:pt x="2180" y="159"/>
                  </a:lnTo>
                  <a:lnTo>
                    <a:pt x="2160" y="99"/>
                  </a:lnTo>
                  <a:lnTo>
                    <a:pt x="2120" y="40"/>
                  </a:lnTo>
                  <a:lnTo>
                    <a:pt x="2061"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8"/>
            <p:cNvSpPr/>
            <p:nvPr/>
          </p:nvSpPr>
          <p:spPr>
            <a:xfrm>
              <a:off x="309425" y="1428400"/>
              <a:ext cx="54500" cy="1006400"/>
            </a:xfrm>
            <a:custGeom>
              <a:avLst/>
              <a:gdLst/>
              <a:ahLst/>
              <a:cxnLst/>
              <a:rect l="l" t="t" r="r" b="b"/>
              <a:pathLst>
                <a:path w="2180" h="40256" fill="none" extrusionOk="0">
                  <a:moveTo>
                    <a:pt x="2002" y="0"/>
                  </a:moveTo>
                  <a:lnTo>
                    <a:pt x="2002" y="0"/>
                  </a:lnTo>
                  <a:lnTo>
                    <a:pt x="2002" y="0"/>
                  </a:lnTo>
                  <a:lnTo>
                    <a:pt x="2002" y="0"/>
                  </a:lnTo>
                  <a:lnTo>
                    <a:pt x="1942" y="0"/>
                  </a:lnTo>
                  <a:lnTo>
                    <a:pt x="1883" y="40"/>
                  </a:lnTo>
                  <a:lnTo>
                    <a:pt x="1843" y="99"/>
                  </a:lnTo>
                  <a:lnTo>
                    <a:pt x="1843" y="159"/>
                  </a:lnTo>
                  <a:lnTo>
                    <a:pt x="1843" y="159"/>
                  </a:lnTo>
                  <a:lnTo>
                    <a:pt x="1843" y="218"/>
                  </a:lnTo>
                  <a:lnTo>
                    <a:pt x="1863" y="258"/>
                  </a:lnTo>
                  <a:lnTo>
                    <a:pt x="1903" y="297"/>
                  </a:lnTo>
                  <a:lnTo>
                    <a:pt x="1962" y="317"/>
                  </a:lnTo>
                  <a:lnTo>
                    <a:pt x="1962" y="7508"/>
                  </a:lnTo>
                  <a:lnTo>
                    <a:pt x="21" y="9469"/>
                  </a:lnTo>
                  <a:lnTo>
                    <a:pt x="40" y="9489"/>
                  </a:lnTo>
                  <a:lnTo>
                    <a:pt x="1" y="9489"/>
                  </a:lnTo>
                  <a:lnTo>
                    <a:pt x="1" y="40255"/>
                  </a:lnTo>
                  <a:lnTo>
                    <a:pt x="80" y="40255"/>
                  </a:lnTo>
                  <a:lnTo>
                    <a:pt x="80" y="9509"/>
                  </a:lnTo>
                  <a:lnTo>
                    <a:pt x="2041" y="7548"/>
                  </a:lnTo>
                  <a:lnTo>
                    <a:pt x="2041" y="317"/>
                  </a:lnTo>
                  <a:lnTo>
                    <a:pt x="2041" y="317"/>
                  </a:lnTo>
                  <a:lnTo>
                    <a:pt x="2101" y="297"/>
                  </a:lnTo>
                  <a:lnTo>
                    <a:pt x="2140" y="258"/>
                  </a:lnTo>
                  <a:lnTo>
                    <a:pt x="2160" y="218"/>
                  </a:lnTo>
                  <a:lnTo>
                    <a:pt x="2180" y="159"/>
                  </a:lnTo>
                  <a:lnTo>
                    <a:pt x="2180" y="159"/>
                  </a:lnTo>
                  <a:lnTo>
                    <a:pt x="2160" y="99"/>
                  </a:lnTo>
                  <a:lnTo>
                    <a:pt x="2120" y="40"/>
                  </a:lnTo>
                  <a:lnTo>
                    <a:pt x="2061" y="0"/>
                  </a:lnTo>
                  <a:lnTo>
                    <a:pt x="2002"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8"/>
            <p:cNvSpPr/>
            <p:nvPr/>
          </p:nvSpPr>
          <p:spPr>
            <a:xfrm>
              <a:off x="404525" y="1687900"/>
              <a:ext cx="119875" cy="746900"/>
            </a:xfrm>
            <a:custGeom>
              <a:avLst/>
              <a:gdLst/>
              <a:ahLst/>
              <a:cxnLst/>
              <a:rect l="l" t="t" r="r" b="b"/>
              <a:pathLst>
                <a:path w="4795" h="29876" extrusionOk="0">
                  <a:moveTo>
                    <a:pt x="4636" y="1"/>
                  </a:moveTo>
                  <a:lnTo>
                    <a:pt x="4577" y="21"/>
                  </a:lnTo>
                  <a:lnTo>
                    <a:pt x="4517" y="60"/>
                  </a:lnTo>
                  <a:lnTo>
                    <a:pt x="4478" y="120"/>
                  </a:lnTo>
                  <a:lnTo>
                    <a:pt x="4478" y="179"/>
                  </a:lnTo>
                  <a:lnTo>
                    <a:pt x="4478" y="239"/>
                  </a:lnTo>
                  <a:lnTo>
                    <a:pt x="4497" y="278"/>
                  </a:lnTo>
                  <a:lnTo>
                    <a:pt x="4537" y="318"/>
                  </a:lnTo>
                  <a:lnTo>
                    <a:pt x="4596" y="338"/>
                  </a:lnTo>
                  <a:lnTo>
                    <a:pt x="4596" y="6736"/>
                  </a:lnTo>
                  <a:lnTo>
                    <a:pt x="199" y="11115"/>
                  </a:lnTo>
                  <a:lnTo>
                    <a:pt x="199" y="5825"/>
                  </a:lnTo>
                  <a:lnTo>
                    <a:pt x="258" y="5805"/>
                  </a:lnTo>
                  <a:lnTo>
                    <a:pt x="298" y="5766"/>
                  </a:lnTo>
                  <a:lnTo>
                    <a:pt x="317" y="5706"/>
                  </a:lnTo>
                  <a:lnTo>
                    <a:pt x="337" y="5667"/>
                  </a:lnTo>
                  <a:lnTo>
                    <a:pt x="317" y="5587"/>
                  </a:lnTo>
                  <a:lnTo>
                    <a:pt x="278" y="5548"/>
                  </a:lnTo>
                  <a:lnTo>
                    <a:pt x="218" y="5508"/>
                  </a:lnTo>
                  <a:lnTo>
                    <a:pt x="159" y="5488"/>
                  </a:lnTo>
                  <a:lnTo>
                    <a:pt x="99" y="5508"/>
                  </a:lnTo>
                  <a:lnTo>
                    <a:pt x="40" y="5548"/>
                  </a:lnTo>
                  <a:lnTo>
                    <a:pt x="0" y="5587"/>
                  </a:lnTo>
                  <a:lnTo>
                    <a:pt x="0" y="5667"/>
                  </a:lnTo>
                  <a:lnTo>
                    <a:pt x="0" y="5706"/>
                  </a:lnTo>
                  <a:lnTo>
                    <a:pt x="20" y="5766"/>
                  </a:lnTo>
                  <a:lnTo>
                    <a:pt x="60" y="5805"/>
                  </a:lnTo>
                  <a:lnTo>
                    <a:pt x="119" y="5825"/>
                  </a:lnTo>
                  <a:lnTo>
                    <a:pt x="119" y="29875"/>
                  </a:lnTo>
                  <a:lnTo>
                    <a:pt x="199" y="29875"/>
                  </a:lnTo>
                  <a:lnTo>
                    <a:pt x="199" y="11233"/>
                  </a:lnTo>
                  <a:lnTo>
                    <a:pt x="4676" y="6756"/>
                  </a:lnTo>
                  <a:lnTo>
                    <a:pt x="4676" y="338"/>
                  </a:lnTo>
                  <a:lnTo>
                    <a:pt x="4735" y="318"/>
                  </a:lnTo>
                  <a:lnTo>
                    <a:pt x="4775" y="278"/>
                  </a:lnTo>
                  <a:lnTo>
                    <a:pt x="4795" y="239"/>
                  </a:lnTo>
                  <a:lnTo>
                    <a:pt x="4795" y="179"/>
                  </a:lnTo>
                  <a:lnTo>
                    <a:pt x="4795" y="120"/>
                  </a:lnTo>
                  <a:lnTo>
                    <a:pt x="4755" y="60"/>
                  </a:lnTo>
                  <a:lnTo>
                    <a:pt x="4696" y="21"/>
                  </a:lnTo>
                  <a:lnTo>
                    <a:pt x="4636"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8"/>
            <p:cNvSpPr/>
            <p:nvPr/>
          </p:nvSpPr>
          <p:spPr>
            <a:xfrm>
              <a:off x="404525" y="1687900"/>
              <a:ext cx="119875" cy="746900"/>
            </a:xfrm>
            <a:custGeom>
              <a:avLst/>
              <a:gdLst/>
              <a:ahLst/>
              <a:cxnLst/>
              <a:rect l="l" t="t" r="r" b="b"/>
              <a:pathLst>
                <a:path w="4795" h="29876" fill="none" extrusionOk="0">
                  <a:moveTo>
                    <a:pt x="4636" y="1"/>
                  </a:moveTo>
                  <a:lnTo>
                    <a:pt x="4636" y="1"/>
                  </a:lnTo>
                  <a:lnTo>
                    <a:pt x="4577" y="21"/>
                  </a:lnTo>
                  <a:lnTo>
                    <a:pt x="4517" y="60"/>
                  </a:lnTo>
                  <a:lnTo>
                    <a:pt x="4478" y="120"/>
                  </a:lnTo>
                  <a:lnTo>
                    <a:pt x="4478" y="179"/>
                  </a:lnTo>
                  <a:lnTo>
                    <a:pt x="4478" y="179"/>
                  </a:lnTo>
                  <a:lnTo>
                    <a:pt x="4478" y="239"/>
                  </a:lnTo>
                  <a:lnTo>
                    <a:pt x="4497" y="278"/>
                  </a:lnTo>
                  <a:lnTo>
                    <a:pt x="4537" y="318"/>
                  </a:lnTo>
                  <a:lnTo>
                    <a:pt x="4596" y="338"/>
                  </a:lnTo>
                  <a:lnTo>
                    <a:pt x="4596" y="6736"/>
                  </a:lnTo>
                  <a:lnTo>
                    <a:pt x="199" y="11115"/>
                  </a:lnTo>
                  <a:lnTo>
                    <a:pt x="199" y="5825"/>
                  </a:lnTo>
                  <a:lnTo>
                    <a:pt x="199" y="5825"/>
                  </a:lnTo>
                  <a:lnTo>
                    <a:pt x="258" y="5805"/>
                  </a:lnTo>
                  <a:lnTo>
                    <a:pt x="298" y="5766"/>
                  </a:lnTo>
                  <a:lnTo>
                    <a:pt x="317" y="5706"/>
                  </a:lnTo>
                  <a:lnTo>
                    <a:pt x="337" y="5667"/>
                  </a:lnTo>
                  <a:lnTo>
                    <a:pt x="337" y="5667"/>
                  </a:lnTo>
                  <a:lnTo>
                    <a:pt x="317" y="5587"/>
                  </a:lnTo>
                  <a:lnTo>
                    <a:pt x="278" y="5548"/>
                  </a:lnTo>
                  <a:lnTo>
                    <a:pt x="218" y="5508"/>
                  </a:lnTo>
                  <a:lnTo>
                    <a:pt x="159" y="5488"/>
                  </a:lnTo>
                  <a:lnTo>
                    <a:pt x="159" y="5488"/>
                  </a:lnTo>
                  <a:lnTo>
                    <a:pt x="159" y="5488"/>
                  </a:lnTo>
                  <a:lnTo>
                    <a:pt x="159" y="5488"/>
                  </a:lnTo>
                  <a:lnTo>
                    <a:pt x="99" y="5508"/>
                  </a:lnTo>
                  <a:lnTo>
                    <a:pt x="40" y="5548"/>
                  </a:lnTo>
                  <a:lnTo>
                    <a:pt x="0" y="5587"/>
                  </a:lnTo>
                  <a:lnTo>
                    <a:pt x="0" y="5667"/>
                  </a:lnTo>
                  <a:lnTo>
                    <a:pt x="0" y="5667"/>
                  </a:lnTo>
                  <a:lnTo>
                    <a:pt x="0" y="5706"/>
                  </a:lnTo>
                  <a:lnTo>
                    <a:pt x="20" y="5766"/>
                  </a:lnTo>
                  <a:lnTo>
                    <a:pt x="60" y="5805"/>
                  </a:lnTo>
                  <a:lnTo>
                    <a:pt x="119" y="5825"/>
                  </a:lnTo>
                  <a:lnTo>
                    <a:pt x="119" y="29875"/>
                  </a:lnTo>
                  <a:lnTo>
                    <a:pt x="199" y="29875"/>
                  </a:lnTo>
                  <a:lnTo>
                    <a:pt x="199" y="11233"/>
                  </a:lnTo>
                  <a:lnTo>
                    <a:pt x="4676" y="6756"/>
                  </a:lnTo>
                  <a:lnTo>
                    <a:pt x="4676" y="338"/>
                  </a:lnTo>
                  <a:lnTo>
                    <a:pt x="4676" y="338"/>
                  </a:lnTo>
                  <a:lnTo>
                    <a:pt x="4735" y="318"/>
                  </a:lnTo>
                  <a:lnTo>
                    <a:pt x="4775" y="278"/>
                  </a:lnTo>
                  <a:lnTo>
                    <a:pt x="4795" y="239"/>
                  </a:lnTo>
                  <a:lnTo>
                    <a:pt x="4795" y="179"/>
                  </a:lnTo>
                  <a:lnTo>
                    <a:pt x="4795" y="179"/>
                  </a:lnTo>
                  <a:lnTo>
                    <a:pt x="4795" y="120"/>
                  </a:lnTo>
                  <a:lnTo>
                    <a:pt x="4755" y="60"/>
                  </a:lnTo>
                  <a:lnTo>
                    <a:pt x="4696" y="21"/>
                  </a:lnTo>
                  <a:lnTo>
                    <a:pt x="4636"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8"/>
            <p:cNvSpPr/>
            <p:nvPr/>
          </p:nvSpPr>
          <p:spPr>
            <a:xfrm>
              <a:off x="434250" y="1977150"/>
              <a:ext cx="55975" cy="457650"/>
            </a:xfrm>
            <a:custGeom>
              <a:avLst/>
              <a:gdLst/>
              <a:ahLst/>
              <a:cxnLst/>
              <a:rect l="l" t="t" r="r" b="b"/>
              <a:pathLst>
                <a:path w="2239" h="18306" extrusionOk="0">
                  <a:moveTo>
                    <a:pt x="178" y="0"/>
                  </a:moveTo>
                  <a:lnTo>
                    <a:pt x="99" y="20"/>
                  </a:lnTo>
                  <a:lnTo>
                    <a:pt x="59" y="60"/>
                  </a:lnTo>
                  <a:lnTo>
                    <a:pt x="20" y="99"/>
                  </a:lnTo>
                  <a:lnTo>
                    <a:pt x="0" y="178"/>
                  </a:lnTo>
                  <a:lnTo>
                    <a:pt x="20" y="238"/>
                  </a:lnTo>
                  <a:lnTo>
                    <a:pt x="59" y="297"/>
                  </a:lnTo>
                  <a:lnTo>
                    <a:pt x="99" y="317"/>
                  </a:lnTo>
                  <a:lnTo>
                    <a:pt x="178" y="337"/>
                  </a:lnTo>
                  <a:lnTo>
                    <a:pt x="218" y="337"/>
                  </a:lnTo>
                  <a:lnTo>
                    <a:pt x="258" y="317"/>
                  </a:lnTo>
                  <a:lnTo>
                    <a:pt x="2140" y="2199"/>
                  </a:lnTo>
                  <a:lnTo>
                    <a:pt x="2140" y="18305"/>
                  </a:lnTo>
                  <a:lnTo>
                    <a:pt x="2239" y="18305"/>
                  </a:lnTo>
                  <a:lnTo>
                    <a:pt x="2239" y="2179"/>
                  </a:lnTo>
                  <a:lnTo>
                    <a:pt x="317" y="258"/>
                  </a:lnTo>
                  <a:lnTo>
                    <a:pt x="337" y="218"/>
                  </a:lnTo>
                  <a:lnTo>
                    <a:pt x="337" y="178"/>
                  </a:lnTo>
                  <a:lnTo>
                    <a:pt x="317" y="99"/>
                  </a:lnTo>
                  <a:lnTo>
                    <a:pt x="297" y="60"/>
                  </a:lnTo>
                  <a:lnTo>
                    <a:pt x="238" y="20"/>
                  </a:lnTo>
                  <a:lnTo>
                    <a:pt x="178"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8"/>
            <p:cNvSpPr/>
            <p:nvPr/>
          </p:nvSpPr>
          <p:spPr>
            <a:xfrm>
              <a:off x="434250" y="1977150"/>
              <a:ext cx="55975" cy="457650"/>
            </a:xfrm>
            <a:custGeom>
              <a:avLst/>
              <a:gdLst/>
              <a:ahLst/>
              <a:cxnLst/>
              <a:rect l="l" t="t" r="r" b="b"/>
              <a:pathLst>
                <a:path w="2239" h="18306" fill="none" extrusionOk="0">
                  <a:moveTo>
                    <a:pt x="178" y="0"/>
                  </a:moveTo>
                  <a:lnTo>
                    <a:pt x="178" y="0"/>
                  </a:lnTo>
                  <a:lnTo>
                    <a:pt x="178" y="0"/>
                  </a:lnTo>
                  <a:lnTo>
                    <a:pt x="178" y="0"/>
                  </a:lnTo>
                  <a:lnTo>
                    <a:pt x="99" y="20"/>
                  </a:lnTo>
                  <a:lnTo>
                    <a:pt x="59" y="60"/>
                  </a:lnTo>
                  <a:lnTo>
                    <a:pt x="20" y="99"/>
                  </a:lnTo>
                  <a:lnTo>
                    <a:pt x="0" y="178"/>
                  </a:lnTo>
                  <a:lnTo>
                    <a:pt x="0" y="178"/>
                  </a:lnTo>
                  <a:lnTo>
                    <a:pt x="20" y="238"/>
                  </a:lnTo>
                  <a:lnTo>
                    <a:pt x="59" y="297"/>
                  </a:lnTo>
                  <a:lnTo>
                    <a:pt x="99" y="317"/>
                  </a:lnTo>
                  <a:lnTo>
                    <a:pt x="178" y="337"/>
                  </a:lnTo>
                  <a:lnTo>
                    <a:pt x="178" y="337"/>
                  </a:lnTo>
                  <a:lnTo>
                    <a:pt x="218" y="337"/>
                  </a:lnTo>
                  <a:lnTo>
                    <a:pt x="258" y="317"/>
                  </a:lnTo>
                  <a:lnTo>
                    <a:pt x="2140" y="2199"/>
                  </a:lnTo>
                  <a:lnTo>
                    <a:pt x="2140" y="18305"/>
                  </a:lnTo>
                  <a:lnTo>
                    <a:pt x="2239" y="18305"/>
                  </a:lnTo>
                  <a:lnTo>
                    <a:pt x="2239" y="2179"/>
                  </a:lnTo>
                  <a:lnTo>
                    <a:pt x="317" y="258"/>
                  </a:lnTo>
                  <a:lnTo>
                    <a:pt x="317" y="258"/>
                  </a:lnTo>
                  <a:lnTo>
                    <a:pt x="337" y="218"/>
                  </a:lnTo>
                  <a:lnTo>
                    <a:pt x="337" y="178"/>
                  </a:lnTo>
                  <a:lnTo>
                    <a:pt x="337" y="178"/>
                  </a:lnTo>
                  <a:lnTo>
                    <a:pt x="317" y="99"/>
                  </a:lnTo>
                  <a:lnTo>
                    <a:pt x="297" y="60"/>
                  </a:lnTo>
                  <a:lnTo>
                    <a:pt x="238" y="20"/>
                  </a:lnTo>
                  <a:lnTo>
                    <a:pt x="178"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8"/>
            <p:cNvSpPr/>
            <p:nvPr/>
          </p:nvSpPr>
          <p:spPr>
            <a:xfrm>
              <a:off x="891875" y="1444725"/>
              <a:ext cx="120375" cy="990075"/>
            </a:xfrm>
            <a:custGeom>
              <a:avLst/>
              <a:gdLst/>
              <a:ahLst/>
              <a:cxnLst/>
              <a:rect l="l" t="t" r="r" b="b"/>
              <a:pathLst>
                <a:path w="4815" h="39603" extrusionOk="0">
                  <a:moveTo>
                    <a:pt x="178" y="1"/>
                  </a:moveTo>
                  <a:lnTo>
                    <a:pt x="119" y="21"/>
                  </a:lnTo>
                  <a:lnTo>
                    <a:pt x="60" y="60"/>
                  </a:lnTo>
                  <a:lnTo>
                    <a:pt x="20" y="100"/>
                  </a:lnTo>
                  <a:lnTo>
                    <a:pt x="0" y="179"/>
                  </a:lnTo>
                  <a:lnTo>
                    <a:pt x="20" y="219"/>
                  </a:lnTo>
                  <a:lnTo>
                    <a:pt x="40" y="278"/>
                  </a:lnTo>
                  <a:lnTo>
                    <a:pt x="79" y="318"/>
                  </a:lnTo>
                  <a:lnTo>
                    <a:pt x="139" y="338"/>
                  </a:lnTo>
                  <a:lnTo>
                    <a:pt x="139" y="6756"/>
                  </a:lnTo>
                  <a:lnTo>
                    <a:pt x="4616" y="11233"/>
                  </a:lnTo>
                  <a:lnTo>
                    <a:pt x="4616" y="39602"/>
                  </a:lnTo>
                  <a:lnTo>
                    <a:pt x="4695" y="39602"/>
                  </a:lnTo>
                  <a:lnTo>
                    <a:pt x="4695" y="5805"/>
                  </a:lnTo>
                  <a:lnTo>
                    <a:pt x="4735" y="5785"/>
                  </a:lnTo>
                  <a:lnTo>
                    <a:pt x="4775" y="5766"/>
                  </a:lnTo>
                  <a:lnTo>
                    <a:pt x="4814" y="5706"/>
                  </a:lnTo>
                  <a:lnTo>
                    <a:pt x="4814" y="5647"/>
                  </a:lnTo>
                  <a:lnTo>
                    <a:pt x="4814" y="5587"/>
                  </a:lnTo>
                  <a:lnTo>
                    <a:pt x="4775" y="5528"/>
                  </a:lnTo>
                  <a:lnTo>
                    <a:pt x="4715" y="5508"/>
                  </a:lnTo>
                  <a:lnTo>
                    <a:pt x="4656" y="5488"/>
                  </a:lnTo>
                  <a:lnTo>
                    <a:pt x="4576" y="5508"/>
                  </a:lnTo>
                  <a:lnTo>
                    <a:pt x="4537" y="5528"/>
                  </a:lnTo>
                  <a:lnTo>
                    <a:pt x="4497" y="5587"/>
                  </a:lnTo>
                  <a:lnTo>
                    <a:pt x="4477" y="5647"/>
                  </a:lnTo>
                  <a:lnTo>
                    <a:pt x="4497" y="5706"/>
                  </a:lnTo>
                  <a:lnTo>
                    <a:pt x="4517" y="5766"/>
                  </a:lnTo>
                  <a:lnTo>
                    <a:pt x="4557" y="5785"/>
                  </a:lnTo>
                  <a:lnTo>
                    <a:pt x="4616" y="5805"/>
                  </a:lnTo>
                  <a:lnTo>
                    <a:pt x="4616" y="11115"/>
                  </a:lnTo>
                  <a:lnTo>
                    <a:pt x="218" y="6717"/>
                  </a:lnTo>
                  <a:lnTo>
                    <a:pt x="218" y="338"/>
                  </a:lnTo>
                  <a:lnTo>
                    <a:pt x="258" y="318"/>
                  </a:lnTo>
                  <a:lnTo>
                    <a:pt x="297" y="278"/>
                  </a:lnTo>
                  <a:lnTo>
                    <a:pt x="337" y="219"/>
                  </a:lnTo>
                  <a:lnTo>
                    <a:pt x="337" y="179"/>
                  </a:lnTo>
                  <a:lnTo>
                    <a:pt x="337" y="100"/>
                  </a:lnTo>
                  <a:lnTo>
                    <a:pt x="297" y="60"/>
                  </a:lnTo>
                  <a:lnTo>
                    <a:pt x="238" y="21"/>
                  </a:lnTo>
                  <a:lnTo>
                    <a:pt x="178"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8"/>
            <p:cNvSpPr/>
            <p:nvPr/>
          </p:nvSpPr>
          <p:spPr>
            <a:xfrm>
              <a:off x="891875" y="1444725"/>
              <a:ext cx="120375" cy="990075"/>
            </a:xfrm>
            <a:custGeom>
              <a:avLst/>
              <a:gdLst/>
              <a:ahLst/>
              <a:cxnLst/>
              <a:rect l="l" t="t" r="r" b="b"/>
              <a:pathLst>
                <a:path w="4815" h="39603" fill="none" extrusionOk="0">
                  <a:moveTo>
                    <a:pt x="178" y="1"/>
                  </a:moveTo>
                  <a:lnTo>
                    <a:pt x="178" y="1"/>
                  </a:lnTo>
                  <a:lnTo>
                    <a:pt x="119" y="21"/>
                  </a:lnTo>
                  <a:lnTo>
                    <a:pt x="60" y="60"/>
                  </a:lnTo>
                  <a:lnTo>
                    <a:pt x="20" y="100"/>
                  </a:lnTo>
                  <a:lnTo>
                    <a:pt x="0" y="179"/>
                  </a:lnTo>
                  <a:lnTo>
                    <a:pt x="0" y="179"/>
                  </a:lnTo>
                  <a:lnTo>
                    <a:pt x="20" y="219"/>
                  </a:lnTo>
                  <a:lnTo>
                    <a:pt x="40" y="278"/>
                  </a:lnTo>
                  <a:lnTo>
                    <a:pt x="79" y="318"/>
                  </a:lnTo>
                  <a:lnTo>
                    <a:pt x="139" y="338"/>
                  </a:lnTo>
                  <a:lnTo>
                    <a:pt x="139" y="6756"/>
                  </a:lnTo>
                  <a:lnTo>
                    <a:pt x="4616" y="11233"/>
                  </a:lnTo>
                  <a:lnTo>
                    <a:pt x="4616" y="39602"/>
                  </a:lnTo>
                  <a:lnTo>
                    <a:pt x="4695" y="39602"/>
                  </a:lnTo>
                  <a:lnTo>
                    <a:pt x="4695" y="5805"/>
                  </a:lnTo>
                  <a:lnTo>
                    <a:pt x="4695" y="5805"/>
                  </a:lnTo>
                  <a:lnTo>
                    <a:pt x="4735" y="5785"/>
                  </a:lnTo>
                  <a:lnTo>
                    <a:pt x="4775" y="5766"/>
                  </a:lnTo>
                  <a:lnTo>
                    <a:pt x="4814" y="5706"/>
                  </a:lnTo>
                  <a:lnTo>
                    <a:pt x="4814" y="5647"/>
                  </a:lnTo>
                  <a:lnTo>
                    <a:pt x="4814" y="5647"/>
                  </a:lnTo>
                  <a:lnTo>
                    <a:pt x="4814" y="5587"/>
                  </a:lnTo>
                  <a:lnTo>
                    <a:pt x="4775" y="5528"/>
                  </a:lnTo>
                  <a:lnTo>
                    <a:pt x="4715" y="5508"/>
                  </a:lnTo>
                  <a:lnTo>
                    <a:pt x="4656" y="5488"/>
                  </a:lnTo>
                  <a:lnTo>
                    <a:pt x="4656" y="5488"/>
                  </a:lnTo>
                  <a:lnTo>
                    <a:pt x="4576" y="5508"/>
                  </a:lnTo>
                  <a:lnTo>
                    <a:pt x="4537" y="5528"/>
                  </a:lnTo>
                  <a:lnTo>
                    <a:pt x="4497" y="5587"/>
                  </a:lnTo>
                  <a:lnTo>
                    <a:pt x="4477" y="5647"/>
                  </a:lnTo>
                  <a:lnTo>
                    <a:pt x="4477" y="5647"/>
                  </a:lnTo>
                  <a:lnTo>
                    <a:pt x="4497" y="5706"/>
                  </a:lnTo>
                  <a:lnTo>
                    <a:pt x="4517" y="5766"/>
                  </a:lnTo>
                  <a:lnTo>
                    <a:pt x="4557" y="5785"/>
                  </a:lnTo>
                  <a:lnTo>
                    <a:pt x="4616" y="5805"/>
                  </a:lnTo>
                  <a:lnTo>
                    <a:pt x="4616" y="11115"/>
                  </a:lnTo>
                  <a:lnTo>
                    <a:pt x="218" y="6717"/>
                  </a:lnTo>
                  <a:lnTo>
                    <a:pt x="218" y="338"/>
                  </a:lnTo>
                  <a:lnTo>
                    <a:pt x="218" y="338"/>
                  </a:lnTo>
                  <a:lnTo>
                    <a:pt x="258" y="318"/>
                  </a:lnTo>
                  <a:lnTo>
                    <a:pt x="297" y="278"/>
                  </a:lnTo>
                  <a:lnTo>
                    <a:pt x="337" y="219"/>
                  </a:lnTo>
                  <a:lnTo>
                    <a:pt x="337" y="179"/>
                  </a:lnTo>
                  <a:lnTo>
                    <a:pt x="337" y="179"/>
                  </a:lnTo>
                  <a:lnTo>
                    <a:pt x="337" y="100"/>
                  </a:lnTo>
                  <a:lnTo>
                    <a:pt x="297" y="60"/>
                  </a:lnTo>
                  <a:lnTo>
                    <a:pt x="238" y="21"/>
                  </a:lnTo>
                  <a:lnTo>
                    <a:pt x="178"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8"/>
            <p:cNvSpPr/>
            <p:nvPr/>
          </p:nvSpPr>
          <p:spPr>
            <a:xfrm>
              <a:off x="382725" y="1322400"/>
              <a:ext cx="54500" cy="1112400"/>
            </a:xfrm>
            <a:custGeom>
              <a:avLst/>
              <a:gdLst/>
              <a:ahLst/>
              <a:cxnLst/>
              <a:rect l="l" t="t" r="r" b="b"/>
              <a:pathLst>
                <a:path w="2180" h="44496" extrusionOk="0">
                  <a:moveTo>
                    <a:pt x="1942" y="1"/>
                  </a:moveTo>
                  <a:lnTo>
                    <a:pt x="1903" y="40"/>
                  </a:lnTo>
                  <a:lnTo>
                    <a:pt x="1863" y="100"/>
                  </a:lnTo>
                  <a:lnTo>
                    <a:pt x="1843" y="159"/>
                  </a:lnTo>
                  <a:lnTo>
                    <a:pt x="1863" y="218"/>
                  </a:lnTo>
                  <a:lnTo>
                    <a:pt x="1883" y="258"/>
                  </a:lnTo>
                  <a:lnTo>
                    <a:pt x="1922" y="298"/>
                  </a:lnTo>
                  <a:lnTo>
                    <a:pt x="1982" y="318"/>
                  </a:lnTo>
                  <a:lnTo>
                    <a:pt x="1982" y="12957"/>
                  </a:lnTo>
                  <a:lnTo>
                    <a:pt x="1" y="14918"/>
                  </a:lnTo>
                  <a:lnTo>
                    <a:pt x="1" y="44495"/>
                  </a:lnTo>
                  <a:lnTo>
                    <a:pt x="100" y="44495"/>
                  </a:lnTo>
                  <a:lnTo>
                    <a:pt x="100" y="14958"/>
                  </a:lnTo>
                  <a:lnTo>
                    <a:pt x="2061" y="12996"/>
                  </a:lnTo>
                  <a:lnTo>
                    <a:pt x="2061" y="318"/>
                  </a:lnTo>
                  <a:lnTo>
                    <a:pt x="2101" y="298"/>
                  </a:lnTo>
                  <a:lnTo>
                    <a:pt x="2140" y="258"/>
                  </a:lnTo>
                  <a:lnTo>
                    <a:pt x="2180" y="218"/>
                  </a:lnTo>
                  <a:lnTo>
                    <a:pt x="2180" y="159"/>
                  </a:lnTo>
                  <a:lnTo>
                    <a:pt x="2160" y="100"/>
                  </a:lnTo>
                  <a:lnTo>
                    <a:pt x="2140" y="40"/>
                  </a:lnTo>
                  <a:lnTo>
                    <a:pt x="2081"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8"/>
            <p:cNvSpPr/>
            <p:nvPr/>
          </p:nvSpPr>
          <p:spPr>
            <a:xfrm>
              <a:off x="382725" y="1322400"/>
              <a:ext cx="54500" cy="1112400"/>
            </a:xfrm>
            <a:custGeom>
              <a:avLst/>
              <a:gdLst/>
              <a:ahLst/>
              <a:cxnLst/>
              <a:rect l="l" t="t" r="r" b="b"/>
              <a:pathLst>
                <a:path w="2180" h="44496" fill="none" extrusionOk="0">
                  <a:moveTo>
                    <a:pt x="2021" y="1"/>
                  </a:moveTo>
                  <a:lnTo>
                    <a:pt x="2021" y="1"/>
                  </a:lnTo>
                  <a:lnTo>
                    <a:pt x="1942" y="1"/>
                  </a:lnTo>
                  <a:lnTo>
                    <a:pt x="1903" y="40"/>
                  </a:lnTo>
                  <a:lnTo>
                    <a:pt x="1863" y="100"/>
                  </a:lnTo>
                  <a:lnTo>
                    <a:pt x="1843" y="159"/>
                  </a:lnTo>
                  <a:lnTo>
                    <a:pt x="1843" y="159"/>
                  </a:lnTo>
                  <a:lnTo>
                    <a:pt x="1863" y="218"/>
                  </a:lnTo>
                  <a:lnTo>
                    <a:pt x="1883" y="258"/>
                  </a:lnTo>
                  <a:lnTo>
                    <a:pt x="1922" y="298"/>
                  </a:lnTo>
                  <a:lnTo>
                    <a:pt x="1982" y="318"/>
                  </a:lnTo>
                  <a:lnTo>
                    <a:pt x="1982" y="12957"/>
                  </a:lnTo>
                  <a:lnTo>
                    <a:pt x="1" y="14918"/>
                  </a:lnTo>
                  <a:lnTo>
                    <a:pt x="1" y="44495"/>
                  </a:lnTo>
                  <a:lnTo>
                    <a:pt x="100" y="44495"/>
                  </a:lnTo>
                  <a:lnTo>
                    <a:pt x="100" y="14958"/>
                  </a:lnTo>
                  <a:lnTo>
                    <a:pt x="2061" y="12996"/>
                  </a:lnTo>
                  <a:lnTo>
                    <a:pt x="2061" y="318"/>
                  </a:lnTo>
                  <a:lnTo>
                    <a:pt x="2061" y="318"/>
                  </a:lnTo>
                  <a:lnTo>
                    <a:pt x="2101" y="298"/>
                  </a:lnTo>
                  <a:lnTo>
                    <a:pt x="2140" y="258"/>
                  </a:lnTo>
                  <a:lnTo>
                    <a:pt x="2180" y="218"/>
                  </a:lnTo>
                  <a:lnTo>
                    <a:pt x="2180" y="159"/>
                  </a:lnTo>
                  <a:lnTo>
                    <a:pt x="2180" y="159"/>
                  </a:lnTo>
                  <a:lnTo>
                    <a:pt x="2160" y="100"/>
                  </a:lnTo>
                  <a:lnTo>
                    <a:pt x="2140" y="40"/>
                  </a:lnTo>
                  <a:lnTo>
                    <a:pt x="2081" y="1"/>
                  </a:lnTo>
                  <a:lnTo>
                    <a:pt x="2021"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8"/>
            <p:cNvSpPr/>
            <p:nvPr/>
          </p:nvSpPr>
          <p:spPr>
            <a:xfrm>
              <a:off x="358475" y="1269400"/>
              <a:ext cx="54500" cy="1165400"/>
            </a:xfrm>
            <a:custGeom>
              <a:avLst/>
              <a:gdLst/>
              <a:ahLst/>
              <a:cxnLst/>
              <a:rect l="l" t="t" r="r" b="b"/>
              <a:pathLst>
                <a:path w="2180" h="46616" extrusionOk="0">
                  <a:moveTo>
                    <a:pt x="1941" y="1"/>
                  </a:moveTo>
                  <a:lnTo>
                    <a:pt x="1882" y="40"/>
                  </a:lnTo>
                  <a:lnTo>
                    <a:pt x="1842" y="100"/>
                  </a:lnTo>
                  <a:lnTo>
                    <a:pt x="1842" y="159"/>
                  </a:lnTo>
                  <a:lnTo>
                    <a:pt x="1842" y="219"/>
                  </a:lnTo>
                  <a:lnTo>
                    <a:pt x="1862" y="258"/>
                  </a:lnTo>
                  <a:lnTo>
                    <a:pt x="1902" y="298"/>
                  </a:lnTo>
                  <a:lnTo>
                    <a:pt x="1961" y="318"/>
                  </a:lnTo>
                  <a:lnTo>
                    <a:pt x="1961" y="14680"/>
                  </a:lnTo>
                  <a:lnTo>
                    <a:pt x="0" y="16642"/>
                  </a:lnTo>
                  <a:lnTo>
                    <a:pt x="0" y="46615"/>
                  </a:lnTo>
                  <a:lnTo>
                    <a:pt x="79" y="46615"/>
                  </a:lnTo>
                  <a:lnTo>
                    <a:pt x="79" y="16662"/>
                  </a:lnTo>
                  <a:lnTo>
                    <a:pt x="2041" y="14700"/>
                  </a:lnTo>
                  <a:lnTo>
                    <a:pt x="2041" y="318"/>
                  </a:lnTo>
                  <a:lnTo>
                    <a:pt x="2100" y="298"/>
                  </a:lnTo>
                  <a:lnTo>
                    <a:pt x="2140" y="258"/>
                  </a:lnTo>
                  <a:lnTo>
                    <a:pt x="2159" y="219"/>
                  </a:lnTo>
                  <a:lnTo>
                    <a:pt x="2179" y="159"/>
                  </a:lnTo>
                  <a:lnTo>
                    <a:pt x="2159" y="100"/>
                  </a:lnTo>
                  <a:lnTo>
                    <a:pt x="2120" y="40"/>
                  </a:lnTo>
                  <a:lnTo>
                    <a:pt x="2060"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8"/>
            <p:cNvSpPr/>
            <p:nvPr/>
          </p:nvSpPr>
          <p:spPr>
            <a:xfrm>
              <a:off x="358475" y="1269400"/>
              <a:ext cx="54500" cy="1165400"/>
            </a:xfrm>
            <a:custGeom>
              <a:avLst/>
              <a:gdLst/>
              <a:ahLst/>
              <a:cxnLst/>
              <a:rect l="l" t="t" r="r" b="b"/>
              <a:pathLst>
                <a:path w="2180" h="46616" fill="none" extrusionOk="0">
                  <a:moveTo>
                    <a:pt x="2001" y="1"/>
                  </a:moveTo>
                  <a:lnTo>
                    <a:pt x="2001" y="1"/>
                  </a:lnTo>
                  <a:lnTo>
                    <a:pt x="2001" y="1"/>
                  </a:lnTo>
                  <a:lnTo>
                    <a:pt x="2001" y="1"/>
                  </a:lnTo>
                  <a:lnTo>
                    <a:pt x="1941" y="1"/>
                  </a:lnTo>
                  <a:lnTo>
                    <a:pt x="1882" y="40"/>
                  </a:lnTo>
                  <a:lnTo>
                    <a:pt x="1842" y="100"/>
                  </a:lnTo>
                  <a:lnTo>
                    <a:pt x="1842" y="159"/>
                  </a:lnTo>
                  <a:lnTo>
                    <a:pt x="1842" y="159"/>
                  </a:lnTo>
                  <a:lnTo>
                    <a:pt x="1842" y="219"/>
                  </a:lnTo>
                  <a:lnTo>
                    <a:pt x="1862" y="258"/>
                  </a:lnTo>
                  <a:lnTo>
                    <a:pt x="1902" y="298"/>
                  </a:lnTo>
                  <a:lnTo>
                    <a:pt x="1961" y="318"/>
                  </a:lnTo>
                  <a:lnTo>
                    <a:pt x="1961" y="14680"/>
                  </a:lnTo>
                  <a:lnTo>
                    <a:pt x="0" y="16642"/>
                  </a:lnTo>
                  <a:lnTo>
                    <a:pt x="0" y="46615"/>
                  </a:lnTo>
                  <a:lnTo>
                    <a:pt x="79" y="46615"/>
                  </a:lnTo>
                  <a:lnTo>
                    <a:pt x="79" y="16662"/>
                  </a:lnTo>
                  <a:lnTo>
                    <a:pt x="2041" y="14700"/>
                  </a:lnTo>
                  <a:lnTo>
                    <a:pt x="2041" y="318"/>
                  </a:lnTo>
                  <a:lnTo>
                    <a:pt x="2041" y="318"/>
                  </a:lnTo>
                  <a:lnTo>
                    <a:pt x="2100" y="298"/>
                  </a:lnTo>
                  <a:lnTo>
                    <a:pt x="2140" y="258"/>
                  </a:lnTo>
                  <a:lnTo>
                    <a:pt x="2159" y="219"/>
                  </a:lnTo>
                  <a:lnTo>
                    <a:pt x="2179" y="159"/>
                  </a:lnTo>
                  <a:lnTo>
                    <a:pt x="2179" y="159"/>
                  </a:lnTo>
                  <a:lnTo>
                    <a:pt x="2159" y="100"/>
                  </a:lnTo>
                  <a:lnTo>
                    <a:pt x="2120" y="40"/>
                  </a:lnTo>
                  <a:lnTo>
                    <a:pt x="2060" y="1"/>
                  </a:lnTo>
                  <a:lnTo>
                    <a:pt x="2001"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8"/>
            <p:cNvSpPr/>
            <p:nvPr/>
          </p:nvSpPr>
          <p:spPr>
            <a:xfrm>
              <a:off x="979525" y="1779025"/>
              <a:ext cx="8450" cy="655775"/>
            </a:xfrm>
            <a:custGeom>
              <a:avLst/>
              <a:gdLst/>
              <a:ahLst/>
              <a:cxnLst/>
              <a:rect l="l" t="t" r="r" b="b"/>
              <a:pathLst>
                <a:path w="338" h="26231" extrusionOk="0">
                  <a:moveTo>
                    <a:pt x="100" y="1"/>
                  </a:moveTo>
                  <a:lnTo>
                    <a:pt x="40" y="41"/>
                  </a:lnTo>
                  <a:lnTo>
                    <a:pt x="1" y="100"/>
                  </a:lnTo>
                  <a:lnTo>
                    <a:pt x="1" y="159"/>
                  </a:lnTo>
                  <a:lnTo>
                    <a:pt x="1" y="219"/>
                  </a:lnTo>
                  <a:lnTo>
                    <a:pt x="40" y="258"/>
                  </a:lnTo>
                  <a:lnTo>
                    <a:pt x="80" y="298"/>
                  </a:lnTo>
                  <a:lnTo>
                    <a:pt x="120" y="318"/>
                  </a:lnTo>
                  <a:lnTo>
                    <a:pt x="120" y="26230"/>
                  </a:lnTo>
                  <a:lnTo>
                    <a:pt x="199" y="26230"/>
                  </a:lnTo>
                  <a:lnTo>
                    <a:pt x="199" y="318"/>
                  </a:lnTo>
                  <a:lnTo>
                    <a:pt x="258" y="298"/>
                  </a:lnTo>
                  <a:lnTo>
                    <a:pt x="298" y="258"/>
                  </a:lnTo>
                  <a:lnTo>
                    <a:pt x="318" y="219"/>
                  </a:lnTo>
                  <a:lnTo>
                    <a:pt x="337" y="159"/>
                  </a:lnTo>
                  <a:lnTo>
                    <a:pt x="318" y="100"/>
                  </a:lnTo>
                  <a:lnTo>
                    <a:pt x="278" y="41"/>
                  </a:lnTo>
                  <a:lnTo>
                    <a:pt x="219"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8"/>
            <p:cNvSpPr/>
            <p:nvPr/>
          </p:nvSpPr>
          <p:spPr>
            <a:xfrm>
              <a:off x="979525" y="1779025"/>
              <a:ext cx="8450" cy="655775"/>
            </a:xfrm>
            <a:custGeom>
              <a:avLst/>
              <a:gdLst/>
              <a:ahLst/>
              <a:cxnLst/>
              <a:rect l="l" t="t" r="r" b="b"/>
              <a:pathLst>
                <a:path w="338" h="26231" fill="none" extrusionOk="0">
                  <a:moveTo>
                    <a:pt x="159" y="1"/>
                  </a:moveTo>
                  <a:lnTo>
                    <a:pt x="159" y="1"/>
                  </a:lnTo>
                  <a:lnTo>
                    <a:pt x="100" y="1"/>
                  </a:lnTo>
                  <a:lnTo>
                    <a:pt x="40" y="41"/>
                  </a:lnTo>
                  <a:lnTo>
                    <a:pt x="1" y="100"/>
                  </a:lnTo>
                  <a:lnTo>
                    <a:pt x="1" y="159"/>
                  </a:lnTo>
                  <a:lnTo>
                    <a:pt x="1" y="159"/>
                  </a:lnTo>
                  <a:lnTo>
                    <a:pt x="1" y="219"/>
                  </a:lnTo>
                  <a:lnTo>
                    <a:pt x="40" y="258"/>
                  </a:lnTo>
                  <a:lnTo>
                    <a:pt x="80" y="298"/>
                  </a:lnTo>
                  <a:lnTo>
                    <a:pt x="120" y="318"/>
                  </a:lnTo>
                  <a:lnTo>
                    <a:pt x="120" y="26230"/>
                  </a:lnTo>
                  <a:lnTo>
                    <a:pt x="199" y="26230"/>
                  </a:lnTo>
                  <a:lnTo>
                    <a:pt x="199" y="318"/>
                  </a:lnTo>
                  <a:lnTo>
                    <a:pt x="199" y="318"/>
                  </a:lnTo>
                  <a:lnTo>
                    <a:pt x="258" y="298"/>
                  </a:lnTo>
                  <a:lnTo>
                    <a:pt x="298" y="258"/>
                  </a:lnTo>
                  <a:lnTo>
                    <a:pt x="318" y="219"/>
                  </a:lnTo>
                  <a:lnTo>
                    <a:pt x="337" y="159"/>
                  </a:lnTo>
                  <a:lnTo>
                    <a:pt x="337" y="159"/>
                  </a:lnTo>
                  <a:lnTo>
                    <a:pt x="318" y="100"/>
                  </a:lnTo>
                  <a:lnTo>
                    <a:pt x="278" y="41"/>
                  </a:lnTo>
                  <a:lnTo>
                    <a:pt x="219" y="1"/>
                  </a:lnTo>
                  <a:lnTo>
                    <a:pt x="159"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8"/>
            <p:cNvSpPr/>
            <p:nvPr/>
          </p:nvSpPr>
          <p:spPr>
            <a:xfrm>
              <a:off x="538750" y="1510100"/>
              <a:ext cx="54000" cy="924700"/>
            </a:xfrm>
            <a:custGeom>
              <a:avLst/>
              <a:gdLst/>
              <a:ahLst/>
              <a:cxnLst/>
              <a:rect l="l" t="t" r="r" b="b"/>
              <a:pathLst>
                <a:path w="2160" h="36988" extrusionOk="0">
                  <a:moveTo>
                    <a:pt x="159" y="1"/>
                  </a:moveTo>
                  <a:lnTo>
                    <a:pt x="99" y="21"/>
                  </a:lnTo>
                  <a:lnTo>
                    <a:pt x="40" y="40"/>
                  </a:lnTo>
                  <a:lnTo>
                    <a:pt x="0" y="100"/>
                  </a:lnTo>
                  <a:lnTo>
                    <a:pt x="0" y="159"/>
                  </a:lnTo>
                  <a:lnTo>
                    <a:pt x="0" y="219"/>
                  </a:lnTo>
                  <a:lnTo>
                    <a:pt x="40" y="278"/>
                  </a:lnTo>
                  <a:lnTo>
                    <a:pt x="79" y="298"/>
                  </a:lnTo>
                  <a:lnTo>
                    <a:pt x="119" y="318"/>
                  </a:lnTo>
                  <a:lnTo>
                    <a:pt x="119" y="3270"/>
                  </a:lnTo>
                  <a:lnTo>
                    <a:pt x="2080" y="5231"/>
                  </a:lnTo>
                  <a:lnTo>
                    <a:pt x="2080" y="36987"/>
                  </a:lnTo>
                  <a:lnTo>
                    <a:pt x="2159" y="36987"/>
                  </a:lnTo>
                  <a:lnTo>
                    <a:pt x="2159" y="5191"/>
                  </a:lnTo>
                  <a:lnTo>
                    <a:pt x="198" y="3230"/>
                  </a:lnTo>
                  <a:lnTo>
                    <a:pt x="198" y="318"/>
                  </a:lnTo>
                  <a:lnTo>
                    <a:pt x="258" y="298"/>
                  </a:lnTo>
                  <a:lnTo>
                    <a:pt x="297" y="278"/>
                  </a:lnTo>
                  <a:lnTo>
                    <a:pt x="317" y="219"/>
                  </a:lnTo>
                  <a:lnTo>
                    <a:pt x="337" y="159"/>
                  </a:lnTo>
                  <a:lnTo>
                    <a:pt x="317" y="100"/>
                  </a:lnTo>
                  <a:lnTo>
                    <a:pt x="277" y="40"/>
                  </a:lnTo>
                  <a:lnTo>
                    <a:pt x="218" y="21"/>
                  </a:lnTo>
                  <a:lnTo>
                    <a:pt x="159"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8"/>
            <p:cNvSpPr/>
            <p:nvPr/>
          </p:nvSpPr>
          <p:spPr>
            <a:xfrm>
              <a:off x="538750" y="1510100"/>
              <a:ext cx="54000" cy="924700"/>
            </a:xfrm>
            <a:custGeom>
              <a:avLst/>
              <a:gdLst/>
              <a:ahLst/>
              <a:cxnLst/>
              <a:rect l="l" t="t" r="r" b="b"/>
              <a:pathLst>
                <a:path w="2160" h="36988" fill="none" extrusionOk="0">
                  <a:moveTo>
                    <a:pt x="159" y="1"/>
                  </a:moveTo>
                  <a:lnTo>
                    <a:pt x="159" y="1"/>
                  </a:lnTo>
                  <a:lnTo>
                    <a:pt x="99" y="21"/>
                  </a:lnTo>
                  <a:lnTo>
                    <a:pt x="40" y="40"/>
                  </a:lnTo>
                  <a:lnTo>
                    <a:pt x="0" y="100"/>
                  </a:lnTo>
                  <a:lnTo>
                    <a:pt x="0" y="159"/>
                  </a:lnTo>
                  <a:lnTo>
                    <a:pt x="0" y="159"/>
                  </a:lnTo>
                  <a:lnTo>
                    <a:pt x="0" y="219"/>
                  </a:lnTo>
                  <a:lnTo>
                    <a:pt x="40" y="278"/>
                  </a:lnTo>
                  <a:lnTo>
                    <a:pt x="79" y="298"/>
                  </a:lnTo>
                  <a:lnTo>
                    <a:pt x="119" y="318"/>
                  </a:lnTo>
                  <a:lnTo>
                    <a:pt x="119" y="3270"/>
                  </a:lnTo>
                  <a:lnTo>
                    <a:pt x="2080" y="5231"/>
                  </a:lnTo>
                  <a:lnTo>
                    <a:pt x="2080" y="36987"/>
                  </a:lnTo>
                  <a:lnTo>
                    <a:pt x="2159" y="36987"/>
                  </a:lnTo>
                  <a:lnTo>
                    <a:pt x="2159" y="5191"/>
                  </a:lnTo>
                  <a:lnTo>
                    <a:pt x="198" y="3230"/>
                  </a:lnTo>
                  <a:lnTo>
                    <a:pt x="198" y="318"/>
                  </a:lnTo>
                  <a:lnTo>
                    <a:pt x="198" y="318"/>
                  </a:lnTo>
                  <a:lnTo>
                    <a:pt x="258" y="298"/>
                  </a:lnTo>
                  <a:lnTo>
                    <a:pt x="297" y="278"/>
                  </a:lnTo>
                  <a:lnTo>
                    <a:pt x="317" y="219"/>
                  </a:lnTo>
                  <a:lnTo>
                    <a:pt x="337" y="159"/>
                  </a:lnTo>
                  <a:lnTo>
                    <a:pt x="337" y="159"/>
                  </a:lnTo>
                  <a:lnTo>
                    <a:pt x="317" y="100"/>
                  </a:lnTo>
                  <a:lnTo>
                    <a:pt x="277" y="40"/>
                  </a:lnTo>
                  <a:lnTo>
                    <a:pt x="218" y="21"/>
                  </a:lnTo>
                  <a:lnTo>
                    <a:pt x="159"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8"/>
            <p:cNvSpPr/>
            <p:nvPr/>
          </p:nvSpPr>
          <p:spPr>
            <a:xfrm>
              <a:off x="516450" y="1278825"/>
              <a:ext cx="54025" cy="1155975"/>
            </a:xfrm>
            <a:custGeom>
              <a:avLst/>
              <a:gdLst/>
              <a:ahLst/>
              <a:cxnLst/>
              <a:rect l="l" t="t" r="r" b="b"/>
              <a:pathLst>
                <a:path w="2161" h="46239" extrusionOk="0">
                  <a:moveTo>
                    <a:pt x="159" y="0"/>
                  </a:moveTo>
                  <a:lnTo>
                    <a:pt x="100" y="20"/>
                  </a:lnTo>
                  <a:lnTo>
                    <a:pt x="40" y="60"/>
                  </a:lnTo>
                  <a:lnTo>
                    <a:pt x="1" y="99"/>
                  </a:lnTo>
                  <a:lnTo>
                    <a:pt x="1" y="179"/>
                  </a:lnTo>
                  <a:lnTo>
                    <a:pt x="1" y="218"/>
                  </a:lnTo>
                  <a:lnTo>
                    <a:pt x="20" y="278"/>
                  </a:lnTo>
                  <a:lnTo>
                    <a:pt x="60" y="297"/>
                  </a:lnTo>
                  <a:lnTo>
                    <a:pt x="119" y="337"/>
                  </a:lnTo>
                  <a:lnTo>
                    <a:pt x="119" y="12996"/>
                  </a:lnTo>
                  <a:lnTo>
                    <a:pt x="2081" y="14957"/>
                  </a:lnTo>
                  <a:lnTo>
                    <a:pt x="2081" y="46238"/>
                  </a:lnTo>
                  <a:lnTo>
                    <a:pt x="2160" y="46238"/>
                  </a:lnTo>
                  <a:lnTo>
                    <a:pt x="2160" y="14918"/>
                  </a:lnTo>
                  <a:lnTo>
                    <a:pt x="199" y="12956"/>
                  </a:lnTo>
                  <a:lnTo>
                    <a:pt x="199" y="337"/>
                  </a:lnTo>
                  <a:lnTo>
                    <a:pt x="258" y="297"/>
                  </a:lnTo>
                  <a:lnTo>
                    <a:pt x="298" y="278"/>
                  </a:lnTo>
                  <a:lnTo>
                    <a:pt x="318" y="218"/>
                  </a:lnTo>
                  <a:lnTo>
                    <a:pt x="318" y="179"/>
                  </a:lnTo>
                  <a:lnTo>
                    <a:pt x="318" y="99"/>
                  </a:lnTo>
                  <a:lnTo>
                    <a:pt x="278" y="60"/>
                  </a:lnTo>
                  <a:lnTo>
                    <a:pt x="219" y="20"/>
                  </a:lnTo>
                  <a:lnTo>
                    <a:pt x="159"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8"/>
            <p:cNvSpPr/>
            <p:nvPr/>
          </p:nvSpPr>
          <p:spPr>
            <a:xfrm>
              <a:off x="516450" y="1278825"/>
              <a:ext cx="54025" cy="1155975"/>
            </a:xfrm>
            <a:custGeom>
              <a:avLst/>
              <a:gdLst/>
              <a:ahLst/>
              <a:cxnLst/>
              <a:rect l="l" t="t" r="r" b="b"/>
              <a:pathLst>
                <a:path w="2161" h="46239" fill="none" extrusionOk="0">
                  <a:moveTo>
                    <a:pt x="159" y="0"/>
                  </a:moveTo>
                  <a:lnTo>
                    <a:pt x="159" y="0"/>
                  </a:lnTo>
                  <a:lnTo>
                    <a:pt x="100" y="20"/>
                  </a:lnTo>
                  <a:lnTo>
                    <a:pt x="40" y="60"/>
                  </a:lnTo>
                  <a:lnTo>
                    <a:pt x="1" y="99"/>
                  </a:lnTo>
                  <a:lnTo>
                    <a:pt x="1" y="179"/>
                  </a:lnTo>
                  <a:lnTo>
                    <a:pt x="1" y="179"/>
                  </a:lnTo>
                  <a:lnTo>
                    <a:pt x="1" y="218"/>
                  </a:lnTo>
                  <a:lnTo>
                    <a:pt x="20" y="278"/>
                  </a:lnTo>
                  <a:lnTo>
                    <a:pt x="60" y="297"/>
                  </a:lnTo>
                  <a:lnTo>
                    <a:pt x="119" y="337"/>
                  </a:lnTo>
                  <a:lnTo>
                    <a:pt x="119" y="12996"/>
                  </a:lnTo>
                  <a:lnTo>
                    <a:pt x="2081" y="14957"/>
                  </a:lnTo>
                  <a:lnTo>
                    <a:pt x="2081" y="46238"/>
                  </a:lnTo>
                  <a:lnTo>
                    <a:pt x="2160" y="46238"/>
                  </a:lnTo>
                  <a:lnTo>
                    <a:pt x="2160" y="14918"/>
                  </a:lnTo>
                  <a:lnTo>
                    <a:pt x="199" y="12956"/>
                  </a:lnTo>
                  <a:lnTo>
                    <a:pt x="199" y="337"/>
                  </a:lnTo>
                  <a:lnTo>
                    <a:pt x="199" y="337"/>
                  </a:lnTo>
                  <a:lnTo>
                    <a:pt x="258" y="297"/>
                  </a:lnTo>
                  <a:lnTo>
                    <a:pt x="298" y="278"/>
                  </a:lnTo>
                  <a:lnTo>
                    <a:pt x="318" y="218"/>
                  </a:lnTo>
                  <a:lnTo>
                    <a:pt x="318" y="179"/>
                  </a:lnTo>
                  <a:lnTo>
                    <a:pt x="318" y="179"/>
                  </a:lnTo>
                  <a:lnTo>
                    <a:pt x="318" y="99"/>
                  </a:lnTo>
                  <a:lnTo>
                    <a:pt x="278" y="60"/>
                  </a:lnTo>
                  <a:lnTo>
                    <a:pt x="219" y="20"/>
                  </a:lnTo>
                  <a:lnTo>
                    <a:pt x="159"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8"/>
            <p:cNvSpPr/>
            <p:nvPr/>
          </p:nvSpPr>
          <p:spPr>
            <a:xfrm>
              <a:off x="611550" y="1825100"/>
              <a:ext cx="8450" cy="609700"/>
            </a:xfrm>
            <a:custGeom>
              <a:avLst/>
              <a:gdLst/>
              <a:ahLst/>
              <a:cxnLst/>
              <a:rect l="l" t="t" r="r" b="b"/>
              <a:pathLst>
                <a:path w="338" h="24388" extrusionOk="0">
                  <a:moveTo>
                    <a:pt x="159" y="0"/>
                  </a:moveTo>
                  <a:lnTo>
                    <a:pt x="99" y="20"/>
                  </a:lnTo>
                  <a:lnTo>
                    <a:pt x="40" y="60"/>
                  </a:lnTo>
                  <a:lnTo>
                    <a:pt x="20" y="99"/>
                  </a:lnTo>
                  <a:lnTo>
                    <a:pt x="0" y="179"/>
                  </a:lnTo>
                  <a:lnTo>
                    <a:pt x="0" y="218"/>
                  </a:lnTo>
                  <a:lnTo>
                    <a:pt x="40" y="278"/>
                  </a:lnTo>
                  <a:lnTo>
                    <a:pt x="80" y="317"/>
                  </a:lnTo>
                  <a:lnTo>
                    <a:pt x="119" y="337"/>
                  </a:lnTo>
                  <a:lnTo>
                    <a:pt x="119" y="24387"/>
                  </a:lnTo>
                  <a:lnTo>
                    <a:pt x="198" y="24387"/>
                  </a:lnTo>
                  <a:lnTo>
                    <a:pt x="198" y="337"/>
                  </a:lnTo>
                  <a:lnTo>
                    <a:pt x="258" y="317"/>
                  </a:lnTo>
                  <a:lnTo>
                    <a:pt x="297" y="278"/>
                  </a:lnTo>
                  <a:lnTo>
                    <a:pt x="317" y="218"/>
                  </a:lnTo>
                  <a:lnTo>
                    <a:pt x="337" y="179"/>
                  </a:lnTo>
                  <a:lnTo>
                    <a:pt x="317" y="99"/>
                  </a:lnTo>
                  <a:lnTo>
                    <a:pt x="278" y="60"/>
                  </a:lnTo>
                  <a:lnTo>
                    <a:pt x="238" y="20"/>
                  </a:lnTo>
                  <a:lnTo>
                    <a:pt x="159"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8"/>
            <p:cNvSpPr/>
            <p:nvPr/>
          </p:nvSpPr>
          <p:spPr>
            <a:xfrm>
              <a:off x="611550" y="1825100"/>
              <a:ext cx="8450" cy="609700"/>
            </a:xfrm>
            <a:custGeom>
              <a:avLst/>
              <a:gdLst/>
              <a:ahLst/>
              <a:cxnLst/>
              <a:rect l="l" t="t" r="r" b="b"/>
              <a:pathLst>
                <a:path w="338" h="24388" fill="none" extrusionOk="0">
                  <a:moveTo>
                    <a:pt x="159" y="0"/>
                  </a:moveTo>
                  <a:lnTo>
                    <a:pt x="159" y="0"/>
                  </a:lnTo>
                  <a:lnTo>
                    <a:pt x="99" y="20"/>
                  </a:lnTo>
                  <a:lnTo>
                    <a:pt x="40" y="60"/>
                  </a:lnTo>
                  <a:lnTo>
                    <a:pt x="20" y="99"/>
                  </a:lnTo>
                  <a:lnTo>
                    <a:pt x="0" y="179"/>
                  </a:lnTo>
                  <a:lnTo>
                    <a:pt x="0" y="179"/>
                  </a:lnTo>
                  <a:lnTo>
                    <a:pt x="0" y="218"/>
                  </a:lnTo>
                  <a:lnTo>
                    <a:pt x="40" y="278"/>
                  </a:lnTo>
                  <a:lnTo>
                    <a:pt x="80" y="317"/>
                  </a:lnTo>
                  <a:lnTo>
                    <a:pt x="119" y="337"/>
                  </a:lnTo>
                  <a:lnTo>
                    <a:pt x="119" y="24387"/>
                  </a:lnTo>
                  <a:lnTo>
                    <a:pt x="198" y="24387"/>
                  </a:lnTo>
                  <a:lnTo>
                    <a:pt x="198" y="337"/>
                  </a:lnTo>
                  <a:lnTo>
                    <a:pt x="198" y="337"/>
                  </a:lnTo>
                  <a:lnTo>
                    <a:pt x="258" y="317"/>
                  </a:lnTo>
                  <a:lnTo>
                    <a:pt x="297" y="278"/>
                  </a:lnTo>
                  <a:lnTo>
                    <a:pt x="317" y="218"/>
                  </a:lnTo>
                  <a:lnTo>
                    <a:pt x="337" y="179"/>
                  </a:lnTo>
                  <a:lnTo>
                    <a:pt x="337" y="179"/>
                  </a:lnTo>
                  <a:lnTo>
                    <a:pt x="317" y="99"/>
                  </a:lnTo>
                  <a:lnTo>
                    <a:pt x="278" y="60"/>
                  </a:lnTo>
                  <a:lnTo>
                    <a:pt x="238" y="20"/>
                  </a:lnTo>
                  <a:lnTo>
                    <a:pt x="159"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8"/>
            <p:cNvSpPr/>
            <p:nvPr/>
          </p:nvSpPr>
          <p:spPr>
            <a:xfrm>
              <a:off x="926525" y="1733975"/>
              <a:ext cx="56000" cy="700825"/>
            </a:xfrm>
            <a:custGeom>
              <a:avLst/>
              <a:gdLst/>
              <a:ahLst/>
              <a:cxnLst/>
              <a:rect l="l" t="t" r="r" b="b"/>
              <a:pathLst>
                <a:path w="2240" h="28033" extrusionOk="0">
                  <a:moveTo>
                    <a:pt x="2061" y="0"/>
                  </a:moveTo>
                  <a:lnTo>
                    <a:pt x="2002" y="20"/>
                  </a:lnTo>
                  <a:lnTo>
                    <a:pt x="1942" y="40"/>
                  </a:lnTo>
                  <a:lnTo>
                    <a:pt x="1903" y="99"/>
                  </a:lnTo>
                  <a:lnTo>
                    <a:pt x="1903" y="159"/>
                  </a:lnTo>
                  <a:lnTo>
                    <a:pt x="1903" y="218"/>
                  </a:lnTo>
                  <a:lnTo>
                    <a:pt x="1923" y="258"/>
                  </a:lnTo>
                  <a:lnTo>
                    <a:pt x="1" y="2160"/>
                  </a:lnTo>
                  <a:lnTo>
                    <a:pt x="1" y="28032"/>
                  </a:lnTo>
                  <a:lnTo>
                    <a:pt x="80" y="28032"/>
                  </a:lnTo>
                  <a:lnTo>
                    <a:pt x="80" y="2199"/>
                  </a:lnTo>
                  <a:lnTo>
                    <a:pt x="1982" y="317"/>
                  </a:lnTo>
                  <a:lnTo>
                    <a:pt x="2022" y="337"/>
                  </a:lnTo>
                  <a:lnTo>
                    <a:pt x="2061" y="337"/>
                  </a:lnTo>
                  <a:lnTo>
                    <a:pt x="2121" y="317"/>
                  </a:lnTo>
                  <a:lnTo>
                    <a:pt x="2180" y="278"/>
                  </a:lnTo>
                  <a:lnTo>
                    <a:pt x="2220" y="238"/>
                  </a:lnTo>
                  <a:lnTo>
                    <a:pt x="2240" y="159"/>
                  </a:lnTo>
                  <a:lnTo>
                    <a:pt x="2220" y="99"/>
                  </a:lnTo>
                  <a:lnTo>
                    <a:pt x="2180" y="40"/>
                  </a:lnTo>
                  <a:lnTo>
                    <a:pt x="2121" y="20"/>
                  </a:lnTo>
                  <a:lnTo>
                    <a:pt x="2061"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8"/>
            <p:cNvSpPr/>
            <p:nvPr/>
          </p:nvSpPr>
          <p:spPr>
            <a:xfrm>
              <a:off x="926525" y="1733975"/>
              <a:ext cx="56000" cy="700825"/>
            </a:xfrm>
            <a:custGeom>
              <a:avLst/>
              <a:gdLst/>
              <a:ahLst/>
              <a:cxnLst/>
              <a:rect l="l" t="t" r="r" b="b"/>
              <a:pathLst>
                <a:path w="2240" h="28033" fill="none" extrusionOk="0">
                  <a:moveTo>
                    <a:pt x="2061" y="0"/>
                  </a:moveTo>
                  <a:lnTo>
                    <a:pt x="2061" y="0"/>
                  </a:lnTo>
                  <a:lnTo>
                    <a:pt x="2002" y="20"/>
                  </a:lnTo>
                  <a:lnTo>
                    <a:pt x="1942" y="40"/>
                  </a:lnTo>
                  <a:lnTo>
                    <a:pt x="1903" y="99"/>
                  </a:lnTo>
                  <a:lnTo>
                    <a:pt x="1903" y="159"/>
                  </a:lnTo>
                  <a:lnTo>
                    <a:pt x="1903" y="159"/>
                  </a:lnTo>
                  <a:lnTo>
                    <a:pt x="1903" y="218"/>
                  </a:lnTo>
                  <a:lnTo>
                    <a:pt x="1923" y="258"/>
                  </a:lnTo>
                  <a:lnTo>
                    <a:pt x="1" y="2160"/>
                  </a:lnTo>
                  <a:lnTo>
                    <a:pt x="1" y="28032"/>
                  </a:lnTo>
                  <a:lnTo>
                    <a:pt x="80" y="28032"/>
                  </a:lnTo>
                  <a:lnTo>
                    <a:pt x="80" y="2199"/>
                  </a:lnTo>
                  <a:lnTo>
                    <a:pt x="1982" y="317"/>
                  </a:lnTo>
                  <a:lnTo>
                    <a:pt x="1982" y="317"/>
                  </a:lnTo>
                  <a:lnTo>
                    <a:pt x="2022" y="337"/>
                  </a:lnTo>
                  <a:lnTo>
                    <a:pt x="2061" y="337"/>
                  </a:lnTo>
                  <a:lnTo>
                    <a:pt x="2061" y="337"/>
                  </a:lnTo>
                  <a:lnTo>
                    <a:pt x="2121" y="317"/>
                  </a:lnTo>
                  <a:lnTo>
                    <a:pt x="2180" y="278"/>
                  </a:lnTo>
                  <a:lnTo>
                    <a:pt x="2220" y="238"/>
                  </a:lnTo>
                  <a:lnTo>
                    <a:pt x="2240" y="159"/>
                  </a:lnTo>
                  <a:lnTo>
                    <a:pt x="2240" y="159"/>
                  </a:lnTo>
                  <a:lnTo>
                    <a:pt x="2220" y="99"/>
                  </a:lnTo>
                  <a:lnTo>
                    <a:pt x="2180" y="40"/>
                  </a:lnTo>
                  <a:lnTo>
                    <a:pt x="2121" y="20"/>
                  </a:lnTo>
                  <a:lnTo>
                    <a:pt x="2061"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8"/>
            <p:cNvSpPr/>
            <p:nvPr/>
          </p:nvSpPr>
          <p:spPr>
            <a:xfrm>
              <a:off x="472875" y="1899875"/>
              <a:ext cx="49550" cy="534925"/>
            </a:xfrm>
            <a:custGeom>
              <a:avLst/>
              <a:gdLst/>
              <a:ahLst/>
              <a:cxnLst/>
              <a:rect l="l" t="t" r="r" b="b"/>
              <a:pathLst>
                <a:path w="1982" h="21397" extrusionOk="0">
                  <a:moveTo>
                    <a:pt x="1744" y="1"/>
                  </a:moveTo>
                  <a:lnTo>
                    <a:pt x="1684" y="40"/>
                  </a:lnTo>
                  <a:lnTo>
                    <a:pt x="1664" y="100"/>
                  </a:lnTo>
                  <a:lnTo>
                    <a:pt x="1645" y="159"/>
                  </a:lnTo>
                  <a:lnTo>
                    <a:pt x="1645" y="199"/>
                  </a:lnTo>
                  <a:lnTo>
                    <a:pt x="1664" y="258"/>
                  </a:lnTo>
                  <a:lnTo>
                    <a:pt x="0" y="1922"/>
                  </a:lnTo>
                  <a:lnTo>
                    <a:pt x="0" y="3111"/>
                  </a:lnTo>
                  <a:lnTo>
                    <a:pt x="1763" y="4874"/>
                  </a:lnTo>
                  <a:lnTo>
                    <a:pt x="1763" y="21396"/>
                  </a:lnTo>
                  <a:lnTo>
                    <a:pt x="1862" y="21396"/>
                  </a:lnTo>
                  <a:lnTo>
                    <a:pt x="1862" y="4834"/>
                  </a:lnTo>
                  <a:lnTo>
                    <a:pt x="1862" y="2735"/>
                  </a:lnTo>
                  <a:lnTo>
                    <a:pt x="1902" y="2715"/>
                  </a:lnTo>
                  <a:lnTo>
                    <a:pt x="1942" y="2675"/>
                  </a:lnTo>
                  <a:lnTo>
                    <a:pt x="1962" y="2636"/>
                  </a:lnTo>
                  <a:lnTo>
                    <a:pt x="1981" y="2576"/>
                  </a:lnTo>
                  <a:lnTo>
                    <a:pt x="1962" y="2517"/>
                  </a:lnTo>
                  <a:lnTo>
                    <a:pt x="1922" y="2457"/>
                  </a:lnTo>
                  <a:lnTo>
                    <a:pt x="1882" y="2418"/>
                  </a:lnTo>
                  <a:lnTo>
                    <a:pt x="1744" y="2418"/>
                  </a:lnTo>
                  <a:lnTo>
                    <a:pt x="1684" y="2457"/>
                  </a:lnTo>
                  <a:lnTo>
                    <a:pt x="1664" y="2517"/>
                  </a:lnTo>
                  <a:lnTo>
                    <a:pt x="1645" y="2576"/>
                  </a:lnTo>
                  <a:lnTo>
                    <a:pt x="1645" y="2636"/>
                  </a:lnTo>
                  <a:lnTo>
                    <a:pt x="1684" y="2675"/>
                  </a:lnTo>
                  <a:lnTo>
                    <a:pt x="1724" y="2715"/>
                  </a:lnTo>
                  <a:lnTo>
                    <a:pt x="1763" y="2735"/>
                  </a:lnTo>
                  <a:lnTo>
                    <a:pt x="1763" y="4755"/>
                  </a:lnTo>
                  <a:lnTo>
                    <a:pt x="80" y="3071"/>
                  </a:lnTo>
                  <a:lnTo>
                    <a:pt x="80" y="1962"/>
                  </a:lnTo>
                  <a:lnTo>
                    <a:pt x="1744" y="298"/>
                  </a:lnTo>
                  <a:lnTo>
                    <a:pt x="1803" y="318"/>
                  </a:lnTo>
                  <a:lnTo>
                    <a:pt x="1882" y="318"/>
                  </a:lnTo>
                  <a:lnTo>
                    <a:pt x="1922" y="278"/>
                  </a:lnTo>
                  <a:lnTo>
                    <a:pt x="1962" y="219"/>
                  </a:lnTo>
                  <a:lnTo>
                    <a:pt x="1981" y="159"/>
                  </a:lnTo>
                  <a:lnTo>
                    <a:pt x="1962" y="100"/>
                  </a:lnTo>
                  <a:lnTo>
                    <a:pt x="1922" y="40"/>
                  </a:lnTo>
                  <a:lnTo>
                    <a:pt x="1882"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8"/>
            <p:cNvSpPr/>
            <p:nvPr/>
          </p:nvSpPr>
          <p:spPr>
            <a:xfrm>
              <a:off x="472875" y="1899875"/>
              <a:ext cx="49550" cy="534925"/>
            </a:xfrm>
            <a:custGeom>
              <a:avLst/>
              <a:gdLst/>
              <a:ahLst/>
              <a:cxnLst/>
              <a:rect l="l" t="t" r="r" b="b"/>
              <a:pathLst>
                <a:path w="1982" h="21397" fill="none" extrusionOk="0">
                  <a:moveTo>
                    <a:pt x="1803" y="1"/>
                  </a:moveTo>
                  <a:lnTo>
                    <a:pt x="1803" y="1"/>
                  </a:lnTo>
                  <a:lnTo>
                    <a:pt x="1744" y="1"/>
                  </a:lnTo>
                  <a:lnTo>
                    <a:pt x="1684" y="40"/>
                  </a:lnTo>
                  <a:lnTo>
                    <a:pt x="1664" y="100"/>
                  </a:lnTo>
                  <a:lnTo>
                    <a:pt x="1645" y="159"/>
                  </a:lnTo>
                  <a:lnTo>
                    <a:pt x="1645" y="159"/>
                  </a:lnTo>
                  <a:lnTo>
                    <a:pt x="1645" y="199"/>
                  </a:lnTo>
                  <a:lnTo>
                    <a:pt x="1664" y="258"/>
                  </a:lnTo>
                  <a:lnTo>
                    <a:pt x="0" y="1922"/>
                  </a:lnTo>
                  <a:lnTo>
                    <a:pt x="0" y="3111"/>
                  </a:lnTo>
                  <a:lnTo>
                    <a:pt x="1763" y="4874"/>
                  </a:lnTo>
                  <a:lnTo>
                    <a:pt x="1763" y="21396"/>
                  </a:lnTo>
                  <a:lnTo>
                    <a:pt x="1862" y="21396"/>
                  </a:lnTo>
                  <a:lnTo>
                    <a:pt x="1862" y="4834"/>
                  </a:lnTo>
                  <a:lnTo>
                    <a:pt x="1862" y="2735"/>
                  </a:lnTo>
                  <a:lnTo>
                    <a:pt x="1862" y="2735"/>
                  </a:lnTo>
                  <a:lnTo>
                    <a:pt x="1902" y="2715"/>
                  </a:lnTo>
                  <a:lnTo>
                    <a:pt x="1942" y="2675"/>
                  </a:lnTo>
                  <a:lnTo>
                    <a:pt x="1962" y="2636"/>
                  </a:lnTo>
                  <a:lnTo>
                    <a:pt x="1981" y="2576"/>
                  </a:lnTo>
                  <a:lnTo>
                    <a:pt x="1981" y="2576"/>
                  </a:lnTo>
                  <a:lnTo>
                    <a:pt x="1962" y="2517"/>
                  </a:lnTo>
                  <a:lnTo>
                    <a:pt x="1922" y="2457"/>
                  </a:lnTo>
                  <a:lnTo>
                    <a:pt x="1882" y="2418"/>
                  </a:lnTo>
                  <a:lnTo>
                    <a:pt x="1803" y="2418"/>
                  </a:lnTo>
                  <a:lnTo>
                    <a:pt x="1803" y="2418"/>
                  </a:lnTo>
                  <a:lnTo>
                    <a:pt x="1744" y="2418"/>
                  </a:lnTo>
                  <a:lnTo>
                    <a:pt x="1684" y="2457"/>
                  </a:lnTo>
                  <a:lnTo>
                    <a:pt x="1664" y="2517"/>
                  </a:lnTo>
                  <a:lnTo>
                    <a:pt x="1645" y="2576"/>
                  </a:lnTo>
                  <a:lnTo>
                    <a:pt x="1645" y="2576"/>
                  </a:lnTo>
                  <a:lnTo>
                    <a:pt x="1645" y="2636"/>
                  </a:lnTo>
                  <a:lnTo>
                    <a:pt x="1684" y="2675"/>
                  </a:lnTo>
                  <a:lnTo>
                    <a:pt x="1724" y="2715"/>
                  </a:lnTo>
                  <a:lnTo>
                    <a:pt x="1763" y="2735"/>
                  </a:lnTo>
                  <a:lnTo>
                    <a:pt x="1763" y="4755"/>
                  </a:lnTo>
                  <a:lnTo>
                    <a:pt x="80" y="3071"/>
                  </a:lnTo>
                  <a:lnTo>
                    <a:pt x="80" y="1962"/>
                  </a:lnTo>
                  <a:lnTo>
                    <a:pt x="1744" y="298"/>
                  </a:lnTo>
                  <a:lnTo>
                    <a:pt x="1744" y="298"/>
                  </a:lnTo>
                  <a:lnTo>
                    <a:pt x="1803" y="318"/>
                  </a:lnTo>
                  <a:lnTo>
                    <a:pt x="1803" y="318"/>
                  </a:lnTo>
                  <a:lnTo>
                    <a:pt x="1882" y="318"/>
                  </a:lnTo>
                  <a:lnTo>
                    <a:pt x="1922" y="278"/>
                  </a:lnTo>
                  <a:lnTo>
                    <a:pt x="1962" y="219"/>
                  </a:lnTo>
                  <a:lnTo>
                    <a:pt x="1981" y="159"/>
                  </a:lnTo>
                  <a:lnTo>
                    <a:pt x="1981" y="159"/>
                  </a:lnTo>
                  <a:lnTo>
                    <a:pt x="1962" y="100"/>
                  </a:lnTo>
                  <a:lnTo>
                    <a:pt x="1922" y="40"/>
                  </a:lnTo>
                  <a:lnTo>
                    <a:pt x="1882" y="1"/>
                  </a:lnTo>
                  <a:lnTo>
                    <a:pt x="1803"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8"/>
            <p:cNvSpPr/>
            <p:nvPr/>
          </p:nvSpPr>
          <p:spPr>
            <a:xfrm>
              <a:off x="635825" y="1904825"/>
              <a:ext cx="8425" cy="529975"/>
            </a:xfrm>
            <a:custGeom>
              <a:avLst/>
              <a:gdLst/>
              <a:ahLst/>
              <a:cxnLst/>
              <a:rect l="l" t="t" r="r" b="b"/>
              <a:pathLst>
                <a:path w="337" h="21199" extrusionOk="0">
                  <a:moveTo>
                    <a:pt x="119" y="1"/>
                  </a:moveTo>
                  <a:lnTo>
                    <a:pt x="59" y="40"/>
                  </a:lnTo>
                  <a:lnTo>
                    <a:pt x="20" y="100"/>
                  </a:lnTo>
                  <a:lnTo>
                    <a:pt x="0" y="159"/>
                  </a:lnTo>
                  <a:lnTo>
                    <a:pt x="20" y="219"/>
                  </a:lnTo>
                  <a:lnTo>
                    <a:pt x="40" y="258"/>
                  </a:lnTo>
                  <a:lnTo>
                    <a:pt x="79" y="298"/>
                  </a:lnTo>
                  <a:lnTo>
                    <a:pt x="139" y="318"/>
                  </a:lnTo>
                  <a:lnTo>
                    <a:pt x="139" y="21198"/>
                  </a:lnTo>
                  <a:lnTo>
                    <a:pt x="218" y="21198"/>
                  </a:lnTo>
                  <a:lnTo>
                    <a:pt x="218" y="318"/>
                  </a:lnTo>
                  <a:lnTo>
                    <a:pt x="277" y="298"/>
                  </a:lnTo>
                  <a:lnTo>
                    <a:pt x="317" y="258"/>
                  </a:lnTo>
                  <a:lnTo>
                    <a:pt x="337" y="219"/>
                  </a:lnTo>
                  <a:lnTo>
                    <a:pt x="337" y="159"/>
                  </a:lnTo>
                  <a:lnTo>
                    <a:pt x="337" y="100"/>
                  </a:lnTo>
                  <a:lnTo>
                    <a:pt x="297" y="40"/>
                  </a:lnTo>
                  <a:lnTo>
                    <a:pt x="238"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8"/>
            <p:cNvSpPr/>
            <p:nvPr/>
          </p:nvSpPr>
          <p:spPr>
            <a:xfrm>
              <a:off x="635825" y="1904825"/>
              <a:ext cx="8425" cy="529975"/>
            </a:xfrm>
            <a:custGeom>
              <a:avLst/>
              <a:gdLst/>
              <a:ahLst/>
              <a:cxnLst/>
              <a:rect l="l" t="t" r="r" b="b"/>
              <a:pathLst>
                <a:path w="337" h="21199" fill="none" extrusionOk="0">
                  <a:moveTo>
                    <a:pt x="178" y="1"/>
                  </a:moveTo>
                  <a:lnTo>
                    <a:pt x="178" y="1"/>
                  </a:lnTo>
                  <a:lnTo>
                    <a:pt x="119" y="1"/>
                  </a:lnTo>
                  <a:lnTo>
                    <a:pt x="59" y="40"/>
                  </a:lnTo>
                  <a:lnTo>
                    <a:pt x="20" y="100"/>
                  </a:lnTo>
                  <a:lnTo>
                    <a:pt x="0" y="159"/>
                  </a:lnTo>
                  <a:lnTo>
                    <a:pt x="0" y="159"/>
                  </a:lnTo>
                  <a:lnTo>
                    <a:pt x="20" y="219"/>
                  </a:lnTo>
                  <a:lnTo>
                    <a:pt x="40" y="258"/>
                  </a:lnTo>
                  <a:lnTo>
                    <a:pt x="79" y="298"/>
                  </a:lnTo>
                  <a:lnTo>
                    <a:pt x="139" y="318"/>
                  </a:lnTo>
                  <a:lnTo>
                    <a:pt x="139" y="21198"/>
                  </a:lnTo>
                  <a:lnTo>
                    <a:pt x="218" y="21198"/>
                  </a:lnTo>
                  <a:lnTo>
                    <a:pt x="218" y="318"/>
                  </a:lnTo>
                  <a:lnTo>
                    <a:pt x="218" y="318"/>
                  </a:lnTo>
                  <a:lnTo>
                    <a:pt x="277" y="298"/>
                  </a:lnTo>
                  <a:lnTo>
                    <a:pt x="317" y="258"/>
                  </a:lnTo>
                  <a:lnTo>
                    <a:pt x="337" y="219"/>
                  </a:lnTo>
                  <a:lnTo>
                    <a:pt x="337" y="159"/>
                  </a:lnTo>
                  <a:lnTo>
                    <a:pt x="337" y="159"/>
                  </a:lnTo>
                  <a:lnTo>
                    <a:pt x="337" y="100"/>
                  </a:lnTo>
                  <a:lnTo>
                    <a:pt x="297" y="40"/>
                  </a:lnTo>
                  <a:lnTo>
                    <a:pt x="238" y="1"/>
                  </a:lnTo>
                  <a:lnTo>
                    <a:pt x="178"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8"/>
            <p:cNvSpPr/>
            <p:nvPr/>
          </p:nvSpPr>
          <p:spPr>
            <a:xfrm>
              <a:off x="469900" y="1333800"/>
              <a:ext cx="78275" cy="1101000"/>
            </a:xfrm>
            <a:custGeom>
              <a:avLst/>
              <a:gdLst/>
              <a:ahLst/>
              <a:cxnLst/>
              <a:rect l="l" t="t" r="r" b="b"/>
              <a:pathLst>
                <a:path w="3131" h="44040" extrusionOk="0">
                  <a:moveTo>
                    <a:pt x="179" y="0"/>
                  </a:moveTo>
                  <a:lnTo>
                    <a:pt x="119" y="20"/>
                  </a:lnTo>
                  <a:lnTo>
                    <a:pt x="60" y="60"/>
                  </a:lnTo>
                  <a:lnTo>
                    <a:pt x="20" y="119"/>
                  </a:lnTo>
                  <a:lnTo>
                    <a:pt x="0" y="178"/>
                  </a:lnTo>
                  <a:lnTo>
                    <a:pt x="20" y="238"/>
                  </a:lnTo>
                  <a:lnTo>
                    <a:pt x="40" y="278"/>
                  </a:lnTo>
                  <a:lnTo>
                    <a:pt x="80" y="317"/>
                  </a:lnTo>
                  <a:lnTo>
                    <a:pt x="139" y="337"/>
                  </a:lnTo>
                  <a:lnTo>
                    <a:pt x="139" y="1684"/>
                  </a:lnTo>
                  <a:lnTo>
                    <a:pt x="1090" y="2635"/>
                  </a:lnTo>
                  <a:lnTo>
                    <a:pt x="1090" y="11272"/>
                  </a:lnTo>
                  <a:lnTo>
                    <a:pt x="3051" y="13234"/>
                  </a:lnTo>
                  <a:lnTo>
                    <a:pt x="3051" y="44039"/>
                  </a:lnTo>
                  <a:lnTo>
                    <a:pt x="3131" y="44039"/>
                  </a:lnTo>
                  <a:lnTo>
                    <a:pt x="3131" y="13194"/>
                  </a:lnTo>
                  <a:lnTo>
                    <a:pt x="1169" y="11233"/>
                  </a:lnTo>
                  <a:lnTo>
                    <a:pt x="1169" y="2595"/>
                  </a:lnTo>
                  <a:lnTo>
                    <a:pt x="218" y="1644"/>
                  </a:lnTo>
                  <a:lnTo>
                    <a:pt x="218" y="337"/>
                  </a:lnTo>
                  <a:lnTo>
                    <a:pt x="278" y="317"/>
                  </a:lnTo>
                  <a:lnTo>
                    <a:pt x="317" y="278"/>
                  </a:lnTo>
                  <a:lnTo>
                    <a:pt x="337" y="238"/>
                  </a:lnTo>
                  <a:lnTo>
                    <a:pt x="337" y="178"/>
                  </a:lnTo>
                  <a:lnTo>
                    <a:pt x="337" y="119"/>
                  </a:lnTo>
                  <a:lnTo>
                    <a:pt x="298" y="60"/>
                  </a:lnTo>
                  <a:lnTo>
                    <a:pt x="238" y="20"/>
                  </a:lnTo>
                  <a:lnTo>
                    <a:pt x="179"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8"/>
            <p:cNvSpPr/>
            <p:nvPr/>
          </p:nvSpPr>
          <p:spPr>
            <a:xfrm>
              <a:off x="469900" y="1333800"/>
              <a:ext cx="78275" cy="1101000"/>
            </a:xfrm>
            <a:custGeom>
              <a:avLst/>
              <a:gdLst/>
              <a:ahLst/>
              <a:cxnLst/>
              <a:rect l="l" t="t" r="r" b="b"/>
              <a:pathLst>
                <a:path w="3131" h="44040" fill="none" extrusionOk="0">
                  <a:moveTo>
                    <a:pt x="179" y="0"/>
                  </a:moveTo>
                  <a:lnTo>
                    <a:pt x="179" y="0"/>
                  </a:lnTo>
                  <a:lnTo>
                    <a:pt x="119" y="20"/>
                  </a:lnTo>
                  <a:lnTo>
                    <a:pt x="60" y="60"/>
                  </a:lnTo>
                  <a:lnTo>
                    <a:pt x="20" y="119"/>
                  </a:lnTo>
                  <a:lnTo>
                    <a:pt x="0" y="178"/>
                  </a:lnTo>
                  <a:lnTo>
                    <a:pt x="0" y="178"/>
                  </a:lnTo>
                  <a:lnTo>
                    <a:pt x="20" y="238"/>
                  </a:lnTo>
                  <a:lnTo>
                    <a:pt x="40" y="278"/>
                  </a:lnTo>
                  <a:lnTo>
                    <a:pt x="80" y="317"/>
                  </a:lnTo>
                  <a:lnTo>
                    <a:pt x="139" y="337"/>
                  </a:lnTo>
                  <a:lnTo>
                    <a:pt x="139" y="1684"/>
                  </a:lnTo>
                  <a:lnTo>
                    <a:pt x="1090" y="2635"/>
                  </a:lnTo>
                  <a:lnTo>
                    <a:pt x="1090" y="11272"/>
                  </a:lnTo>
                  <a:lnTo>
                    <a:pt x="3051" y="13234"/>
                  </a:lnTo>
                  <a:lnTo>
                    <a:pt x="3051" y="44039"/>
                  </a:lnTo>
                  <a:lnTo>
                    <a:pt x="3131" y="44039"/>
                  </a:lnTo>
                  <a:lnTo>
                    <a:pt x="3131" y="13194"/>
                  </a:lnTo>
                  <a:lnTo>
                    <a:pt x="1169" y="11233"/>
                  </a:lnTo>
                  <a:lnTo>
                    <a:pt x="1169" y="2595"/>
                  </a:lnTo>
                  <a:lnTo>
                    <a:pt x="218" y="1644"/>
                  </a:lnTo>
                  <a:lnTo>
                    <a:pt x="218" y="337"/>
                  </a:lnTo>
                  <a:lnTo>
                    <a:pt x="218" y="337"/>
                  </a:lnTo>
                  <a:lnTo>
                    <a:pt x="278" y="317"/>
                  </a:lnTo>
                  <a:lnTo>
                    <a:pt x="317" y="278"/>
                  </a:lnTo>
                  <a:lnTo>
                    <a:pt x="337" y="238"/>
                  </a:lnTo>
                  <a:lnTo>
                    <a:pt x="337" y="178"/>
                  </a:lnTo>
                  <a:lnTo>
                    <a:pt x="337" y="178"/>
                  </a:lnTo>
                  <a:lnTo>
                    <a:pt x="337" y="119"/>
                  </a:lnTo>
                  <a:lnTo>
                    <a:pt x="298" y="60"/>
                  </a:lnTo>
                  <a:lnTo>
                    <a:pt x="238" y="20"/>
                  </a:lnTo>
                  <a:lnTo>
                    <a:pt x="179"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8"/>
            <p:cNvSpPr/>
            <p:nvPr/>
          </p:nvSpPr>
          <p:spPr>
            <a:xfrm>
              <a:off x="868600" y="1090625"/>
              <a:ext cx="77775" cy="1344175"/>
            </a:xfrm>
            <a:custGeom>
              <a:avLst/>
              <a:gdLst/>
              <a:ahLst/>
              <a:cxnLst/>
              <a:rect l="l" t="t" r="r" b="b"/>
              <a:pathLst>
                <a:path w="3111" h="53767" extrusionOk="0">
                  <a:moveTo>
                    <a:pt x="2952" y="0"/>
                  </a:moveTo>
                  <a:lnTo>
                    <a:pt x="2892" y="20"/>
                  </a:lnTo>
                  <a:lnTo>
                    <a:pt x="2833" y="60"/>
                  </a:lnTo>
                  <a:lnTo>
                    <a:pt x="2793" y="99"/>
                  </a:lnTo>
                  <a:lnTo>
                    <a:pt x="2774" y="178"/>
                  </a:lnTo>
                  <a:lnTo>
                    <a:pt x="2793" y="218"/>
                  </a:lnTo>
                  <a:lnTo>
                    <a:pt x="2813" y="278"/>
                  </a:lnTo>
                  <a:lnTo>
                    <a:pt x="2853" y="317"/>
                  </a:lnTo>
                  <a:lnTo>
                    <a:pt x="2912" y="337"/>
                  </a:lnTo>
                  <a:lnTo>
                    <a:pt x="2912" y="1644"/>
                  </a:lnTo>
                  <a:lnTo>
                    <a:pt x="1961" y="2595"/>
                  </a:lnTo>
                  <a:lnTo>
                    <a:pt x="1961" y="11233"/>
                  </a:lnTo>
                  <a:lnTo>
                    <a:pt x="0" y="13194"/>
                  </a:lnTo>
                  <a:lnTo>
                    <a:pt x="0" y="53766"/>
                  </a:lnTo>
                  <a:lnTo>
                    <a:pt x="79" y="53766"/>
                  </a:lnTo>
                  <a:lnTo>
                    <a:pt x="79" y="13234"/>
                  </a:lnTo>
                  <a:lnTo>
                    <a:pt x="2041" y="11272"/>
                  </a:lnTo>
                  <a:lnTo>
                    <a:pt x="2041" y="2635"/>
                  </a:lnTo>
                  <a:lnTo>
                    <a:pt x="2991" y="1684"/>
                  </a:lnTo>
                  <a:lnTo>
                    <a:pt x="2991" y="337"/>
                  </a:lnTo>
                  <a:lnTo>
                    <a:pt x="3051" y="317"/>
                  </a:lnTo>
                  <a:lnTo>
                    <a:pt x="3091" y="278"/>
                  </a:lnTo>
                  <a:lnTo>
                    <a:pt x="3110" y="218"/>
                  </a:lnTo>
                  <a:lnTo>
                    <a:pt x="3110" y="178"/>
                  </a:lnTo>
                  <a:lnTo>
                    <a:pt x="3110" y="99"/>
                  </a:lnTo>
                  <a:lnTo>
                    <a:pt x="3071" y="60"/>
                  </a:lnTo>
                  <a:lnTo>
                    <a:pt x="3011" y="20"/>
                  </a:lnTo>
                  <a:lnTo>
                    <a:pt x="2952"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8"/>
            <p:cNvSpPr/>
            <p:nvPr/>
          </p:nvSpPr>
          <p:spPr>
            <a:xfrm>
              <a:off x="868600" y="1090625"/>
              <a:ext cx="77775" cy="1344175"/>
            </a:xfrm>
            <a:custGeom>
              <a:avLst/>
              <a:gdLst/>
              <a:ahLst/>
              <a:cxnLst/>
              <a:rect l="l" t="t" r="r" b="b"/>
              <a:pathLst>
                <a:path w="3111" h="53767" fill="none" extrusionOk="0">
                  <a:moveTo>
                    <a:pt x="2952" y="0"/>
                  </a:moveTo>
                  <a:lnTo>
                    <a:pt x="2952" y="0"/>
                  </a:lnTo>
                  <a:lnTo>
                    <a:pt x="2892" y="20"/>
                  </a:lnTo>
                  <a:lnTo>
                    <a:pt x="2833" y="60"/>
                  </a:lnTo>
                  <a:lnTo>
                    <a:pt x="2793" y="99"/>
                  </a:lnTo>
                  <a:lnTo>
                    <a:pt x="2774" y="178"/>
                  </a:lnTo>
                  <a:lnTo>
                    <a:pt x="2774" y="178"/>
                  </a:lnTo>
                  <a:lnTo>
                    <a:pt x="2793" y="218"/>
                  </a:lnTo>
                  <a:lnTo>
                    <a:pt x="2813" y="278"/>
                  </a:lnTo>
                  <a:lnTo>
                    <a:pt x="2853" y="317"/>
                  </a:lnTo>
                  <a:lnTo>
                    <a:pt x="2912" y="337"/>
                  </a:lnTo>
                  <a:lnTo>
                    <a:pt x="2912" y="1644"/>
                  </a:lnTo>
                  <a:lnTo>
                    <a:pt x="1961" y="2595"/>
                  </a:lnTo>
                  <a:lnTo>
                    <a:pt x="1961" y="11233"/>
                  </a:lnTo>
                  <a:lnTo>
                    <a:pt x="0" y="13194"/>
                  </a:lnTo>
                  <a:lnTo>
                    <a:pt x="0" y="53766"/>
                  </a:lnTo>
                  <a:lnTo>
                    <a:pt x="79" y="53766"/>
                  </a:lnTo>
                  <a:lnTo>
                    <a:pt x="79" y="13234"/>
                  </a:lnTo>
                  <a:lnTo>
                    <a:pt x="2041" y="11272"/>
                  </a:lnTo>
                  <a:lnTo>
                    <a:pt x="2041" y="2635"/>
                  </a:lnTo>
                  <a:lnTo>
                    <a:pt x="2991" y="1684"/>
                  </a:lnTo>
                  <a:lnTo>
                    <a:pt x="2991" y="337"/>
                  </a:lnTo>
                  <a:lnTo>
                    <a:pt x="2991" y="337"/>
                  </a:lnTo>
                  <a:lnTo>
                    <a:pt x="3051" y="317"/>
                  </a:lnTo>
                  <a:lnTo>
                    <a:pt x="3091" y="278"/>
                  </a:lnTo>
                  <a:lnTo>
                    <a:pt x="3110" y="218"/>
                  </a:lnTo>
                  <a:lnTo>
                    <a:pt x="3110" y="178"/>
                  </a:lnTo>
                  <a:lnTo>
                    <a:pt x="3110" y="178"/>
                  </a:lnTo>
                  <a:lnTo>
                    <a:pt x="3110" y="99"/>
                  </a:lnTo>
                  <a:lnTo>
                    <a:pt x="3071" y="60"/>
                  </a:lnTo>
                  <a:lnTo>
                    <a:pt x="3011" y="20"/>
                  </a:lnTo>
                  <a:lnTo>
                    <a:pt x="2952"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8"/>
            <p:cNvSpPr/>
            <p:nvPr/>
          </p:nvSpPr>
          <p:spPr>
            <a:xfrm>
              <a:off x="894350" y="1656700"/>
              <a:ext cx="49550" cy="778100"/>
            </a:xfrm>
            <a:custGeom>
              <a:avLst/>
              <a:gdLst/>
              <a:ahLst/>
              <a:cxnLst/>
              <a:rect l="l" t="t" r="r" b="b"/>
              <a:pathLst>
                <a:path w="1982" h="31124" extrusionOk="0">
                  <a:moveTo>
                    <a:pt x="159" y="1"/>
                  </a:moveTo>
                  <a:lnTo>
                    <a:pt x="99" y="21"/>
                  </a:lnTo>
                  <a:lnTo>
                    <a:pt x="40" y="40"/>
                  </a:lnTo>
                  <a:lnTo>
                    <a:pt x="20" y="100"/>
                  </a:lnTo>
                  <a:lnTo>
                    <a:pt x="0" y="159"/>
                  </a:lnTo>
                  <a:lnTo>
                    <a:pt x="20" y="238"/>
                  </a:lnTo>
                  <a:lnTo>
                    <a:pt x="40" y="278"/>
                  </a:lnTo>
                  <a:lnTo>
                    <a:pt x="99" y="318"/>
                  </a:lnTo>
                  <a:lnTo>
                    <a:pt x="159" y="337"/>
                  </a:lnTo>
                  <a:lnTo>
                    <a:pt x="218" y="337"/>
                  </a:lnTo>
                  <a:lnTo>
                    <a:pt x="258" y="318"/>
                  </a:lnTo>
                  <a:lnTo>
                    <a:pt x="1902" y="1962"/>
                  </a:lnTo>
                  <a:lnTo>
                    <a:pt x="1902" y="3071"/>
                  </a:lnTo>
                  <a:lnTo>
                    <a:pt x="218" y="4755"/>
                  </a:lnTo>
                  <a:lnTo>
                    <a:pt x="218" y="2735"/>
                  </a:lnTo>
                  <a:lnTo>
                    <a:pt x="258" y="2715"/>
                  </a:lnTo>
                  <a:lnTo>
                    <a:pt x="297" y="2675"/>
                  </a:lnTo>
                  <a:lnTo>
                    <a:pt x="317" y="2616"/>
                  </a:lnTo>
                  <a:lnTo>
                    <a:pt x="337" y="2576"/>
                  </a:lnTo>
                  <a:lnTo>
                    <a:pt x="317" y="2497"/>
                  </a:lnTo>
                  <a:lnTo>
                    <a:pt x="278" y="2457"/>
                  </a:lnTo>
                  <a:lnTo>
                    <a:pt x="238" y="2418"/>
                  </a:lnTo>
                  <a:lnTo>
                    <a:pt x="159" y="2398"/>
                  </a:lnTo>
                  <a:lnTo>
                    <a:pt x="99" y="2418"/>
                  </a:lnTo>
                  <a:lnTo>
                    <a:pt x="40" y="2457"/>
                  </a:lnTo>
                  <a:lnTo>
                    <a:pt x="20" y="2497"/>
                  </a:lnTo>
                  <a:lnTo>
                    <a:pt x="0" y="2576"/>
                  </a:lnTo>
                  <a:lnTo>
                    <a:pt x="0" y="2616"/>
                  </a:lnTo>
                  <a:lnTo>
                    <a:pt x="40" y="2675"/>
                  </a:lnTo>
                  <a:lnTo>
                    <a:pt x="79" y="2715"/>
                  </a:lnTo>
                  <a:lnTo>
                    <a:pt x="119" y="2735"/>
                  </a:lnTo>
                  <a:lnTo>
                    <a:pt x="119" y="31123"/>
                  </a:lnTo>
                  <a:lnTo>
                    <a:pt x="218" y="31123"/>
                  </a:lnTo>
                  <a:lnTo>
                    <a:pt x="218" y="4874"/>
                  </a:lnTo>
                  <a:lnTo>
                    <a:pt x="1981" y="3091"/>
                  </a:lnTo>
                  <a:lnTo>
                    <a:pt x="1981" y="1922"/>
                  </a:lnTo>
                  <a:lnTo>
                    <a:pt x="317" y="258"/>
                  </a:lnTo>
                  <a:lnTo>
                    <a:pt x="337" y="219"/>
                  </a:lnTo>
                  <a:lnTo>
                    <a:pt x="337" y="159"/>
                  </a:lnTo>
                  <a:lnTo>
                    <a:pt x="317" y="100"/>
                  </a:lnTo>
                  <a:lnTo>
                    <a:pt x="278" y="40"/>
                  </a:lnTo>
                  <a:lnTo>
                    <a:pt x="238" y="21"/>
                  </a:lnTo>
                  <a:lnTo>
                    <a:pt x="159"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8"/>
            <p:cNvSpPr/>
            <p:nvPr/>
          </p:nvSpPr>
          <p:spPr>
            <a:xfrm>
              <a:off x="894350" y="1656700"/>
              <a:ext cx="49550" cy="778100"/>
            </a:xfrm>
            <a:custGeom>
              <a:avLst/>
              <a:gdLst/>
              <a:ahLst/>
              <a:cxnLst/>
              <a:rect l="l" t="t" r="r" b="b"/>
              <a:pathLst>
                <a:path w="1982" h="31124" fill="none" extrusionOk="0">
                  <a:moveTo>
                    <a:pt x="159" y="1"/>
                  </a:moveTo>
                  <a:lnTo>
                    <a:pt x="159" y="1"/>
                  </a:lnTo>
                  <a:lnTo>
                    <a:pt x="159" y="1"/>
                  </a:lnTo>
                  <a:lnTo>
                    <a:pt x="159" y="1"/>
                  </a:lnTo>
                  <a:lnTo>
                    <a:pt x="99" y="21"/>
                  </a:lnTo>
                  <a:lnTo>
                    <a:pt x="40" y="40"/>
                  </a:lnTo>
                  <a:lnTo>
                    <a:pt x="20" y="100"/>
                  </a:lnTo>
                  <a:lnTo>
                    <a:pt x="0" y="159"/>
                  </a:lnTo>
                  <a:lnTo>
                    <a:pt x="0" y="159"/>
                  </a:lnTo>
                  <a:lnTo>
                    <a:pt x="20" y="238"/>
                  </a:lnTo>
                  <a:lnTo>
                    <a:pt x="40" y="278"/>
                  </a:lnTo>
                  <a:lnTo>
                    <a:pt x="99" y="318"/>
                  </a:lnTo>
                  <a:lnTo>
                    <a:pt x="159" y="337"/>
                  </a:lnTo>
                  <a:lnTo>
                    <a:pt x="159" y="337"/>
                  </a:lnTo>
                  <a:lnTo>
                    <a:pt x="218" y="337"/>
                  </a:lnTo>
                  <a:lnTo>
                    <a:pt x="258" y="318"/>
                  </a:lnTo>
                  <a:lnTo>
                    <a:pt x="1902" y="1962"/>
                  </a:lnTo>
                  <a:lnTo>
                    <a:pt x="1902" y="3071"/>
                  </a:lnTo>
                  <a:lnTo>
                    <a:pt x="218" y="4755"/>
                  </a:lnTo>
                  <a:lnTo>
                    <a:pt x="218" y="2735"/>
                  </a:lnTo>
                  <a:lnTo>
                    <a:pt x="218" y="2735"/>
                  </a:lnTo>
                  <a:lnTo>
                    <a:pt x="258" y="2715"/>
                  </a:lnTo>
                  <a:lnTo>
                    <a:pt x="297" y="2675"/>
                  </a:lnTo>
                  <a:lnTo>
                    <a:pt x="317" y="2616"/>
                  </a:lnTo>
                  <a:lnTo>
                    <a:pt x="337" y="2576"/>
                  </a:lnTo>
                  <a:lnTo>
                    <a:pt x="337" y="2576"/>
                  </a:lnTo>
                  <a:lnTo>
                    <a:pt x="317" y="2497"/>
                  </a:lnTo>
                  <a:lnTo>
                    <a:pt x="278" y="2457"/>
                  </a:lnTo>
                  <a:lnTo>
                    <a:pt x="238" y="2418"/>
                  </a:lnTo>
                  <a:lnTo>
                    <a:pt x="159" y="2398"/>
                  </a:lnTo>
                  <a:lnTo>
                    <a:pt x="159" y="2398"/>
                  </a:lnTo>
                  <a:lnTo>
                    <a:pt x="99" y="2418"/>
                  </a:lnTo>
                  <a:lnTo>
                    <a:pt x="40" y="2457"/>
                  </a:lnTo>
                  <a:lnTo>
                    <a:pt x="20" y="2497"/>
                  </a:lnTo>
                  <a:lnTo>
                    <a:pt x="0" y="2576"/>
                  </a:lnTo>
                  <a:lnTo>
                    <a:pt x="0" y="2576"/>
                  </a:lnTo>
                  <a:lnTo>
                    <a:pt x="0" y="2616"/>
                  </a:lnTo>
                  <a:lnTo>
                    <a:pt x="40" y="2675"/>
                  </a:lnTo>
                  <a:lnTo>
                    <a:pt x="79" y="2715"/>
                  </a:lnTo>
                  <a:lnTo>
                    <a:pt x="119" y="2735"/>
                  </a:lnTo>
                  <a:lnTo>
                    <a:pt x="119" y="31123"/>
                  </a:lnTo>
                  <a:lnTo>
                    <a:pt x="218" y="31123"/>
                  </a:lnTo>
                  <a:lnTo>
                    <a:pt x="218" y="4874"/>
                  </a:lnTo>
                  <a:lnTo>
                    <a:pt x="1981" y="3091"/>
                  </a:lnTo>
                  <a:lnTo>
                    <a:pt x="1981" y="1922"/>
                  </a:lnTo>
                  <a:lnTo>
                    <a:pt x="317" y="258"/>
                  </a:lnTo>
                  <a:lnTo>
                    <a:pt x="317" y="258"/>
                  </a:lnTo>
                  <a:lnTo>
                    <a:pt x="337" y="219"/>
                  </a:lnTo>
                  <a:lnTo>
                    <a:pt x="337" y="159"/>
                  </a:lnTo>
                  <a:lnTo>
                    <a:pt x="337" y="159"/>
                  </a:lnTo>
                  <a:lnTo>
                    <a:pt x="317" y="100"/>
                  </a:lnTo>
                  <a:lnTo>
                    <a:pt x="278" y="40"/>
                  </a:lnTo>
                  <a:lnTo>
                    <a:pt x="238" y="21"/>
                  </a:lnTo>
                  <a:lnTo>
                    <a:pt x="159"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8"/>
            <p:cNvSpPr/>
            <p:nvPr/>
          </p:nvSpPr>
          <p:spPr>
            <a:xfrm>
              <a:off x="614525" y="1073275"/>
              <a:ext cx="187725" cy="1361525"/>
            </a:xfrm>
            <a:custGeom>
              <a:avLst/>
              <a:gdLst/>
              <a:ahLst/>
              <a:cxnLst/>
              <a:rect l="l" t="t" r="r" b="b"/>
              <a:pathLst>
                <a:path w="7509" h="54461" extrusionOk="0">
                  <a:moveTo>
                    <a:pt x="5488" y="1"/>
                  </a:moveTo>
                  <a:lnTo>
                    <a:pt x="5428" y="21"/>
                  </a:lnTo>
                  <a:lnTo>
                    <a:pt x="5369" y="60"/>
                  </a:lnTo>
                  <a:lnTo>
                    <a:pt x="5349" y="120"/>
                  </a:lnTo>
                  <a:lnTo>
                    <a:pt x="5329" y="179"/>
                  </a:lnTo>
                  <a:lnTo>
                    <a:pt x="5329" y="239"/>
                  </a:lnTo>
                  <a:lnTo>
                    <a:pt x="5369" y="278"/>
                  </a:lnTo>
                  <a:lnTo>
                    <a:pt x="5408" y="318"/>
                  </a:lnTo>
                  <a:lnTo>
                    <a:pt x="5448" y="338"/>
                  </a:lnTo>
                  <a:lnTo>
                    <a:pt x="5448" y="8143"/>
                  </a:lnTo>
                  <a:lnTo>
                    <a:pt x="7409" y="10104"/>
                  </a:lnTo>
                  <a:lnTo>
                    <a:pt x="7409" y="17216"/>
                  </a:lnTo>
                  <a:lnTo>
                    <a:pt x="5448" y="19177"/>
                  </a:lnTo>
                  <a:lnTo>
                    <a:pt x="5448" y="27122"/>
                  </a:lnTo>
                  <a:lnTo>
                    <a:pt x="3011" y="29558"/>
                  </a:lnTo>
                  <a:lnTo>
                    <a:pt x="3011" y="34412"/>
                  </a:lnTo>
                  <a:lnTo>
                    <a:pt x="4418" y="35818"/>
                  </a:lnTo>
                  <a:lnTo>
                    <a:pt x="4418" y="39206"/>
                  </a:lnTo>
                  <a:lnTo>
                    <a:pt x="2060" y="36849"/>
                  </a:lnTo>
                  <a:lnTo>
                    <a:pt x="2060" y="28904"/>
                  </a:lnTo>
                  <a:lnTo>
                    <a:pt x="79" y="26943"/>
                  </a:lnTo>
                  <a:lnTo>
                    <a:pt x="79" y="19831"/>
                  </a:lnTo>
                  <a:lnTo>
                    <a:pt x="2060" y="17870"/>
                  </a:lnTo>
                  <a:lnTo>
                    <a:pt x="2060" y="10065"/>
                  </a:lnTo>
                  <a:lnTo>
                    <a:pt x="2100" y="10045"/>
                  </a:lnTo>
                  <a:lnTo>
                    <a:pt x="2140" y="10005"/>
                  </a:lnTo>
                  <a:lnTo>
                    <a:pt x="2179" y="9966"/>
                  </a:lnTo>
                  <a:lnTo>
                    <a:pt x="2179" y="9906"/>
                  </a:lnTo>
                  <a:lnTo>
                    <a:pt x="2160" y="9847"/>
                  </a:lnTo>
                  <a:lnTo>
                    <a:pt x="2140" y="9787"/>
                  </a:lnTo>
                  <a:lnTo>
                    <a:pt x="2080" y="9748"/>
                  </a:lnTo>
                  <a:lnTo>
                    <a:pt x="1942" y="9748"/>
                  </a:lnTo>
                  <a:lnTo>
                    <a:pt x="1902" y="9787"/>
                  </a:lnTo>
                  <a:lnTo>
                    <a:pt x="1862" y="9847"/>
                  </a:lnTo>
                  <a:lnTo>
                    <a:pt x="1843" y="9906"/>
                  </a:lnTo>
                  <a:lnTo>
                    <a:pt x="1862" y="9966"/>
                  </a:lnTo>
                  <a:lnTo>
                    <a:pt x="1882" y="10005"/>
                  </a:lnTo>
                  <a:lnTo>
                    <a:pt x="1922" y="10045"/>
                  </a:lnTo>
                  <a:lnTo>
                    <a:pt x="1961" y="10065"/>
                  </a:lnTo>
                  <a:lnTo>
                    <a:pt x="1961" y="17830"/>
                  </a:lnTo>
                  <a:lnTo>
                    <a:pt x="0" y="19792"/>
                  </a:lnTo>
                  <a:lnTo>
                    <a:pt x="0" y="26983"/>
                  </a:lnTo>
                  <a:lnTo>
                    <a:pt x="1961" y="28944"/>
                  </a:lnTo>
                  <a:lnTo>
                    <a:pt x="1961" y="36888"/>
                  </a:lnTo>
                  <a:lnTo>
                    <a:pt x="4418" y="39325"/>
                  </a:lnTo>
                  <a:lnTo>
                    <a:pt x="4418" y="54460"/>
                  </a:lnTo>
                  <a:lnTo>
                    <a:pt x="4497" y="54460"/>
                  </a:lnTo>
                  <a:lnTo>
                    <a:pt x="4497" y="39285"/>
                  </a:lnTo>
                  <a:lnTo>
                    <a:pt x="4497" y="33540"/>
                  </a:lnTo>
                  <a:lnTo>
                    <a:pt x="7508" y="30529"/>
                  </a:lnTo>
                  <a:lnTo>
                    <a:pt x="7508" y="20505"/>
                  </a:lnTo>
                  <a:lnTo>
                    <a:pt x="7409" y="20505"/>
                  </a:lnTo>
                  <a:lnTo>
                    <a:pt x="7409" y="30509"/>
                  </a:lnTo>
                  <a:lnTo>
                    <a:pt x="4497" y="33421"/>
                  </a:lnTo>
                  <a:lnTo>
                    <a:pt x="4497" y="32530"/>
                  </a:lnTo>
                  <a:lnTo>
                    <a:pt x="6518" y="30529"/>
                  </a:lnTo>
                  <a:lnTo>
                    <a:pt x="6518" y="23694"/>
                  </a:lnTo>
                  <a:lnTo>
                    <a:pt x="6439" y="23694"/>
                  </a:lnTo>
                  <a:lnTo>
                    <a:pt x="6439" y="30509"/>
                  </a:lnTo>
                  <a:lnTo>
                    <a:pt x="4418" y="32510"/>
                  </a:lnTo>
                  <a:lnTo>
                    <a:pt x="4418" y="35700"/>
                  </a:lnTo>
                  <a:lnTo>
                    <a:pt x="3091" y="34392"/>
                  </a:lnTo>
                  <a:lnTo>
                    <a:pt x="3091" y="29598"/>
                  </a:lnTo>
                  <a:lnTo>
                    <a:pt x="5547" y="27161"/>
                  </a:lnTo>
                  <a:lnTo>
                    <a:pt x="5547" y="19217"/>
                  </a:lnTo>
                  <a:lnTo>
                    <a:pt x="7508" y="17256"/>
                  </a:lnTo>
                  <a:lnTo>
                    <a:pt x="7508" y="10065"/>
                  </a:lnTo>
                  <a:lnTo>
                    <a:pt x="5547" y="8103"/>
                  </a:lnTo>
                  <a:lnTo>
                    <a:pt x="5547" y="338"/>
                  </a:lnTo>
                  <a:lnTo>
                    <a:pt x="5587" y="318"/>
                  </a:lnTo>
                  <a:lnTo>
                    <a:pt x="5626" y="278"/>
                  </a:lnTo>
                  <a:lnTo>
                    <a:pt x="5646" y="239"/>
                  </a:lnTo>
                  <a:lnTo>
                    <a:pt x="5666" y="179"/>
                  </a:lnTo>
                  <a:lnTo>
                    <a:pt x="5646" y="120"/>
                  </a:lnTo>
                  <a:lnTo>
                    <a:pt x="5607" y="60"/>
                  </a:lnTo>
                  <a:lnTo>
                    <a:pt x="5567" y="21"/>
                  </a:lnTo>
                  <a:lnTo>
                    <a:pt x="5488"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8"/>
            <p:cNvSpPr/>
            <p:nvPr/>
          </p:nvSpPr>
          <p:spPr>
            <a:xfrm>
              <a:off x="614525" y="1073275"/>
              <a:ext cx="187725" cy="1361525"/>
            </a:xfrm>
            <a:custGeom>
              <a:avLst/>
              <a:gdLst/>
              <a:ahLst/>
              <a:cxnLst/>
              <a:rect l="l" t="t" r="r" b="b"/>
              <a:pathLst>
                <a:path w="7509" h="54461" fill="none" extrusionOk="0">
                  <a:moveTo>
                    <a:pt x="5488" y="1"/>
                  </a:moveTo>
                  <a:lnTo>
                    <a:pt x="5488" y="1"/>
                  </a:lnTo>
                  <a:lnTo>
                    <a:pt x="5428" y="21"/>
                  </a:lnTo>
                  <a:lnTo>
                    <a:pt x="5369" y="60"/>
                  </a:lnTo>
                  <a:lnTo>
                    <a:pt x="5349" y="120"/>
                  </a:lnTo>
                  <a:lnTo>
                    <a:pt x="5329" y="179"/>
                  </a:lnTo>
                  <a:lnTo>
                    <a:pt x="5329" y="179"/>
                  </a:lnTo>
                  <a:lnTo>
                    <a:pt x="5329" y="239"/>
                  </a:lnTo>
                  <a:lnTo>
                    <a:pt x="5369" y="278"/>
                  </a:lnTo>
                  <a:lnTo>
                    <a:pt x="5408" y="318"/>
                  </a:lnTo>
                  <a:lnTo>
                    <a:pt x="5448" y="338"/>
                  </a:lnTo>
                  <a:lnTo>
                    <a:pt x="5448" y="8143"/>
                  </a:lnTo>
                  <a:lnTo>
                    <a:pt x="7409" y="10104"/>
                  </a:lnTo>
                  <a:lnTo>
                    <a:pt x="7409" y="17216"/>
                  </a:lnTo>
                  <a:lnTo>
                    <a:pt x="5448" y="19177"/>
                  </a:lnTo>
                  <a:lnTo>
                    <a:pt x="5448" y="27122"/>
                  </a:lnTo>
                  <a:lnTo>
                    <a:pt x="3011" y="29558"/>
                  </a:lnTo>
                  <a:lnTo>
                    <a:pt x="3011" y="34412"/>
                  </a:lnTo>
                  <a:lnTo>
                    <a:pt x="4418" y="35818"/>
                  </a:lnTo>
                  <a:lnTo>
                    <a:pt x="4418" y="39206"/>
                  </a:lnTo>
                  <a:lnTo>
                    <a:pt x="2060" y="36849"/>
                  </a:lnTo>
                  <a:lnTo>
                    <a:pt x="2060" y="28904"/>
                  </a:lnTo>
                  <a:lnTo>
                    <a:pt x="79" y="26943"/>
                  </a:lnTo>
                  <a:lnTo>
                    <a:pt x="79" y="19831"/>
                  </a:lnTo>
                  <a:lnTo>
                    <a:pt x="2060" y="17870"/>
                  </a:lnTo>
                  <a:lnTo>
                    <a:pt x="2060" y="10065"/>
                  </a:lnTo>
                  <a:lnTo>
                    <a:pt x="2060" y="10065"/>
                  </a:lnTo>
                  <a:lnTo>
                    <a:pt x="2100" y="10045"/>
                  </a:lnTo>
                  <a:lnTo>
                    <a:pt x="2140" y="10005"/>
                  </a:lnTo>
                  <a:lnTo>
                    <a:pt x="2179" y="9966"/>
                  </a:lnTo>
                  <a:lnTo>
                    <a:pt x="2179" y="9906"/>
                  </a:lnTo>
                  <a:lnTo>
                    <a:pt x="2179" y="9906"/>
                  </a:lnTo>
                  <a:lnTo>
                    <a:pt x="2160" y="9847"/>
                  </a:lnTo>
                  <a:lnTo>
                    <a:pt x="2140" y="9787"/>
                  </a:lnTo>
                  <a:lnTo>
                    <a:pt x="2080" y="9748"/>
                  </a:lnTo>
                  <a:lnTo>
                    <a:pt x="2021" y="9748"/>
                  </a:lnTo>
                  <a:lnTo>
                    <a:pt x="2021" y="9748"/>
                  </a:lnTo>
                  <a:lnTo>
                    <a:pt x="1942" y="9748"/>
                  </a:lnTo>
                  <a:lnTo>
                    <a:pt x="1902" y="9787"/>
                  </a:lnTo>
                  <a:lnTo>
                    <a:pt x="1862" y="9847"/>
                  </a:lnTo>
                  <a:lnTo>
                    <a:pt x="1843" y="9906"/>
                  </a:lnTo>
                  <a:lnTo>
                    <a:pt x="1843" y="9906"/>
                  </a:lnTo>
                  <a:lnTo>
                    <a:pt x="1862" y="9966"/>
                  </a:lnTo>
                  <a:lnTo>
                    <a:pt x="1882" y="10005"/>
                  </a:lnTo>
                  <a:lnTo>
                    <a:pt x="1922" y="10045"/>
                  </a:lnTo>
                  <a:lnTo>
                    <a:pt x="1961" y="10065"/>
                  </a:lnTo>
                  <a:lnTo>
                    <a:pt x="1961" y="17830"/>
                  </a:lnTo>
                  <a:lnTo>
                    <a:pt x="0" y="19792"/>
                  </a:lnTo>
                  <a:lnTo>
                    <a:pt x="0" y="26983"/>
                  </a:lnTo>
                  <a:lnTo>
                    <a:pt x="1961" y="28944"/>
                  </a:lnTo>
                  <a:lnTo>
                    <a:pt x="1961" y="36888"/>
                  </a:lnTo>
                  <a:lnTo>
                    <a:pt x="4418" y="39325"/>
                  </a:lnTo>
                  <a:lnTo>
                    <a:pt x="4418" y="54460"/>
                  </a:lnTo>
                  <a:lnTo>
                    <a:pt x="4497" y="54460"/>
                  </a:lnTo>
                  <a:lnTo>
                    <a:pt x="4497" y="39285"/>
                  </a:lnTo>
                  <a:lnTo>
                    <a:pt x="4497" y="33540"/>
                  </a:lnTo>
                  <a:lnTo>
                    <a:pt x="7508" y="30529"/>
                  </a:lnTo>
                  <a:lnTo>
                    <a:pt x="7508" y="20505"/>
                  </a:lnTo>
                  <a:lnTo>
                    <a:pt x="7409" y="20505"/>
                  </a:lnTo>
                  <a:lnTo>
                    <a:pt x="7409" y="30509"/>
                  </a:lnTo>
                  <a:lnTo>
                    <a:pt x="4497" y="33421"/>
                  </a:lnTo>
                  <a:lnTo>
                    <a:pt x="4497" y="32530"/>
                  </a:lnTo>
                  <a:lnTo>
                    <a:pt x="6518" y="30529"/>
                  </a:lnTo>
                  <a:lnTo>
                    <a:pt x="6518" y="23694"/>
                  </a:lnTo>
                  <a:lnTo>
                    <a:pt x="6439" y="23694"/>
                  </a:lnTo>
                  <a:lnTo>
                    <a:pt x="6439" y="30509"/>
                  </a:lnTo>
                  <a:lnTo>
                    <a:pt x="4418" y="32510"/>
                  </a:lnTo>
                  <a:lnTo>
                    <a:pt x="4418" y="35700"/>
                  </a:lnTo>
                  <a:lnTo>
                    <a:pt x="3091" y="34392"/>
                  </a:lnTo>
                  <a:lnTo>
                    <a:pt x="3091" y="29598"/>
                  </a:lnTo>
                  <a:lnTo>
                    <a:pt x="5547" y="27161"/>
                  </a:lnTo>
                  <a:lnTo>
                    <a:pt x="5547" y="19217"/>
                  </a:lnTo>
                  <a:lnTo>
                    <a:pt x="7508" y="17256"/>
                  </a:lnTo>
                  <a:lnTo>
                    <a:pt x="7508" y="10065"/>
                  </a:lnTo>
                  <a:lnTo>
                    <a:pt x="5547" y="8103"/>
                  </a:lnTo>
                  <a:lnTo>
                    <a:pt x="5547" y="338"/>
                  </a:lnTo>
                  <a:lnTo>
                    <a:pt x="5547" y="338"/>
                  </a:lnTo>
                  <a:lnTo>
                    <a:pt x="5587" y="318"/>
                  </a:lnTo>
                  <a:lnTo>
                    <a:pt x="5626" y="278"/>
                  </a:lnTo>
                  <a:lnTo>
                    <a:pt x="5646" y="239"/>
                  </a:lnTo>
                  <a:lnTo>
                    <a:pt x="5666" y="179"/>
                  </a:lnTo>
                  <a:lnTo>
                    <a:pt x="5666" y="179"/>
                  </a:lnTo>
                  <a:lnTo>
                    <a:pt x="5646" y="120"/>
                  </a:lnTo>
                  <a:lnTo>
                    <a:pt x="5607" y="60"/>
                  </a:lnTo>
                  <a:lnTo>
                    <a:pt x="5567" y="21"/>
                  </a:lnTo>
                  <a:lnTo>
                    <a:pt x="5488"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8"/>
            <p:cNvSpPr/>
            <p:nvPr/>
          </p:nvSpPr>
          <p:spPr>
            <a:xfrm>
              <a:off x="771025" y="1035650"/>
              <a:ext cx="129275" cy="1399150"/>
            </a:xfrm>
            <a:custGeom>
              <a:avLst/>
              <a:gdLst/>
              <a:ahLst/>
              <a:cxnLst/>
              <a:rect l="l" t="t" r="r" b="b"/>
              <a:pathLst>
                <a:path w="5171" h="55966" extrusionOk="0">
                  <a:moveTo>
                    <a:pt x="4953" y="0"/>
                  </a:moveTo>
                  <a:lnTo>
                    <a:pt x="4894" y="40"/>
                  </a:lnTo>
                  <a:lnTo>
                    <a:pt x="4854" y="99"/>
                  </a:lnTo>
                  <a:lnTo>
                    <a:pt x="4834" y="159"/>
                  </a:lnTo>
                  <a:lnTo>
                    <a:pt x="4854" y="218"/>
                  </a:lnTo>
                  <a:lnTo>
                    <a:pt x="4874" y="258"/>
                  </a:lnTo>
                  <a:lnTo>
                    <a:pt x="4913" y="297"/>
                  </a:lnTo>
                  <a:lnTo>
                    <a:pt x="4973" y="317"/>
                  </a:lnTo>
                  <a:lnTo>
                    <a:pt x="4973" y="12956"/>
                  </a:lnTo>
                  <a:lnTo>
                    <a:pt x="3012" y="14918"/>
                  </a:lnTo>
                  <a:lnTo>
                    <a:pt x="3012" y="32014"/>
                  </a:lnTo>
                  <a:lnTo>
                    <a:pt x="0" y="35006"/>
                  </a:lnTo>
                  <a:lnTo>
                    <a:pt x="0" y="55965"/>
                  </a:lnTo>
                  <a:lnTo>
                    <a:pt x="80" y="55965"/>
                  </a:lnTo>
                  <a:lnTo>
                    <a:pt x="80" y="35045"/>
                  </a:lnTo>
                  <a:lnTo>
                    <a:pt x="3091" y="32034"/>
                  </a:lnTo>
                  <a:lnTo>
                    <a:pt x="3091" y="14957"/>
                  </a:lnTo>
                  <a:lnTo>
                    <a:pt x="5052" y="12996"/>
                  </a:lnTo>
                  <a:lnTo>
                    <a:pt x="5052" y="317"/>
                  </a:lnTo>
                  <a:lnTo>
                    <a:pt x="5092" y="297"/>
                  </a:lnTo>
                  <a:lnTo>
                    <a:pt x="5131" y="258"/>
                  </a:lnTo>
                  <a:lnTo>
                    <a:pt x="5171" y="218"/>
                  </a:lnTo>
                  <a:lnTo>
                    <a:pt x="5171" y="159"/>
                  </a:lnTo>
                  <a:lnTo>
                    <a:pt x="5171" y="99"/>
                  </a:lnTo>
                  <a:lnTo>
                    <a:pt x="5131" y="40"/>
                  </a:lnTo>
                  <a:lnTo>
                    <a:pt x="5072"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8"/>
            <p:cNvSpPr/>
            <p:nvPr/>
          </p:nvSpPr>
          <p:spPr>
            <a:xfrm>
              <a:off x="771025" y="1035650"/>
              <a:ext cx="129275" cy="1399150"/>
            </a:xfrm>
            <a:custGeom>
              <a:avLst/>
              <a:gdLst/>
              <a:ahLst/>
              <a:cxnLst/>
              <a:rect l="l" t="t" r="r" b="b"/>
              <a:pathLst>
                <a:path w="5171" h="55966" fill="none" extrusionOk="0">
                  <a:moveTo>
                    <a:pt x="5012" y="0"/>
                  </a:moveTo>
                  <a:lnTo>
                    <a:pt x="5012" y="0"/>
                  </a:lnTo>
                  <a:lnTo>
                    <a:pt x="4953" y="0"/>
                  </a:lnTo>
                  <a:lnTo>
                    <a:pt x="4894" y="40"/>
                  </a:lnTo>
                  <a:lnTo>
                    <a:pt x="4854" y="99"/>
                  </a:lnTo>
                  <a:lnTo>
                    <a:pt x="4834" y="159"/>
                  </a:lnTo>
                  <a:lnTo>
                    <a:pt x="4834" y="159"/>
                  </a:lnTo>
                  <a:lnTo>
                    <a:pt x="4854" y="218"/>
                  </a:lnTo>
                  <a:lnTo>
                    <a:pt x="4874" y="258"/>
                  </a:lnTo>
                  <a:lnTo>
                    <a:pt x="4913" y="297"/>
                  </a:lnTo>
                  <a:lnTo>
                    <a:pt x="4973" y="317"/>
                  </a:lnTo>
                  <a:lnTo>
                    <a:pt x="4973" y="12956"/>
                  </a:lnTo>
                  <a:lnTo>
                    <a:pt x="3012" y="14918"/>
                  </a:lnTo>
                  <a:lnTo>
                    <a:pt x="3012" y="32014"/>
                  </a:lnTo>
                  <a:lnTo>
                    <a:pt x="0" y="35006"/>
                  </a:lnTo>
                  <a:lnTo>
                    <a:pt x="0" y="55965"/>
                  </a:lnTo>
                  <a:lnTo>
                    <a:pt x="80" y="55965"/>
                  </a:lnTo>
                  <a:lnTo>
                    <a:pt x="80" y="35045"/>
                  </a:lnTo>
                  <a:lnTo>
                    <a:pt x="3091" y="32034"/>
                  </a:lnTo>
                  <a:lnTo>
                    <a:pt x="3091" y="14957"/>
                  </a:lnTo>
                  <a:lnTo>
                    <a:pt x="5052" y="12996"/>
                  </a:lnTo>
                  <a:lnTo>
                    <a:pt x="5052" y="317"/>
                  </a:lnTo>
                  <a:lnTo>
                    <a:pt x="5052" y="317"/>
                  </a:lnTo>
                  <a:lnTo>
                    <a:pt x="5092" y="297"/>
                  </a:lnTo>
                  <a:lnTo>
                    <a:pt x="5131" y="258"/>
                  </a:lnTo>
                  <a:lnTo>
                    <a:pt x="5171" y="218"/>
                  </a:lnTo>
                  <a:lnTo>
                    <a:pt x="5171" y="159"/>
                  </a:lnTo>
                  <a:lnTo>
                    <a:pt x="5171" y="159"/>
                  </a:lnTo>
                  <a:lnTo>
                    <a:pt x="5171" y="99"/>
                  </a:lnTo>
                  <a:lnTo>
                    <a:pt x="5131" y="40"/>
                  </a:lnTo>
                  <a:lnTo>
                    <a:pt x="5072" y="0"/>
                  </a:lnTo>
                  <a:lnTo>
                    <a:pt x="5012"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8"/>
            <p:cNvSpPr/>
            <p:nvPr/>
          </p:nvSpPr>
          <p:spPr>
            <a:xfrm>
              <a:off x="747750" y="1264950"/>
              <a:ext cx="130275" cy="1169850"/>
            </a:xfrm>
            <a:custGeom>
              <a:avLst/>
              <a:gdLst/>
              <a:ahLst/>
              <a:cxnLst/>
              <a:rect l="l" t="t" r="r" b="b"/>
              <a:pathLst>
                <a:path w="5211" h="46794" extrusionOk="0">
                  <a:moveTo>
                    <a:pt x="5052" y="1"/>
                  </a:moveTo>
                  <a:lnTo>
                    <a:pt x="4973" y="20"/>
                  </a:lnTo>
                  <a:lnTo>
                    <a:pt x="4933" y="60"/>
                  </a:lnTo>
                  <a:lnTo>
                    <a:pt x="4893" y="100"/>
                  </a:lnTo>
                  <a:lnTo>
                    <a:pt x="4874" y="179"/>
                  </a:lnTo>
                  <a:lnTo>
                    <a:pt x="4874" y="218"/>
                  </a:lnTo>
                  <a:lnTo>
                    <a:pt x="4893" y="258"/>
                  </a:lnTo>
                  <a:lnTo>
                    <a:pt x="4953" y="317"/>
                  </a:lnTo>
                  <a:lnTo>
                    <a:pt x="4953" y="3349"/>
                  </a:lnTo>
                  <a:lnTo>
                    <a:pt x="2992" y="5310"/>
                  </a:lnTo>
                  <a:lnTo>
                    <a:pt x="2992" y="22882"/>
                  </a:lnTo>
                  <a:lnTo>
                    <a:pt x="0" y="25873"/>
                  </a:lnTo>
                  <a:lnTo>
                    <a:pt x="0" y="46793"/>
                  </a:lnTo>
                  <a:lnTo>
                    <a:pt x="99" y="46793"/>
                  </a:lnTo>
                  <a:lnTo>
                    <a:pt x="99" y="25913"/>
                  </a:lnTo>
                  <a:lnTo>
                    <a:pt x="3091" y="22921"/>
                  </a:lnTo>
                  <a:lnTo>
                    <a:pt x="3091" y="5349"/>
                  </a:lnTo>
                  <a:lnTo>
                    <a:pt x="5052" y="3388"/>
                  </a:lnTo>
                  <a:lnTo>
                    <a:pt x="5052" y="337"/>
                  </a:lnTo>
                  <a:lnTo>
                    <a:pt x="5111" y="317"/>
                  </a:lnTo>
                  <a:lnTo>
                    <a:pt x="5171" y="298"/>
                  </a:lnTo>
                  <a:lnTo>
                    <a:pt x="5191" y="238"/>
                  </a:lnTo>
                  <a:lnTo>
                    <a:pt x="5210" y="179"/>
                  </a:lnTo>
                  <a:lnTo>
                    <a:pt x="5191" y="100"/>
                  </a:lnTo>
                  <a:lnTo>
                    <a:pt x="5171" y="60"/>
                  </a:lnTo>
                  <a:lnTo>
                    <a:pt x="5111" y="20"/>
                  </a:lnTo>
                  <a:lnTo>
                    <a:pt x="5052"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8"/>
            <p:cNvSpPr/>
            <p:nvPr/>
          </p:nvSpPr>
          <p:spPr>
            <a:xfrm>
              <a:off x="747750" y="1264950"/>
              <a:ext cx="130275" cy="1169850"/>
            </a:xfrm>
            <a:custGeom>
              <a:avLst/>
              <a:gdLst/>
              <a:ahLst/>
              <a:cxnLst/>
              <a:rect l="l" t="t" r="r" b="b"/>
              <a:pathLst>
                <a:path w="5211" h="46794" fill="none" extrusionOk="0">
                  <a:moveTo>
                    <a:pt x="5052" y="1"/>
                  </a:moveTo>
                  <a:lnTo>
                    <a:pt x="5052" y="1"/>
                  </a:lnTo>
                  <a:lnTo>
                    <a:pt x="5052" y="1"/>
                  </a:lnTo>
                  <a:lnTo>
                    <a:pt x="5052" y="1"/>
                  </a:lnTo>
                  <a:lnTo>
                    <a:pt x="4973" y="20"/>
                  </a:lnTo>
                  <a:lnTo>
                    <a:pt x="4933" y="60"/>
                  </a:lnTo>
                  <a:lnTo>
                    <a:pt x="4893" y="100"/>
                  </a:lnTo>
                  <a:lnTo>
                    <a:pt x="4874" y="179"/>
                  </a:lnTo>
                  <a:lnTo>
                    <a:pt x="4874" y="179"/>
                  </a:lnTo>
                  <a:lnTo>
                    <a:pt x="4874" y="218"/>
                  </a:lnTo>
                  <a:lnTo>
                    <a:pt x="4893" y="258"/>
                  </a:lnTo>
                  <a:lnTo>
                    <a:pt x="4953" y="317"/>
                  </a:lnTo>
                  <a:lnTo>
                    <a:pt x="4953" y="3349"/>
                  </a:lnTo>
                  <a:lnTo>
                    <a:pt x="2992" y="5310"/>
                  </a:lnTo>
                  <a:lnTo>
                    <a:pt x="2992" y="22882"/>
                  </a:lnTo>
                  <a:lnTo>
                    <a:pt x="0" y="25873"/>
                  </a:lnTo>
                  <a:lnTo>
                    <a:pt x="0" y="46793"/>
                  </a:lnTo>
                  <a:lnTo>
                    <a:pt x="99" y="46793"/>
                  </a:lnTo>
                  <a:lnTo>
                    <a:pt x="99" y="25913"/>
                  </a:lnTo>
                  <a:lnTo>
                    <a:pt x="3091" y="22921"/>
                  </a:lnTo>
                  <a:lnTo>
                    <a:pt x="3091" y="5349"/>
                  </a:lnTo>
                  <a:lnTo>
                    <a:pt x="5052" y="3388"/>
                  </a:lnTo>
                  <a:lnTo>
                    <a:pt x="5052" y="337"/>
                  </a:lnTo>
                  <a:lnTo>
                    <a:pt x="5052" y="337"/>
                  </a:lnTo>
                  <a:lnTo>
                    <a:pt x="5111" y="317"/>
                  </a:lnTo>
                  <a:lnTo>
                    <a:pt x="5171" y="298"/>
                  </a:lnTo>
                  <a:lnTo>
                    <a:pt x="5191" y="238"/>
                  </a:lnTo>
                  <a:lnTo>
                    <a:pt x="5210" y="179"/>
                  </a:lnTo>
                  <a:lnTo>
                    <a:pt x="5210" y="179"/>
                  </a:lnTo>
                  <a:lnTo>
                    <a:pt x="5191" y="100"/>
                  </a:lnTo>
                  <a:lnTo>
                    <a:pt x="5171" y="60"/>
                  </a:lnTo>
                  <a:lnTo>
                    <a:pt x="5111" y="20"/>
                  </a:lnTo>
                  <a:lnTo>
                    <a:pt x="5052"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7" name="Google Shape;737;p8"/>
          <p:cNvGrpSpPr/>
          <p:nvPr/>
        </p:nvGrpSpPr>
        <p:grpSpPr>
          <a:xfrm rot="10800000">
            <a:off x="6226435" y="-1787435"/>
            <a:ext cx="3689134" cy="3227984"/>
            <a:chOff x="1067625" y="-1658125"/>
            <a:chExt cx="2887550" cy="2526600"/>
          </a:xfrm>
        </p:grpSpPr>
        <p:sp>
          <p:nvSpPr>
            <p:cNvPr id="738" name="Google Shape;738;p8"/>
            <p:cNvSpPr/>
            <p:nvPr/>
          </p:nvSpPr>
          <p:spPr>
            <a:xfrm>
              <a:off x="1067625" y="-1658125"/>
              <a:ext cx="2887550" cy="2526600"/>
            </a:xfrm>
            <a:custGeom>
              <a:avLst/>
              <a:gdLst/>
              <a:ahLst/>
              <a:cxnLst/>
              <a:rect l="l" t="t" r="r" b="b"/>
              <a:pathLst>
                <a:path w="115502" h="101064" extrusionOk="0">
                  <a:moveTo>
                    <a:pt x="49765" y="12202"/>
                  </a:moveTo>
                  <a:lnTo>
                    <a:pt x="49893" y="12585"/>
                  </a:lnTo>
                  <a:lnTo>
                    <a:pt x="50148" y="12905"/>
                  </a:lnTo>
                  <a:lnTo>
                    <a:pt x="50468" y="13097"/>
                  </a:lnTo>
                  <a:lnTo>
                    <a:pt x="50659" y="13160"/>
                  </a:lnTo>
                  <a:lnTo>
                    <a:pt x="50851" y="13224"/>
                  </a:lnTo>
                  <a:lnTo>
                    <a:pt x="51107" y="13160"/>
                  </a:lnTo>
                  <a:lnTo>
                    <a:pt x="51298" y="13097"/>
                  </a:lnTo>
                  <a:lnTo>
                    <a:pt x="56601" y="22232"/>
                  </a:lnTo>
                  <a:lnTo>
                    <a:pt x="56409" y="22423"/>
                  </a:lnTo>
                  <a:lnTo>
                    <a:pt x="56281" y="22615"/>
                  </a:lnTo>
                  <a:lnTo>
                    <a:pt x="56153" y="22871"/>
                  </a:lnTo>
                  <a:lnTo>
                    <a:pt x="56153" y="23126"/>
                  </a:lnTo>
                  <a:lnTo>
                    <a:pt x="56153" y="23382"/>
                  </a:lnTo>
                  <a:lnTo>
                    <a:pt x="56281" y="23637"/>
                  </a:lnTo>
                  <a:lnTo>
                    <a:pt x="56409" y="23829"/>
                  </a:lnTo>
                  <a:lnTo>
                    <a:pt x="56601" y="24021"/>
                  </a:lnTo>
                  <a:lnTo>
                    <a:pt x="51298" y="33156"/>
                  </a:lnTo>
                  <a:lnTo>
                    <a:pt x="51107" y="33092"/>
                  </a:lnTo>
                  <a:lnTo>
                    <a:pt x="50659" y="33092"/>
                  </a:lnTo>
                  <a:lnTo>
                    <a:pt x="50468" y="33156"/>
                  </a:lnTo>
                  <a:lnTo>
                    <a:pt x="50148" y="33347"/>
                  </a:lnTo>
                  <a:lnTo>
                    <a:pt x="49893" y="33667"/>
                  </a:lnTo>
                  <a:lnTo>
                    <a:pt x="49765" y="34050"/>
                  </a:lnTo>
                  <a:lnTo>
                    <a:pt x="39224" y="34050"/>
                  </a:lnTo>
                  <a:lnTo>
                    <a:pt x="39097" y="33667"/>
                  </a:lnTo>
                  <a:lnTo>
                    <a:pt x="38841" y="33347"/>
                  </a:lnTo>
                  <a:lnTo>
                    <a:pt x="38522" y="33156"/>
                  </a:lnTo>
                  <a:lnTo>
                    <a:pt x="38330" y="33092"/>
                  </a:lnTo>
                  <a:lnTo>
                    <a:pt x="37883" y="33092"/>
                  </a:lnTo>
                  <a:lnTo>
                    <a:pt x="37691" y="33156"/>
                  </a:lnTo>
                  <a:lnTo>
                    <a:pt x="32261" y="23765"/>
                  </a:lnTo>
                  <a:lnTo>
                    <a:pt x="32517" y="23637"/>
                  </a:lnTo>
                  <a:lnTo>
                    <a:pt x="32708" y="23382"/>
                  </a:lnTo>
                  <a:lnTo>
                    <a:pt x="32836" y="23126"/>
                  </a:lnTo>
                  <a:lnTo>
                    <a:pt x="32836" y="22807"/>
                  </a:lnTo>
                  <a:lnTo>
                    <a:pt x="32836" y="22615"/>
                  </a:lnTo>
                  <a:lnTo>
                    <a:pt x="32772" y="22360"/>
                  </a:lnTo>
                  <a:lnTo>
                    <a:pt x="32644" y="22168"/>
                  </a:lnTo>
                  <a:lnTo>
                    <a:pt x="32517" y="22040"/>
                  </a:lnTo>
                  <a:lnTo>
                    <a:pt x="37691" y="13097"/>
                  </a:lnTo>
                  <a:lnTo>
                    <a:pt x="37883" y="13160"/>
                  </a:lnTo>
                  <a:lnTo>
                    <a:pt x="38138" y="13224"/>
                  </a:lnTo>
                  <a:lnTo>
                    <a:pt x="38330" y="13160"/>
                  </a:lnTo>
                  <a:lnTo>
                    <a:pt x="38522" y="13097"/>
                  </a:lnTo>
                  <a:lnTo>
                    <a:pt x="38841" y="12905"/>
                  </a:lnTo>
                  <a:lnTo>
                    <a:pt x="39097" y="12585"/>
                  </a:lnTo>
                  <a:lnTo>
                    <a:pt x="39224" y="12202"/>
                  </a:lnTo>
                  <a:close/>
                  <a:moveTo>
                    <a:pt x="87967" y="12202"/>
                  </a:moveTo>
                  <a:lnTo>
                    <a:pt x="88031" y="12585"/>
                  </a:lnTo>
                  <a:lnTo>
                    <a:pt x="88287" y="12905"/>
                  </a:lnTo>
                  <a:lnTo>
                    <a:pt x="88606" y="13097"/>
                  </a:lnTo>
                  <a:lnTo>
                    <a:pt x="88798" y="13160"/>
                  </a:lnTo>
                  <a:lnTo>
                    <a:pt x="88989" y="13224"/>
                  </a:lnTo>
                  <a:lnTo>
                    <a:pt x="89245" y="13160"/>
                  </a:lnTo>
                  <a:lnTo>
                    <a:pt x="89437" y="13097"/>
                  </a:lnTo>
                  <a:lnTo>
                    <a:pt x="94803" y="22360"/>
                  </a:lnTo>
                  <a:lnTo>
                    <a:pt x="94675" y="22487"/>
                  </a:lnTo>
                  <a:lnTo>
                    <a:pt x="94547" y="22679"/>
                  </a:lnTo>
                  <a:lnTo>
                    <a:pt x="94483" y="22934"/>
                  </a:lnTo>
                  <a:lnTo>
                    <a:pt x="94483" y="23126"/>
                  </a:lnTo>
                  <a:lnTo>
                    <a:pt x="94483" y="23382"/>
                  </a:lnTo>
                  <a:lnTo>
                    <a:pt x="94547" y="23573"/>
                  </a:lnTo>
                  <a:lnTo>
                    <a:pt x="94675" y="23765"/>
                  </a:lnTo>
                  <a:lnTo>
                    <a:pt x="94803" y="23893"/>
                  </a:lnTo>
                  <a:lnTo>
                    <a:pt x="91864" y="29003"/>
                  </a:lnTo>
                  <a:lnTo>
                    <a:pt x="89437" y="33156"/>
                  </a:lnTo>
                  <a:lnTo>
                    <a:pt x="89245" y="33092"/>
                  </a:lnTo>
                  <a:lnTo>
                    <a:pt x="88798" y="33092"/>
                  </a:lnTo>
                  <a:lnTo>
                    <a:pt x="88606" y="33156"/>
                  </a:lnTo>
                  <a:lnTo>
                    <a:pt x="88287" y="33347"/>
                  </a:lnTo>
                  <a:lnTo>
                    <a:pt x="88031" y="33667"/>
                  </a:lnTo>
                  <a:lnTo>
                    <a:pt x="87967" y="34050"/>
                  </a:lnTo>
                  <a:lnTo>
                    <a:pt x="77363" y="34050"/>
                  </a:lnTo>
                  <a:lnTo>
                    <a:pt x="77235" y="33667"/>
                  </a:lnTo>
                  <a:lnTo>
                    <a:pt x="77043" y="33347"/>
                  </a:lnTo>
                  <a:lnTo>
                    <a:pt x="76660" y="33156"/>
                  </a:lnTo>
                  <a:lnTo>
                    <a:pt x="76468" y="33092"/>
                  </a:lnTo>
                  <a:lnTo>
                    <a:pt x="76085" y="33092"/>
                  </a:lnTo>
                  <a:lnTo>
                    <a:pt x="75829" y="33156"/>
                  </a:lnTo>
                  <a:lnTo>
                    <a:pt x="70527" y="24021"/>
                  </a:lnTo>
                  <a:lnTo>
                    <a:pt x="70719" y="23829"/>
                  </a:lnTo>
                  <a:lnTo>
                    <a:pt x="70910" y="23637"/>
                  </a:lnTo>
                  <a:lnTo>
                    <a:pt x="70974" y="23382"/>
                  </a:lnTo>
                  <a:lnTo>
                    <a:pt x="71038" y="23126"/>
                  </a:lnTo>
                  <a:lnTo>
                    <a:pt x="70974" y="22871"/>
                  </a:lnTo>
                  <a:lnTo>
                    <a:pt x="70910" y="22615"/>
                  </a:lnTo>
                  <a:lnTo>
                    <a:pt x="70719" y="22423"/>
                  </a:lnTo>
                  <a:lnTo>
                    <a:pt x="70527" y="22232"/>
                  </a:lnTo>
                  <a:lnTo>
                    <a:pt x="75702" y="13352"/>
                  </a:lnTo>
                  <a:lnTo>
                    <a:pt x="75829" y="13097"/>
                  </a:lnTo>
                  <a:lnTo>
                    <a:pt x="76085" y="13160"/>
                  </a:lnTo>
                  <a:lnTo>
                    <a:pt x="76277" y="13224"/>
                  </a:lnTo>
                  <a:lnTo>
                    <a:pt x="76468" y="13160"/>
                  </a:lnTo>
                  <a:lnTo>
                    <a:pt x="76660" y="13097"/>
                  </a:lnTo>
                  <a:lnTo>
                    <a:pt x="77043" y="12905"/>
                  </a:lnTo>
                  <a:lnTo>
                    <a:pt x="77235" y="12585"/>
                  </a:lnTo>
                  <a:lnTo>
                    <a:pt x="77363" y="12202"/>
                  </a:lnTo>
                  <a:close/>
                  <a:moveTo>
                    <a:pt x="68866" y="23254"/>
                  </a:moveTo>
                  <a:lnTo>
                    <a:pt x="68994" y="23637"/>
                  </a:lnTo>
                  <a:lnTo>
                    <a:pt x="69186" y="23957"/>
                  </a:lnTo>
                  <a:lnTo>
                    <a:pt x="69569" y="24148"/>
                  </a:lnTo>
                  <a:lnTo>
                    <a:pt x="69761" y="24212"/>
                  </a:lnTo>
                  <a:lnTo>
                    <a:pt x="70144" y="24212"/>
                  </a:lnTo>
                  <a:lnTo>
                    <a:pt x="70399" y="24084"/>
                  </a:lnTo>
                  <a:lnTo>
                    <a:pt x="75702" y="33284"/>
                  </a:lnTo>
                  <a:lnTo>
                    <a:pt x="75510" y="33411"/>
                  </a:lnTo>
                  <a:lnTo>
                    <a:pt x="75318" y="33667"/>
                  </a:lnTo>
                  <a:lnTo>
                    <a:pt x="75255" y="33858"/>
                  </a:lnTo>
                  <a:lnTo>
                    <a:pt x="75191" y="34178"/>
                  </a:lnTo>
                  <a:lnTo>
                    <a:pt x="75255" y="34433"/>
                  </a:lnTo>
                  <a:lnTo>
                    <a:pt x="75318" y="34625"/>
                  </a:lnTo>
                  <a:lnTo>
                    <a:pt x="75510" y="34881"/>
                  </a:lnTo>
                  <a:lnTo>
                    <a:pt x="75702" y="35008"/>
                  </a:lnTo>
                  <a:lnTo>
                    <a:pt x="75446" y="35392"/>
                  </a:lnTo>
                  <a:lnTo>
                    <a:pt x="70463" y="44080"/>
                  </a:lnTo>
                  <a:lnTo>
                    <a:pt x="70080" y="44080"/>
                  </a:lnTo>
                  <a:lnTo>
                    <a:pt x="69888" y="44144"/>
                  </a:lnTo>
                  <a:lnTo>
                    <a:pt x="69505" y="44335"/>
                  </a:lnTo>
                  <a:lnTo>
                    <a:pt x="69313" y="44655"/>
                  </a:lnTo>
                  <a:lnTo>
                    <a:pt x="69186" y="45038"/>
                  </a:lnTo>
                  <a:lnTo>
                    <a:pt x="58325" y="45038"/>
                  </a:lnTo>
                  <a:lnTo>
                    <a:pt x="58198" y="44655"/>
                  </a:lnTo>
                  <a:lnTo>
                    <a:pt x="57942" y="44335"/>
                  </a:lnTo>
                  <a:lnTo>
                    <a:pt x="57623" y="44144"/>
                  </a:lnTo>
                  <a:lnTo>
                    <a:pt x="57431" y="44080"/>
                  </a:lnTo>
                  <a:lnTo>
                    <a:pt x="56984" y="44080"/>
                  </a:lnTo>
                  <a:lnTo>
                    <a:pt x="56792" y="44208"/>
                  </a:lnTo>
                  <a:lnTo>
                    <a:pt x="51490" y="35008"/>
                  </a:lnTo>
                  <a:lnTo>
                    <a:pt x="51682" y="34881"/>
                  </a:lnTo>
                  <a:lnTo>
                    <a:pt x="51809" y="34625"/>
                  </a:lnTo>
                  <a:lnTo>
                    <a:pt x="51873" y="34433"/>
                  </a:lnTo>
                  <a:lnTo>
                    <a:pt x="51937" y="34178"/>
                  </a:lnTo>
                  <a:lnTo>
                    <a:pt x="51873" y="33858"/>
                  </a:lnTo>
                  <a:lnTo>
                    <a:pt x="51809" y="33667"/>
                  </a:lnTo>
                  <a:lnTo>
                    <a:pt x="51682" y="33411"/>
                  </a:lnTo>
                  <a:lnTo>
                    <a:pt x="51490" y="33284"/>
                  </a:lnTo>
                  <a:lnTo>
                    <a:pt x="56792" y="24084"/>
                  </a:lnTo>
                  <a:lnTo>
                    <a:pt x="56984" y="24148"/>
                  </a:lnTo>
                  <a:lnTo>
                    <a:pt x="57239" y="24212"/>
                  </a:lnTo>
                  <a:lnTo>
                    <a:pt x="57431" y="24148"/>
                  </a:lnTo>
                  <a:lnTo>
                    <a:pt x="57623" y="24148"/>
                  </a:lnTo>
                  <a:lnTo>
                    <a:pt x="57942" y="23893"/>
                  </a:lnTo>
                  <a:lnTo>
                    <a:pt x="58198" y="23637"/>
                  </a:lnTo>
                  <a:lnTo>
                    <a:pt x="58262" y="23254"/>
                  </a:lnTo>
                  <a:close/>
                  <a:moveTo>
                    <a:pt x="87967" y="34242"/>
                  </a:moveTo>
                  <a:lnTo>
                    <a:pt x="88031" y="34625"/>
                  </a:lnTo>
                  <a:lnTo>
                    <a:pt x="88287" y="34944"/>
                  </a:lnTo>
                  <a:lnTo>
                    <a:pt x="88606" y="35136"/>
                  </a:lnTo>
                  <a:lnTo>
                    <a:pt x="88798" y="35200"/>
                  </a:lnTo>
                  <a:lnTo>
                    <a:pt x="89245" y="35200"/>
                  </a:lnTo>
                  <a:lnTo>
                    <a:pt x="89437" y="35136"/>
                  </a:lnTo>
                  <a:lnTo>
                    <a:pt x="91034" y="37819"/>
                  </a:lnTo>
                  <a:lnTo>
                    <a:pt x="94803" y="44399"/>
                  </a:lnTo>
                  <a:lnTo>
                    <a:pt x="94675" y="44527"/>
                  </a:lnTo>
                  <a:lnTo>
                    <a:pt x="94547" y="44719"/>
                  </a:lnTo>
                  <a:lnTo>
                    <a:pt x="94483" y="44910"/>
                  </a:lnTo>
                  <a:lnTo>
                    <a:pt x="94483" y="45166"/>
                  </a:lnTo>
                  <a:lnTo>
                    <a:pt x="94483" y="45357"/>
                  </a:lnTo>
                  <a:lnTo>
                    <a:pt x="94547" y="45613"/>
                  </a:lnTo>
                  <a:lnTo>
                    <a:pt x="94675" y="45805"/>
                  </a:lnTo>
                  <a:lnTo>
                    <a:pt x="94803" y="45932"/>
                  </a:lnTo>
                  <a:lnTo>
                    <a:pt x="89437" y="55195"/>
                  </a:lnTo>
                  <a:lnTo>
                    <a:pt x="89245" y="55132"/>
                  </a:lnTo>
                  <a:lnTo>
                    <a:pt x="88989" y="55068"/>
                  </a:lnTo>
                  <a:lnTo>
                    <a:pt x="88798" y="55132"/>
                  </a:lnTo>
                  <a:lnTo>
                    <a:pt x="88606" y="55195"/>
                  </a:lnTo>
                  <a:lnTo>
                    <a:pt x="88287" y="55387"/>
                  </a:lnTo>
                  <a:lnTo>
                    <a:pt x="88031" y="55706"/>
                  </a:lnTo>
                  <a:lnTo>
                    <a:pt x="87967" y="56090"/>
                  </a:lnTo>
                  <a:lnTo>
                    <a:pt x="77363" y="56090"/>
                  </a:lnTo>
                  <a:lnTo>
                    <a:pt x="77235" y="55706"/>
                  </a:lnTo>
                  <a:lnTo>
                    <a:pt x="77043" y="55387"/>
                  </a:lnTo>
                  <a:lnTo>
                    <a:pt x="76660" y="55195"/>
                  </a:lnTo>
                  <a:lnTo>
                    <a:pt x="76468" y="55132"/>
                  </a:lnTo>
                  <a:lnTo>
                    <a:pt x="76277" y="55068"/>
                  </a:lnTo>
                  <a:lnTo>
                    <a:pt x="76085" y="55132"/>
                  </a:lnTo>
                  <a:lnTo>
                    <a:pt x="75893" y="55195"/>
                  </a:lnTo>
                  <a:lnTo>
                    <a:pt x="75702" y="55259"/>
                  </a:lnTo>
                  <a:lnTo>
                    <a:pt x="75510" y="55387"/>
                  </a:lnTo>
                  <a:lnTo>
                    <a:pt x="75382" y="55579"/>
                  </a:lnTo>
                  <a:lnTo>
                    <a:pt x="75318" y="55770"/>
                  </a:lnTo>
                  <a:lnTo>
                    <a:pt x="75255" y="55962"/>
                  </a:lnTo>
                  <a:lnTo>
                    <a:pt x="75191" y="56154"/>
                  </a:lnTo>
                  <a:lnTo>
                    <a:pt x="75255" y="56409"/>
                  </a:lnTo>
                  <a:lnTo>
                    <a:pt x="75318" y="56665"/>
                  </a:lnTo>
                  <a:lnTo>
                    <a:pt x="75510" y="56920"/>
                  </a:lnTo>
                  <a:lnTo>
                    <a:pt x="75702" y="57048"/>
                  </a:lnTo>
                  <a:lnTo>
                    <a:pt x="70336" y="66311"/>
                  </a:lnTo>
                  <a:lnTo>
                    <a:pt x="70144" y="66247"/>
                  </a:lnTo>
                  <a:lnTo>
                    <a:pt x="69888" y="66247"/>
                  </a:lnTo>
                  <a:lnTo>
                    <a:pt x="69505" y="66311"/>
                  </a:lnTo>
                  <a:lnTo>
                    <a:pt x="69186" y="66503"/>
                  </a:lnTo>
                  <a:lnTo>
                    <a:pt x="68994" y="66758"/>
                  </a:lnTo>
                  <a:lnTo>
                    <a:pt x="68866" y="67078"/>
                  </a:lnTo>
                  <a:lnTo>
                    <a:pt x="58325" y="67078"/>
                  </a:lnTo>
                  <a:lnTo>
                    <a:pt x="58198" y="66758"/>
                  </a:lnTo>
                  <a:lnTo>
                    <a:pt x="57942" y="66503"/>
                  </a:lnTo>
                  <a:lnTo>
                    <a:pt x="57623" y="66311"/>
                  </a:lnTo>
                  <a:lnTo>
                    <a:pt x="57303" y="66247"/>
                  </a:lnTo>
                  <a:lnTo>
                    <a:pt x="57048" y="66247"/>
                  </a:lnTo>
                  <a:lnTo>
                    <a:pt x="56856" y="66311"/>
                  </a:lnTo>
                  <a:lnTo>
                    <a:pt x="56664" y="66439"/>
                  </a:lnTo>
                  <a:lnTo>
                    <a:pt x="56537" y="66567"/>
                  </a:lnTo>
                  <a:lnTo>
                    <a:pt x="56409" y="66694"/>
                  </a:lnTo>
                  <a:lnTo>
                    <a:pt x="56281" y="66886"/>
                  </a:lnTo>
                  <a:lnTo>
                    <a:pt x="56217" y="67078"/>
                  </a:lnTo>
                  <a:lnTo>
                    <a:pt x="56217" y="67333"/>
                  </a:lnTo>
                  <a:lnTo>
                    <a:pt x="56217" y="67525"/>
                  </a:lnTo>
                  <a:lnTo>
                    <a:pt x="56281" y="67780"/>
                  </a:lnTo>
                  <a:lnTo>
                    <a:pt x="56409" y="67972"/>
                  </a:lnTo>
                  <a:lnTo>
                    <a:pt x="56537" y="68100"/>
                  </a:lnTo>
                  <a:lnTo>
                    <a:pt x="53534" y="73402"/>
                  </a:lnTo>
                  <a:lnTo>
                    <a:pt x="51298" y="77235"/>
                  </a:lnTo>
                  <a:lnTo>
                    <a:pt x="51107" y="77171"/>
                  </a:lnTo>
                  <a:lnTo>
                    <a:pt x="50851" y="77107"/>
                  </a:lnTo>
                  <a:lnTo>
                    <a:pt x="50659" y="77171"/>
                  </a:lnTo>
                  <a:lnTo>
                    <a:pt x="50468" y="77171"/>
                  </a:lnTo>
                  <a:lnTo>
                    <a:pt x="50148" y="77427"/>
                  </a:lnTo>
                  <a:lnTo>
                    <a:pt x="49893" y="77682"/>
                  </a:lnTo>
                  <a:lnTo>
                    <a:pt x="49765" y="78065"/>
                  </a:lnTo>
                  <a:lnTo>
                    <a:pt x="39224" y="78065"/>
                  </a:lnTo>
                  <a:lnTo>
                    <a:pt x="39160" y="77682"/>
                  </a:lnTo>
                  <a:lnTo>
                    <a:pt x="38905" y="77427"/>
                  </a:lnTo>
                  <a:lnTo>
                    <a:pt x="38586" y="77171"/>
                  </a:lnTo>
                  <a:lnTo>
                    <a:pt x="38394" y="77171"/>
                  </a:lnTo>
                  <a:lnTo>
                    <a:pt x="38202" y="77107"/>
                  </a:lnTo>
                  <a:lnTo>
                    <a:pt x="37947" y="77171"/>
                  </a:lnTo>
                  <a:lnTo>
                    <a:pt x="37691" y="77235"/>
                  </a:lnTo>
                  <a:lnTo>
                    <a:pt x="32389" y="68036"/>
                  </a:lnTo>
                  <a:lnTo>
                    <a:pt x="32580" y="67908"/>
                  </a:lnTo>
                  <a:lnTo>
                    <a:pt x="32708" y="67716"/>
                  </a:lnTo>
                  <a:lnTo>
                    <a:pt x="32836" y="67461"/>
                  </a:lnTo>
                  <a:lnTo>
                    <a:pt x="32836" y="67205"/>
                  </a:lnTo>
                  <a:lnTo>
                    <a:pt x="32836" y="66950"/>
                  </a:lnTo>
                  <a:lnTo>
                    <a:pt x="32708" y="66694"/>
                  </a:lnTo>
                  <a:lnTo>
                    <a:pt x="32580" y="66503"/>
                  </a:lnTo>
                  <a:lnTo>
                    <a:pt x="32389" y="66311"/>
                  </a:lnTo>
                  <a:lnTo>
                    <a:pt x="37691" y="57176"/>
                  </a:lnTo>
                  <a:lnTo>
                    <a:pt x="37883" y="57240"/>
                  </a:lnTo>
                  <a:lnTo>
                    <a:pt x="38330" y="57240"/>
                  </a:lnTo>
                  <a:lnTo>
                    <a:pt x="38586" y="57176"/>
                  </a:lnTo>
                  <a:lnTo>
                    <a:pt x="38713" y="57048"/>
                  </a:lnTo>
                  <a:lnTo>
                    <a:pt x="38905" y="56920"/>
                  </a:lnTo>
                  <a:lnTo>
                    <a:pt x="39033" y="56792"/>
                  </a:lnTo>
                  <a:lnTo>
                    <a:pt x="39160" y="56601"/>
                  </a:lnTo>
                  <a:lnTo>
                    <a:pt x="39224" y="56409"/>
                  </a:lnTo>
                  <a:lnTo>
                    <a:pt x="39224" y="56154"/>
                  </a:lnTo>
                  <a:lnTo>
                    <a:pt x="39224" y="55962"/>
                  </a:lnTo>
                  <a:lnTo>
                    <a:pt x="39160" y="55770"/>
                  </a:lnTo>
                  <a:lnTo>
                    <a:pt x="39033" y="55579"/>
                  </a:lnTo>
                  <a:lnTo>
                    <a:pt x="38905" y="55387"/>
                  </a:lnTo>
                  <a:lnTo>
                    <a:pt x="38713" y="55259"/>
                  </a:lnTo>
                  <a:lnTo>
                    <a:pt x="38586" y="55195"/>
                  </a:lnTo>
                  <a:lnTo>
                    <a:pt x="38330" y="55132"/>
                  </a:lnTo>
                  <a:lnTo>
                    <a:pt x="38138" y="55068"/>
                  </a:lnTo>
                  <a:lnTo>
                    <a:pt x="37947" y="55132"/>
                  </a:lnTo>
                  <a:lnTo>
                    <a:pt x="37691" y="55195"/>
                  </a:lnTo>
                  <a:lnTo>
                    <a:pt x="37563" y="55259"/>
                  </a:lnTo>
                  <a:lnTo>
                    <a:pt x="37372" y="55387"/>
                  </a:lnTo>
                  <a:lnTo>
                    <a:pt x="37244" y="55579"/>
                  </a:lnTo>
                  <a:lnTo>
                    <a:pt x="37116" y="55770"/>
                  </a:lnTo>
                  <a:lnTo>
                    <a:pt x="37052" y="55962"/>
                  </a:lnTo>
                  <a:lnTo>
                    <a:pt x="37052" y="56154"/>
                  </a:lnTo>
                  <a:lnTo>
                    <a:pt x="37116" y="56409"/>
                  </a:lnTo>
                  <a:lnTo>
                    <a:pt x="37180" y="56665"/>
                  </a:lnTo>
                  <a:lnTo>
                    <a:pt x="37308" y="56856"/>
                  </a:lnTo>
                  <a:lnTo>
                    <a:pt x="37499" y="57048"/>
                  </a:lnTo>
                  <a:lnTo>
                    <a:pt x="32197" y="66183"/>
                  </a:lnTo>
                  <a:lnTo>
                    <a:pt x="32006" y="66119"/>
                  </a:lnTo>
                  <a:lnTo>
                    <a:pt x="31558" y="66119"/>
                  </a:lnTo>
                  <a:lnTo>
                    <a:pt x="31367" y="66183"/>
                  </a:lnTo>
                  <a:lnTo>
                    <a:pt x="31047" y="66375"/>
                  </a:lnTo>
                  <a:lnTo>
                    <a:pt x="30792" y="66694"/>
                  </a:lnTo>
                  <a:lnTo>
                    <a:pt x="30728" y="67078"/>
                  </a:lnTo>
                  <a:lnTo>
                    <a:pt x="20187" y="67078"/>
                  </a:lnTo>
                  <a:lnTo>
                    <a:pt x="20059" y="66694"/>
                  </a:lnTo>
                  <a:lnTo>
                    <a:pt x="19804" y="66375"/>
                  </a:lnTo>
                  <a:lnTo>
                    <a:pt x="19484" y="66183"/>
                  </a:lnTo>
                  <a:lnTo>
                    <a:pt x="19293" y="66119"/>
                  </a:lnTo>
                  <a:lnTo>
                    <a:pt x="18846" y="66119"/>
                  </a:lnTo>
                  <a:lnTo>
                    <a:pt x="18590" y="66247"/>
                  </a:lnTo>
                  <a:lnTo>
                    <a:pt x="13288" y="57048"/>
                  </a:lnTo>
                  <a:lnTo>
                    <a:pt x="13543" y="56856"/>
                  </a:lnTo>
                  <a:lnTo>
                    <a:pt x="13735" y="56601"/>
                  </a:lnTo>
                  <a:lnTo>
                    <a:pt x="13863" y="56345"/>
                  </a:lnTo>
                  <a:lnTo>
                    <a:pt x="13927" y="56026"/>
                  </a:lnTo>
                  <a:lnTo>
                    <a:pt x="13927" y="55770"/>
                  </a:lnTo>
                  <a:lnTo>
                    <a:pt x="13799" y="55515"/>
                  </a:lnTo>
                  <a:lnTo>
                    <a:pt x="13607" y="55259"/>
                  </a:lnTo>
                  <a:lnTo>
                    <a:pt x="13415" y="55132"/>
                  </a:lnTo>
                  <a:lnTo>
                    <a:pt x="18654" y="46060"/>
                  </a:lnTo>
                  <a:lnTo>
                    <a:pt x="18973" y="46124"/>
                  </a:lnTo>
                  <a:lnTo>
                    <a:pt x="19357" y="46060"/>
                  </a:lnTo>
                  <a:lnTo>
                    <a:pt x="19676" y="45868"/>
                  </a:lnTo>
                  <a:lnTo>
                    <a:pt x="19932" y="45613"/>
                  </a:lnTo>
                  <a:lnTo>
                    <a:pt x="20059" y="45230"/>
                  </a:lnTo>
                  <a:lnTo>
                    <a:pt x="30728" y="45230"/>
                  </a:lnTo>
                  <a:lnTo>
                    <a:pt x="30792" y="45613"/>
                  </a:lnTo>
                  <a:lnTo>
                    <a:pt x="31047" y="45932"/>
                  </a:lnTo>
                  <a:lnTo>
                    <a:pt x="31367" y="46124"/>
                  </a:lnTo>
                  <a:lnTo>
                    <a:pt x="31558" y="46188"/>
                  </a:lnTo>
                  <a:lnTo>
                    <a:pt x="31750" y="46252"/>
                  </a:lnTo>
                  <a:lnTo>
                    <a:pt x="32006" y="46188"/>
                  </a:lnTo>
                  <a:lnTo>
                    <a:pt x="32197" y="46124"/>
                  </a:lnTo>
                  <a:lnTo>
                    <a:pt x="32389" y="46060"/>
                  </a:lnTo>
                  <a:lnTo>
                    <a:pt x="32517" y="45932"/>
                  </a:lnTo>
                  <a:lnTo>
                    <a:pt x="32644" y="45741"/>
                  </a:lnTo>
                  <a:lnTo>
                    <a:pt x="32772" y="45549"/>
                  </a:lnTo>
                  <a:lnTo>
                    <a:pt x="32836" y="45357"/>
                  </a:lnTo>
                  <a:lnTo>
                    <a:pt x="32836" y="45166"/>
                  </a:lnTo>
                  <a:lnTo>
                    <a:pt x="32836" y="44910"/>
                  </a:lnTo>
                  <a:lnTo>
                    <a:pt x="32708" y="44655"/>
                  </a:lnTo>
                  <a:lnTo>
                    <a:pt x="32580" y="44463"/>
                  </a:lnTo>
                  <a:lnTo>
                    <a:pt x="32389" y="44271"/>
                  </a:lnTo>
                  <a:lnTo>
                    <a:pt x="37372" y="35647"/>
                  </a:lnTo>
                  <a:lnTo>
                    <a:pt x="37691" y="35136"/>
                  </a:lnTo>
                  <a:lnTo>
                    <a:pt x="37883" y="35200"/>
                  </a:lnTo>
                  <a:lnTo>
                    <a:pt x="38330" y="35200"/>
                  </a:lnTo>
                  <a:lnTo>
                    <a:pt x="38522" y="35136"/>
                  </a:lnTo>
                  <a:lnTo>
                    <a:pt x="38841" y="34944"/>
                  </a:lnTo>
                  <a:lnTo>
                    <a:pt x="39097" y="34625"/>
                  </a:lnTo>
                  <a:lnTo>
                    <a:pt x="39224" y="34242"/>
                  </a:lnTo>
                  <a:lnTo>
                    <a:pt x="49765" y="34242"/>
                  </a:lnTo>
                  <a:lnTo>
                    <a:pt x="49893" y="34625"/>
                  </a:lnTo>
                  <a:lnTo>
                    <a:pt x="50148" y="34944"/>
                  </a:lnTo>
                  <a:lnTo>
                    <a:pt x="50468" y="35136"/>
                  </a:lnTo>
                  <a:lnTo>
                    <a:pt x="50659" y="35200"/>
                  </a:lnTo>
                  <a:lnTo>
                    <a:pt x="51107" y="35200"/>
                  </a:lnTo>
                  <a:lnTo>
                    <a:pt x="51298" y="35136"/>
                  </a:lnTo>
                  <a:lnTo>
                    <a:pt x="56601" y="44271"/>
                  </a:lnTo>
                  <a:lnTo>
                    <a:pt x="56409" y="44463"/>
                  </a:lnTo>
                  <a:lnTo>
                    <a:pt x="56281" y="44655"/>
                  </a:lnTo>
                  <a:lnTo>
                    <a:pt x="56153" y="44910"/>
                  </a:lnTo>
                  <a:lnTo>
                    <a:pt x="56153" y="45166"/>
                  </a:lnTo>
                  <a:lnTo>
                    <a:pt x="56153" y="45357"/>
                  </a:lnTo>
                  <a:lnTo>
                    <a:pt x="56217" y="45613"/>
                  </a:lnTo>
                  <a:lnTo>
                    <a:pt x="56345" y="45741"/>
                  </a:lnTo>
                  <a:lnTo>
                    <a:pt x="56473" y="45932"/>
                  </a:lnTo>
                  <a:lnTo>
                    <a:pt x="56601" y="46060"/>
                  </a:lnTo>
                  <a:lnTo>
                    <a:pt x="56792" y="46188"/>
                  </a:lnTo>
                  <a:lnTo>
                    <a:pt x="56984" y="46252"/>
                  </a:lnTo>
                  <a:lnTo>
                    <a:pt x="57431" y="46252"/>
                  </a:lnTo>
                  <a:lnTo>
                    <a:pt x="57623" y="46188"/>
                  </a:lnTo>
                  <a:lnTo>
                    <a:pt x="57942" y="45932"/>
                  </a:lnTo>
                  <a:lnTo>
                    <a:pt x="58198" y="45677"/>
                  </a:lnTo>
                  <a:lnTo>
                    <a:pt x="58325" y="45230"/>
                  </a:lnTo>
                  <a:lnTo>
                    <a:pt x="69186" y="45230"/>
                  </a:lnTo>
                  <a:lnTo>
                    <a:pt x="69313" y="45677"/>
                  </a:lnTo>
                  <a:lnTo>
                    <a:pt x="69505" y="45932"/>
                  </a:lnTo>
                  <a:lnTo>
                    <a:pt x="69888" y="46188"/>
                  </a:lnTo>
                  <a:lnTo>
                    <a:pt x="70080" y="46252"/>
                  </a:lnTo>
                  <a:lnTo>
                    <a:pt x="70463" y="46252"/>
                  </a:lnTo>
                  <a:lnTo>
                    <a:pt x="70655" y="46188"/>
                  </a:lnTo>
                  <a:lnTo>
                    <a:pt x="70847" y="46060"/>
                  </a:lnTo>
                  <a:lnTo>
                    <a:pt x="71038" y="45932"/>
                  </a:lnTo>
                  <a:lnTo>
                    <a:pt x="71166" y="45741"/>
                  </a:lnTo>
                  <a:lnTo>
                    <a:pt x="71230" y="45613"/>
                  </a:lnTo>
                  <a:lnTo>
                    <a:pt x="71294" y="45357"/>
                  </a:lnTo>
                  <a:lnTo>
                    <a:pt x="71358" y="45166"/>
                  </a:lnTo>
                  <a:lnTo>
                    <a:pt x="71294" y="44846"/>
                  </a:lnTo>
                  <a:lnTo>
                    <a:pt x="71166" y="44527"/>
                  </a:lnTo>
                  <a:lnTo>
                    <a:pt x="70910" y="44335"/>
                  </a:lnTo>
                  <a:lnTo>
                    <a:pt x="70655" y="44144"/>
                  </a:lnTo>
                  <a:lnTo>
                    <a:pt x="71294" y="43058"/>
                  </a:lnTo>
                  <a:lnTo>
                    <a:pt x="75829" y="35136"/>
                  </a:lnTo>
                  <a:lnTo>
                    <a:pt x="76085" y="35200"/>
                  </a:lnTo>
                  <a:lnTo>
                    <a:pt x="76468" y="35200"/>
                  </a:lnTo>
                  <a:lnTo>
                    <a:pt x="76660" y="35136"/>
                  </a:lnTo>
                  <a:lnTo>
                    <a:pt x="77043" y="34944"/>
                  </a:lnTo>
                  <a:lnTo>
                    <a:pt x="77235" y="34625"/>
                  </a:lnTo>
                  <a:lnTo>
                    <a:pt x="77363" y="34242"/>
                  </a:lnTo>
                  <a:close/>
                  <a:moveTo>
                    <a:pt x="69952" y="1"/>
                  </a:moveTo>
                  <a:lnTo>
                    <a:pt x="69761" y="64"/>
                  </a:lnTo>
                  <a:lnTo>
                    <a:pt x="69569" y="128"/>
                  </a:lnTo>
                  <a:lnTo>
                    <a:pt x="69186" y="320"/>
                  </a:lnTo>
                  <a:lnTo>
                    <a:pt x="68994" y="639"/>
                  </a:lnTo>
                  <a:lnTo>
                    <a:pt x="68866" y="1023"/>
                  </a:lnTo>
                  <a:lnTo>
                    <a:pt x="57239" y="1023"/>
                  </a:lnTo>
                  <a:lnTo>
                    <a:pt x="57239" y="1214"/>
                  </a:lnTo>
                  <a:lnTo>
                    <a:pt x="68866" y="1214"/>
                  </a:lnTo>
                  <a:lnTo>
                    <a:pt x="68994" y="1598"/>
                  </a:lnTo>
                  <a:lnTo>
                    <a:pt x="69186" y="1917"/>
                  </a:lnTo>
                  <a:lnTo>
                    <a:pt x="69569" y="2109"/>
                  </a:lnTo>
                  <a:lnTo>
                    <a:pt x="69761" y="2173"/>
                  </a:lnTo>
                  <a:lnTo>
                    <a:pt x="70144" y="2173"/>
                  </a:lnTo>
                  <a:lnTo>
                    <a:pt x="70399" y="2109"/>
                  </a:lnTo>
                  <a:lnTo>
                    <a:pt x="75702" y="11244"/>
                  </a:lnTo>
                  <a:lnTo>
                    <a:pt x="75510" y="11436"/>
                  </a:lnTo>
                  <a:lnTo>
                    <a:pt x="75318" y="11627"/>
                  </a:lnTo>
                  <a:lnTo>
                    <a:pt x="75255" y="11883"/>
                  </a:lnTo>
                  <a:lnTo>
                    <a:pt x="75191" y="12138"/>
                  </a:lnTo>
                  <a:lnTo>
                    <a:pt x="75255" y="12394"/>
                  </a:lnTo>
                  <a:lnTo>
                    <a:pt x="75318" y="12649"/>
                  </a:lnTo>
                  <a:lnTo>
                    <a:pt x="75510" y="12841"/>
                  </a:lnTo>
                  <a:lnTo>
                    <a:pt x="75702" y="12969"/>
                  </a:lnTo>
                  <a:lnTo>
                    <a:pt x="73019" y="17568"/>
                  </a:lnTo>
                  <a:lnTo>
                    <a:pt x="70399" y="22168"/>
                  </a:lnTo>
                  <a:lnTo>
                    <a:pt x="70144" y="22104"/>
                  </a:lnTo>
                  <a:lnTo>
                    <a:pt x="69952" y="22040"/>
                  </a:lnTo>
                  <a:lnTo>
                    <a:pt x="69761" y="22040"/>
                  </a:lnTo>
                  <a:lnTo>
                    <a:pt x="69505" y="22104"/>
                  </a:lnTo>
                  <a:lnTo>
                    <a:pt x="69186" y="22360"/>
                  </a:lnTo>
                  <a:lnTo>
                    <a:pt x="68994" y="22679"/>
                  </a:lnTo>
                  <a:lnTo>
                    <a:pt x="68866" y="23062"/>
                  </a:lnTo>
                  <a:lnTo>
                    <a:pt x="58262" y="23062"/>
                  </a:lnTo>
                  <a:lnTo>
                    <a:pt x="58262" y="22807"/>
                  </a:lnTo>
                  <a:lnTo>
                    <a:pt x="58198" y="22615"/>
                  </a:lnTo>
                  <a:lnTo>
                    <a:pt x="57942" y="22296"/>
                  </a:lnTo>
                  <a:lnTo>
                    <a:pt x="57623" y="22104"/>
                  </a:lnTo>
                  <a:lnTo>
                    <a:pt x="57431" y="22040"/>
                  </a:lnTo>
                  <a:lnTo>
                    <a:pt x="56984" y="22040"/>
                  </a:lnTo>
                  <a:lnTo>
                    <a:pt x="56728" y="22168"/>
                  </a:lnTo>
                  <a:lnTo>
                    <a:pt x="55706" y="20379"/>
                  </a:lnTo>
                  <a:lnTo>
                    <a:pt x="51490" y="12969"/>
                  </a:lnTo>
                  <a:lnTo>
                    <a:pt x="51682" y="12841"/>
                  </a:lnTo>
                  <a:lnTo>
                    <a:pt x="51809" y="12649"/>
                  </a:lnTo>
                  <a:lnTo>
                    <a:pt x="51873" y="12394"/>
                  </a:lnTo>
                  <a:lnTo>
                    <a:pt x="51937" y="12138"/>
                  </a:lnTo>
                  <a:lnTo>
                    <a:pt x="51937" y="11883"/>
                  </a:lnTo>
                  <a:lnTo>
                    <a:pt x="51873" y="11691"/>
                  </a:lnTo>
                  <a:lnTo>
                    <a:pt x="51745" y="11499"/>
                  </a:lnTo>
                  <a:lnTo>
                    <a:pt x="51618" y="11372"/>
                  </a:lnTo>
                  <a:lnTo>
                    <a:pt x="51490" y="11244"/>
                  </a:lnTo>
                  <a:lnTo>
                    <a:pt x="51298" y="11116"/>
                  </a:lnTo>
                  <a:lnTo>
                    <a:pt x="51043" y="11052"/>
                  </a:lnTo>
                  <a:lnTo>
                    <a:pt x="50659" y="11052"/>
                  </a:lnTo>
                  <a:lnTo>
                    <a:pt x="50468" y="11116"/>
                  </a:lnTo>
                  <a:lnTo>
                    <a:pt x="50148" y="11308"/>
                  </a:lnTo>
                  <a:lnTo>
                    <a:pt x="49893" y="11627"/>
                  </a:lnTo>
                  <a:lnTo>
                    <a:pt x="49765" y="12011"/>
                  </a:lnTo>
                  <a:lnTo>
                    <a:pt x="39224" y="12011"/>
                  </a:lnTo>
                  <a:lnTo>
                    <a:pt x="39097" y="11627"/>
                  </a:lnTo>
                  <a:lnTo>
                    <a:pt x="38841" y="11308"/>
                  </a:lnTo>
                  <a:lnTo>
                    <a:pt x="38522" y="11116"/>
                  </a:lnTo>
                  <a:lnTo>
                    <a:pt x="38330" y="11052"/>
                  </a:lnTo>
                  <a:lnTo>
                    <a:pt x="37883" y="11052"/>
                  </a:lnTo>
                  <a:lnTo>
                    <a:pt x="37691" y="11116"/>
                  </a:lnTo>
                  <a:lnTo>
                    <a:pt x="31878" y="1023"/>
                  </a:lnTo>
                  <a:lnTo>
                    <a:pt x="31686" y="1150"/>
                  </a:lnTo>
                  <a:lnTo>
                    <a:pt x="37499" y="11244"/>
                  </a:lnTo>
                  <a:lnTo>
                    <a:pt x="37308" y="11436"/>
                  </a:lnTo>
                  <a:lnTo>
                    <a:pt x="37180" y="11627"/>
                  </a:lnTo>
                  <a:lnTo>
                    <a:pt x="37116" y="11883"/>
                  </a:lnTo>
                  <a:lnTo>
                    <a:pt x="37052" y="12138"/>
                  </a:lnTo>
                  <a:lnTo>
                    <a:pt x="37116" y="12394"/>
                  </a:lnTo>
                  <a:lnTo>
                    <a:pt x="37180" y="12649"/>
                  </a:lnTo>
                  <a:lnTo>
                    <a:pt x="37308" y="12841"/>
                  </a:lnTo>
                  <a:lnTo>
                    <a:pt x="37499" y="12969"/>
                  </a:lnTo>
                  <a:lnTo>
                    <a:pt x="32389" y="21912"/>
                  </a:lnTo>
                  <a:lnTo>
                    <a:pt x="32069" y="21785"/>
                  </a:lnTo>
                  <a:lnTo>
                    <a:pt x="31750" y="21721"/>
                  </a:lnTo>
                  <a:lnTo>
                    <a:pt x="31558" y="21721"/>
                  </a:lnTo>
                  <a:lnTo>
                    <a:pt x="31367" y="21785"/>
                  </a:lnTo>
                  <a:lnTo>
                    <a:pt x="31175" y="21912"/>
                  </a:lnTo>
                  <a:lnTo>
                    <a:pt x="30983" y="22040"/>
                  </a:lnTo>
                  <a:lnTo>
                    <a:pt x="30856" y="22232"/>
                  </a:lnTo>
                  <a:lnTo>
                    <a:pt x="30792" y="22360"/>
                  </a:lnTo>
                  <a:lnTo>
                    <a:pt x="30728" y="22615"/>
                  </a:lnTo>
                  <a:lnTo>
                    <a:pt x="30728" y="22807"/>
                  </a:lnTo>
                  <a:lnTo>
                    <a:pt x="30728" y="23062"/>
                  </a:lnTo>
                  <a:lnTo>
                    <a:pt x="19037" y="23062"/>
                  </a:lnTo>
                  <a:lnTo>
                    <a:pt x="19037" y="23254"/>
                  </a:lnTo>
                  <a:lnTo>
                    <a:pt x="30792" y="23254"/>
                  </a:lnTo>
                  <a:lnTo>
                    <a:pt x="30920" y="23509"/>
                  </a:lnTo>
                  <a:lnTo>
                    <a:pt x="31175" y="23701"/>
                  </a:lnTo>
                  <a:lnTo>
                    <a:pt x="31431" y="23829"/>
                  </a:lnTo>
                  <a:lnTo>
                    <a:pt x="31750" y="23893"/>
                  </a:lnTo>
                  <a:lnTo>
                    <a:pt x="32069" y="23829"/>
                  </a:lnTo>
                  <a:lnTo>
                    <a:pt x="37499" y="33284"/>
                  </a:lnTo>
                  <a:lnTo>
                    <a:pt x="37308" y="33411"/>
                  </a:lnTo>
                  <a:lnTo>
                    <a:pt x="37180" y="33667"/>
                  </a:lnTo>
                  <a:lnTo>
                    <a:pt x="37116" y="33858"/>
                  </a:lnTo>
                  <a:lnTo>
                    <a:pt x="37052" y="34178"/>
                  </a:lnTo>
                  <a:lnTo>
                    <a:pt x="37116" y="34433"/>
                  </a:lnTo>
                  <a:lnTo>
                    <a:pt x="37180" y="34625"/>
                  </a:lnTo>
                  <a:lnTo>
                    <a:pt x="37308" y="34881"/>
                  </a:lnTo>
                  <a:lnTo>
                    <a:pt x="37499" y="35008"/>
                  </a:lnTo>
                  <a:lnTo>
                    <a:pt x="32580" y="43633"/>
                  </a:lnTo>
                  <a:lnTo>
                    <a:pt x="32261" y="44144"/>
                  </a:lnTo>
                  <a:lnTo>
                    <a:pt x="32006" y="44080"/>
                  </a:lnTo>
                  <a:lnTo>
                    <a:pt x="31558" y="44080"/>
                  </a:lnTo>
                  <a:lnTo>
                    <a:pt x="31367" y="44144"/>
                  </a:lnTo>
                  <a:lnTo>
                    <a:pt x="31047" y="44335"/>
                  </a:lnTo>
                  <a:lnTo>
                    <a:pt x="30792" y="44655"/>
                  </a:lnTo>
                  <a:lnTo>
                    <a:pt x="30728" y="45038"/>
                  </a:lnTo>
                  <a:lnTo>
                    <a:pt x="20059" y="45038"/>
                  </a:lnTo>
                  <a:lnTo>
                    <a:pt x="20059" y="44846"/>
                  </a:lnTo>
                  <a:lnTo>
                    <a:pt x="19995" y="44655"/>
                  </a:lnTo>
                  <a:lnTo>
                    <a:pt x="19868" y="44463"/>
                  </a:lnTo>
                  <a:lnTo>
                    <a:pt x="19740" y="44271"/>
                  </a:lnTo>
                  <a:lnTo>
                    <a:pt x="19612" y="44144"/>
                  </a:lnTo>
                  <a:lnTo>
                    <a:pt x="19421" y="44080"/>
                  </a:lnTo>
                  <a:lnTo>
                    <a:pt x="19229" y="44016"/>
                  </a:lnTo>
                  <a:lnTo>
                    <a:pt x="18973" y="43952"/>
                  </a:lnTo>
                  <a:lnTo>
                    <a:pt x="18782" y="44016"/>
                  </a:lnTo>
                  <a:lnTo>
                    <a:pt x="18526" y="44080"/>
                  </a:lnTo>
                  <a:lnTo>
                    <a:pt x="12777" y="34114"/>
                  </a:lnTo>
                  <a:lnTo>
                    <a:pt x="12585" y="34178"/>
                  </a:lnTo>
                  <a:lnTo>
                    <a:pt x="18398" y="44144"/>
                  </a:lnTo>
                  <a:lnTo>
                    <a:pt x="18207" y="44335"/>
                  </a:lnTo>
                  <a:lnTo>
                    <a:pt x="18015" y="44527"/>
                  </a:lnTo>
                  <a:lnTo>
                    <a:pt x="17951" y="44782"/>
                  </a:lnTo>
                  <a:lnTo>
                    <a:pt x="17887" y="45038"/>
                  </a:lnTo>
                  <a:lnTo>
                    <a:pt x="17951" y="45357"/>
                  </a:lnTo>
                  <a:lnTo>
                    <a:pt x="18079" y="45613"/>
                  </a:lnTo>
                  <a:lnTo>
                    <a:pt x="18207" y="45805"/>
                  </a:lnTo>
                  <a:lnTo>
                    <a:pt x="18462" y="45996"/>
                  </a:lnTo>
                  <a:lnTo>
                    <a:pt x="13224" y="55004"/>
                  </a:lnTo>
                  <a:lnTo>
                    <a:pt x="12841" y="54940"/>
                  </a:lnTo>
                  <a:lnTo>
                    <a:pt x="12649" y="55004"/>
                  </a:lnTo>
                  <a:lnTo>
                    <a:pt x="12457" y="55068"/>
                  </a:lnTo>
                  <a:lnTo>
                    <a:pt x="12266" y="55132"/>
                  </a:lnTo>
                  <a:lnTo>
                    <a:pt x="12074" y="55259"/>
                  </a:lnTo>
                  <a:lnTo>
                    <a:pt x="11946" y="55451"/>
                  </a:lnTo>
                  <a:lnTo>
                    <a:pt x="11882" y="55643"/>
                  </a:lnTo>
                  <a:lnTo>
                    <a:pt x="11818" y="55834"/>
                  </a:lnTo>
                  <a:lnTo>
                    <a:pt x="11755" y="56026"/>
                  </a:lnTo>
                  <a:lnTo>
                    <a:pt x="11755" y="56090"/>
                  </a:lnTo>
                  <a:lnTo>
                    <a:pt x="0" y="56090"/>
                  </a:lnTo>
                  <a:lnTo>
                    <a:pt x="0" y="56281"/>
                  </a:lnTo>
                  <a:lnTo>
                    <a:pt x="11818" y="56281"/>
                  </a:lnTo>
                  <a:lnTo>
                    <a:pt x="11946" y="56601"/>
                  </a:lnTo>
                  <a:lnTo>
                    <a:pt x="12138" y="56856"/>
                  </a:lnTo>
                  <a:lnTo>
                    <a:pt x="12457" y="57048"/>
                  </a:lnTo>
                  <a:lnTo>
                    <a:pt x="12841" y="57112"/>
                  </a:lnTo>
                  <a:lnTo>
                    <a:pt x="13096" y="57112"/>
                  </a:lnTo>
                  <a:lnTo>
                    <a:pt x="18462" y="66311"/>
                  </a:lnTo>
                  <a:lnTo>
                    <a:pt x="18271" y="66503"/>
                  </a:lnTo>
                  <a:lnTo>
                    <a:pt x="18143" y="66694"/>
                  </a:lnTo>
                  <a:lnTo>
                    <a:pt x="18015" y="66950"/>
                  </a:lnTo>
                  <a:lnTo>
                    <a:pt x="18015" y="67205"/>
                  </a:lnTo>
                  <a:lnTo>
                    <a:pt x="18015" y="67397"/>
                  </a:lnTo>
                  <a:lnTo>
                    <a:pt x="18079" y="67589"/>
                  </a:lnTo>
                  <a:lnTo>
                    <a:pt x="18207" y="67780"/>
                  </a:lnTo>
                  <a:lnTo>
                    <a:pt x="18335" y="67972"/>
                  </a:lnTo>
                  <a:lnTo>
                    <a:pt x="18462" y="68100"/>
                  </a:lnTo>
                  <a:lnTo>
                    <a:pt x="18654" y="68164"/>
                  </a:lnTo>
                  <a:lnTo>
                    <a:pt x="18846" y="68228"/>
                  </a:lnTo>
                  <a:lnTo>
                    <a:pt x="19101" y="68291"/>
                  </a:lnTo>
                  <a:lnTo>
                    <a:pt x="19293" y="68228"/>
                  </a:lnTo>
                  <a:lnTo>
                    <a:pt x="19484" y="68228"/>
                  </a:lnTo>
                  <a:lnTo>
                    <a:pt x="19804" y="67972"/>
                  </a:lnTo>
                  <a:lnTo>
                    <a:pt x="20059" y="67653"/>
                  </a:lnTo>
                  <a:lnTo>
                    <a:pt x="20187" y="67269"/>
                  </a:lnTo>
                  <a:lnTo>
                    <a:pt x="30728" y="67269"/>
                  </a:lnTo>
                  <a:lnTo>
                    <a:pt x="30792" y="67653"/>
                  </a:lnTo>
                  <a:lnTo>
                    <a:pt x="31047" y="67972"/>
                  </a:lnTo>
                  <a:lnTo>
                    <a:pt x="31367" y="68228"/>
                  </a:lnTo>
                  <a:lnTo>
                    <a:pt x="31558" y="68228"/>
                  </a:lnTo>
                  <a:lnTo>
                    <a:pt x="31750" y="68291"/>
                  </a:lnTo>
                  <a:lnTo>
                    <a:pt x="32006" y="68228"/>
                  </a:lnTo>
                  <a:lnTo>
                    <a:pt x="32197" y="68164"/>
                  </a:lnTo>
                  <a:lnTo>
                    <a:pt x="37499" y="77363"/>
                  </a:lnTo>
                  <a:lnTo>
                    <a:pt x="37372" y="77491"/>
                  </a:lnTo>
                  <a:lnTo>
                    <a:pt x="37244" y="77746"/>
                  </a:lnTo>
                  <a:lnTo>
                    <a:pt x="37116" y="77938"/>
                  </a:lnTo>
                  <a:lnTo>
                    <a:pt x="37116" y="78193"/>
                  </a:lnTo>
                  <a:lnTo>
                    <a:pt x="37116" y="78449"/>
                  </a:lnTo>
                  <a:lnTo>
                    <a:pt x="37244" y="78704"/>
                  </a:lnTo>
                  <a:lnTo>
                    <a:pt x="37372" y="78896"/>
                  </a:lnTo>
                  <a:lnTo>
                    <a:pt x="37499" y="79088"/>
                  </a:lnTo>
                  <a:lnTo>
                    <a:pt x="35072" y="83240"/>
                  </a:lnTo>
                  <a:lnTo>
                    <a:pt x="31750" y="89117"/>
                  </a:lnTo>
                  <a:lnTo>
                    <a:pt x="19037" y="89117"/>
                  </a:lnTo>
                  <a:lnTo>
                    <a:pt x="19037" y="89309"/>
                  </a:lnTo>
                  <a:lnTo>
                    <a:pt x="31750" y="89309"/>
                  </a:lnTo>
                  <a:lnTo>
                    <a:pt x="37436" y="99211"/>
                  </a:lnTo>
                  <a:lnTo>
                    <a:pt x="37308" y="99339"/>
                  </a:lnTo>
                  <a:lnTo>
                    <a:pt x="37180" y="99530"/>
                  </a:lnTo>
                  <a:lnTo>
                    <a:pt x="37116" y="99722"/>
                  </a:lnTo>
                  <a:lnTo>
                    <a:pt x="37116" y="99977"/>
                  </a:lnTo>
                  <a:lnTo>
                    <a:pt x="37116" y="100169"/>
                  </a:lnTo>
                  <a:lnTo>
                    <a:pt x="37180" y="100361"/>
                  </a:lnTo>
                  <a:lnTo>
                    <a:pt x="37308" y="100552"/>
                  </a:lnTo>
                  <a:lnTo>
                    <a:pt x="37436" y="100744"/>
                  </a:lnTo>
                  <a:lnTo>
                    <a:pt x="37563" y="100872"/>
                  </a:lnTo>
                  <a:lnTo>
                    <a:pt x="37755" y="100936"/>
                  </a:lnTo>
                  <a:lnTo>
                    <a:pt x="37947" y="100999"/>
                  </a:lnTo>
                  <a:lnTo>
                    <a:pt x="38202" y="101063"/>
                  </a:lnTo>
                  <a:lnTo>
                    <a:pt x="38394" y="100999"/>
                  </a:lnTo>
                  <a:lnTo>
                    <a:pt x="38586" y="100936"/>
                  </a:lnTo>
                  <a:lnTo>
                    <a:pt x="38777" y="100872"/>
                  </a:lnTo>
                  <a:lnTo>
                    <a:pt x="38969" y="100744"/>
                  </a:lnTo>
                  <a:lnTo>
                    <a:pt x="39097" y="100552"/>
                  </a:lnTo>
                  <a:lnTo>
                    <a:pt x="39160" y="100361"/>
                  </a:lnTo>
                  <a:lnTo>
                    <a:pt x="39224" y="100169"/>
                  </a:lnTo>
                  <a:lnTo>
                    <a:pt x="39288" y="99977"/>
                  </a:lnTo>
                  <a:lnTo>
                    <a:pt x="39224" y="99722"/>
                  </a:lnTo>
                  <a:lnTo>
                    <a:pt x="39160" y="99530"/>
                  </a:lnTo>
                  <a:lnTo>
                    <a:pt x="39097" y="99339"/>
                  </a:lnTo>
                  <a:lnTo>
                    <a:pt x="38969" y="99211"/>
                  </a:lnTo>
                  <a:lnTo>
                    <a:pt x="38777" y="99083"/>
                  </a:lnTo>
                  <a:lnTo>
                    <a:pt x="38586" y="98955"/>
                  </a:lnTo>
                  <a:lnTo>
                    <a:pt x="38394" y="98891"/>
                  </a:lnTo>
                  <a:lnTo>
                    <a:pt x="38202" y="98891"/>
                  </a:lnTo>
                  <a:lnTo>
                    <a:pt x="37883" y="98955"/>
                  </a:lnTo>
                  <a:lnTo>
                    <a:pt x="37563" y="99083"/>
                  </a:lnTo>
                  <a:lnTo>
                    <a:pt x="31878" y="89181"/>
                  </a:lnTo>
                  <a:lnTo>
                    <a:pt x="34689" y="84326"/>
                  </a:lnTo>
                  <a:lnTo>
                    <a:pt x="37691" y="79151"/>
                  </a:lnTo>
                  <a:lnTo>
                    <a:pt x="37947" y="79279"/>
                  </a:lnTo>
                  <a:lnTo>
                    <a:pt x="38394" y="79279"/>
                  </a:lnTo>
                  <a:lnTo>
                    <a:pt x="38586" y="79215"/>
                  </a:lnTo>
                  <a:lnTo>
                    <a:pt x="38905" y="79024"/>
                  </a:lnTo>
                  <a:lnTo>
                    <a:pt x="39160" y="78704"/>
                  </a:lnTo>
                  <a:lnTo>
                    <a:pt x="39224" y="78321"/>
                  </a:lnTo>
                  <a:lnTo>
                    <a:pt x="49765" y="78321"/>
                  </a:lnTo>
                  <a:lnTo>
                    <a:pt x="49893" y="78704"/>
                  </a:lnTo>
                  <a:lnTo>
                    <a:pt x="50148" y="79024"/>
                  </a:lnTo>
                  <a:lnTo>
                    <a:pt x="50468" y="79215"/>
                  </a:lnTo>
                  <a:lnTo>
                    <a:pt x="50659" y="79279"/>
                  </a:lnTo>
                  <a:lnTo>
                    <a:pt x="51107" y="79279"/>
                  </a:lnTo>
                  <a:lnTo>
                    <a:pt x="51298" y="79151"/>
                  </a:lnTo>
                  <a:lnTo>
                    <a:pt x="56601" y="88415"/>
                  </a:lnTo>
                  <a:lnTo>
                    <a:pt x="56473" y="88542"/>
                  </a:lnTo>
                  <a:lnTo>
                    <a:pt x="56345" y="88734"/>
                  </a:lnTo>
                  <a:lnTo>
                    <a:pt x="56217" y="88989"/>
                  </a:lnTo>
                  <a:lnTo>
                    <a:pt x="56217" y="89245"/>
                  </a:lnTo>
                  <a:lnTo>
                    <a:pt x="56217" y="89437"/>
                  </a:lnTo>
                  <a:lnTo>
                    <a:pt x="56281" y="89692"/>
                  </a:lnTo>
                  <a:lnTo>
                    <a:pt x="56409" y="89820"/>
                  </a:lnTo>
                  <a:lnTo>
                    <a:pt x="56537" y="90012"/>
                  </a:lnTo>
                  <a:lnTo>
                    <a:pt x="56664" y="90139"/>
                  </a:lnTo>
                  <a:lnTo>
                    <a:pt x="56856" y="90267"/>
                  </a:lnTo>
                  <a:lnTo>
                    <a:pt x="57048" y="90331"/>
                  </a:lnTo>
                  <a:lnTo>
                    <a:pt x="57495" y="90331"/>
                  </a:lnTo>
                  <a:lnTo>
                    <a:pt x="57687" y="90267"/>
                  </a:lnTo>
                  <a:lnTo>
                    <a:pt x="57878" y="90139"/>
                  </a:lnTo>
                  <a:lnTo>
                    <a:pt x="58070" y="90012"/>
                  </a:lnTo>
                  <a:lnTo>
                    <a:pt x="58198" y="89820"/>
                  </a:lnTo>
                  <a:lnTo>
                    <a:pt x="58262" y="89692"/>
                  </a:lnTo>
                  <a:lnTo>
                    <a:pt x="58325" y="89437"/>
                  </a:lnTo>
                  <a:lnTo>
                    <a:pt x="58389" y="89245"/>
                  </a:lnTo>
                  <a:lnTo>
                    <a:pt x="58325" y="89053"/>
                  </a:lnTo>
                  <a:lnTo>
                    <a:pt x="58262" y="88798"/>
                  </a:lnTo>
                  <a:lnTo>
                    <a:pt x="58198" y="88670"/>
                  </a:lnTo>
                  <a:lnTo>
                    <a:pt x="58070" y="88478"/>
                  </a:lnTo>
                  <a:lnTo>
                    <a:pt x="57878" y="88351"/>
                  </a:lnTo>
                  <a:lnTo>
                    <a:pt x="57687" y="88223"/>
                  </a:lnTo>
                  <a:lnTo>
                    <a:pt x="57495" y="88159"/>
                  </a:lnTo>
                  <a:lnTo>
                    <a:pt x="57303" y="88159"/>
                  </a:lnTo>
                  <a:lnTo>
                    <a:pt x="57048" y="88223"/>
                  </a:lnTo>
                  <a:lnTo>
                    <a:pt x="56792" y="88287"/>
                  </a:lnTo>
                  <a:lnTo>
                    <a:pt x="51490" y="79088"/>
                  </a:lnTo>
                  <a:lnTo>
                    <a:pt x="51682" y="78896"/>
                  </a:lnTo>
                  <a:lnTo>
                    <a:pt x="51809" y="78704"/>
                  </a:lnTo>
                  <a:lnTo>
                    <a:pt x="51873" y="78449"/>
                  </a:lnTo>
                  <a:lnTo>
                    <a:pt x="51937" y="78193"/>
                  </a:lnTo>
                  <a:lnTo>
                    <a:pt x="51873" y="77938"/>
                  </a:lnTo>
                  <a:lnTo>
                    <a:pt x="51809" y="77682"/>
                  </a:lnTo>
                  <a:lnTo>
                    <a:pt x="51682" y="77491"/>
                  </a:lnTo>
                  <a:lnTo>
                    <a:pt x="51490" y="77299"/>
                  </a:lnTo>
                  <a:lnTo>
                    <a:pt x="56728" y="68228"/>
                  </a:lnTo>
                  <a:lnTo>
                    <a:pt x="56984" y="68355"/>
                  </a:lnTo>
                  <a:lnTo>
                    <a:pt x="57303" y="68419"/>
                  </a:lnTo>
                  <a:lnTo>
                    <a:pt x="57495" y="68355"/>
                  </a:lnTo>
                  <a:lnTo>
                    <a:pt x="57687" y="68291"/>
                  </a:lnTo>
                  <a:lnTo>
                    <a:pt x="57878" y="68228"/>
                  </a:lnTo>
                  <a:lnTo>
                    <a:pt x="58070" y="68100"/>
                  </a:lnTo>
                  <a:lnTo>
                    <a:pt x="58198" y="67908"/>
                  </a:lnTo>
                  <a:lnTo>
                    <a:pt x="58262" y="67716"/>
                  </a:lnTo>
                  <a:lnTo>
                    <a:pt x="58325" y="67525"/>
                  </a:lnTo>
                  <a:lnTo>
                    <a:pt x="58389" y="67333"/>
                  </a:lnTo>
                  <a:lnTo>
                    <a:pt x="58389" y="67269"/>
                  </a:lnTo>
                  <a:lnTo>
                    <a:pt x="68802" y="67269"/>
                  </a:lnTo>
                  <a:lnTo>
                    <a:pt x="68802" y="67333"/>
                  </a:lnTo>
                  <a:lnTo>
                    <a:pt x="68802" y="67525"/>
                  </a:lnTo>
                  <a:lnTo>
                    <a:pt x="68866" y="67716"/>
                  </a:lnTo>
                  <a:lnTo>
                    <a:pt x="68994" y="67908"/>
                  </a:lnTo>
                  <a:lnTo>
                    <a:pt x="69122" y="68100"/>
                  </a:lnTo>
                  <a:lnTo>
                    <a:pt x="69313" y="68228"/>
                  </a:lnTo>
                  <a:lnTo>
                    <a:pt x="69441" y="68291"/>
                  </a:lnTo>
                  <a:lnTo>
                    <a:pt x="69697" y="68355"/>
                  </a:lnTo>
                  <a:lnTo>
                    <a:pt x="69888" y="68419"/>
                  </a:lnTo>
                  <a:lnTo>
                    <a:pt x="70208" y="68355"/>
                  </a:lnTo>
                  <a:lnTo>
                    <a:pt x="70463" y="68228"/>
                  </a:lnTo>
                  <a:lnTo>
                    <a:pt x="75638" y="77235"/>
                  </a:lnTo>
                  <a:lnTo>
                    <a:pt x="75318" y="77363"/>
                  </a:lnTo>
                  <a:lnTo>
                    <a:pt x="75127" y="77618"/>
                  </a:lnTo>
                  <a:lnTo>
                    <a:pt x="74999" y="77874"/>
                  </a:lnTo>
                  <a:lnTo>
                    <a:pt x="74935" y="78193"/>
                  </a:lnTo>
                  <a:lnTo>
                    <a:pt x="74999" y="78513"/>
                  </a:lnTo>
                  <a:lnTo>
                    <a:pt x="75127" y="78832"/>
                  </a:lnTo>
                  <a:lnTo>
                    <a:pt x="75318" y="79024"/>
                  </a:lnTo>
                  <a:lnTo>
                    <a:pt x="75574" y="79215"/>
                  </a:lnTo>
                  <a:lnTo>
                    <a:pt x="70399" y="88223"/>
                  </a:lnTo>
                  <a:lnTo>
                    <a:pt x="70144" y="88159"/>
                  </a:lnTo>
                  <a:lnTo>
                    <a:pt x="69888" y="88159"/>
                  </a:lnTo>
                  <a:lnTo>
                    <a:pt x="69697" y="88223"/>
                  </a:lnTo>
                  <a:lnTo>
                    <a:pt x="69505" y="88351"/>
                  </a:lnTo>
                  <a:lnTo>
                    <a:pt x="69377" y="88478"/>
                  </a:lnTo>
                  <a:lnTo>
                    <a:pt x="69186" y="88670"/>
                  </a:lnTo>
                  <a:lnTo>
                    <a:pt x="69122" y="88798"/>
                  </a:lnTo>
                  <a:lnTo>
                    <a:pt x="69058" y="89053"/>
                  </a:lnTo>
                  <a:lnTo>
                    <a:pt x="69058" y="89245"/>
                  </a:lnTo>
                  <a:lnTo>
                    <a:pt x="69058" y="89437"/>
                  </a:lnTo>
                  <a:lnTo>
                    <a:pt x="69122" y="89692"/>
                  </a:lnTo>
                  <a:lnTo>
                    <a:pt x="69186" y="89820"/>
                  </a:lnTo>
                  <a:lnTo>
                    <a:pt x="69377" y="90012"/>
                  </a:lnTo>
                  <a:lnTo>
                    <a:pt x="69505" y="90139"/>
                  </a:lnTo>
                  <a:lnTo>
                    <a:pt x="69697" y="90267"/>
                  </a:lnTo>
                  <a:lnTo>
                    <a:pt x="69888" y="90331"/>
                  </a:lnTo>
                  <a:lnTo>
                    <a:pt x="70336" y="90331"/>
                  </a:lnTo>
                  <a:lnTo>
                    <a:pt x="70527" y="90267"/>
                  </a:lnTo>
                  <a:lnTo>
                    <a:pt x="70719" y="90139"/>
                  </a:lnTo>
                  <a:lnTo>
                    <a:pt x="70847" y="90012"/>
                  </a:lnTo>
                  <a:lnTo>
                    <a:pt x="71038" y="89820"/>
                  </a:lnTo>
                  <a:lnTo>
                    <a:pt x="71102" y="89692"/>
                  </a:lnTo>
                  <a:lnTo>
                    <a:pt x="71166" y="89437"/>
                  </a:lnTo>
                  <a:lnTo>
                    <a:pt x="71166" y="89245"/>
                  </a:lnTo>
                  <a:lnTo>
                    <a:pt x="71166" y="88926"/>
                  </a:lnTo>
                  <a:lnTo>
                    <a:pt x="71038" y="88670"/>
                  </a:lnTo>
                  <a:lnTo>
                    <a:pt x="70847" y="88415"/>
                  </a:lnTo>
                  <a:lnTo>
                    <a:pt x="70591" y="88287"/>
                  </a:lnTo>
                  <a:lnTo>
                    <a:pt x="75766" y="79279"/>
                  </a:lnTo>
                  <a:lnTo>
                    <a:pt x="76277" y="79279"/>
                  </a:lnTo>
                  <a:lnTo>
                    <a:pt x="76468" y="79215"/>
                  </a:lnTo>
                  <a:lnTo>
                    <a:pt x="76660" y="79088"/>
                  </a:lnTo>
                  <a:lnTo>
                    <a:pt x="76788" y="78960"/>
                  </a:lnTo>
                  <a:lnTo>
                    <a:pt x="76915" y="78832"/>
                  </a:lnTo>
                  <a:lnTo>
                    <a:pt x="77043" y="78640"/>
                  </a:lnTo>
                  <a:lnTo>
                    <a:pt x="77107" y="78449"/>
                  </a:lnTo>
                  <a:lnTo>
                    <a:pt x="77107" y="78193"/>
                  </a:lnTo>
                  <a:lnTo>
                    <a:pt x="77107" y="78002"/>
                  </a:lnTo>
                  <a:lnTo>
                    <a:pt x="77043" y="77810"/>
                  </a:lnTo>
                  <a:lnTo>
                    <a:pt x="76915" y="77618"/>
                  </a:lnTo>
                  <a:lnTo>
                    <a:pt x="76788" y="77427"/>
                  </a:lnTo>
                  <a:lnTo>
                    <a:pt x="76660" y="77299"/>
                  </a:lnTo>
                  <a:lnTo>
                    <a:pt x="76468" y="77235"/>
                  </a:lnTo>
                  <a:lnTo>
                    <a:pt x="76277" y="77171"/>
                  </a:lnTo>
                  <a:lnTo>
                    <a:pt x="76021" y="77107"/>
                  </a:lnTo>
                  <a:lnTo>
                    <a:pt x="75829" y="77171"/>
                  </a:lnTo>
                  <a:lnTo>
                    <a:pt x="70591" y="68164"/>
                  </a:lnTo>
                  <a:lnTo>
                    <a:pt x="70783" y="67972"/>
                  </a:lnTo>
                  <a:lnTo>
                    <a:pt x="70847" y="67780"/>
                  </a:lnTo>
                  <a:lnTo>
                    <a:pt x="70974" y="67589"/>
                  </a:lnTo>
                  <a:lnTo>
                    <a:pt x="70974" y="67333"/>
                  </a:lnTo>
                  <a:lnTo>
                    <a:pt x="70910" y="67078"/>
                  </a:lnTo>
                  <a:lnTo>
                    <a:pt x="70847" y="66822"/>
                  </a:lnTo>
                  <a:lnTo>
                    <a:pt x="70719" y="66567"/>
                  </a:lnTo>
                  <a:lnTo>
                    <a:pt x="70463" y="66439"/>
                  </a:lnTo>
                  <a:lnTo>
                    <a:pt x="75829" y="57176"/>
                  </a:lnTo>
                  <a:lnTo>
                    <a:pt x="76085" y="57240"/>
                  </a:lnTo>
                  <a:lnTo>
                    <a:pt x="76468" y="57240"/>
                  </a:lnTo>
                  <a:lnTo>
                    <a:pt x="76660" y="57176"/>
                  </a:lnTo>
                  <a:lnTo>
                    <a:pt x="77043" y="56984"/>
                  </a:lnTo>
                  <a:lnTo>
                    <a:pt x="77235" y="56665"/>
                  </a:lnTo>
                  <a:lnTo>
                    <a:pt x="77363" y="56281"/>
                  </a:lnTo>
                  <a:lnTo>
                    <a:pt x="87967" y="56281"/>
                  </a:lnTo>
                  <a:lnTo>
                    <a:pt x="88031" y="56665"/>
                  </a:lnTo>
                  <a:lnTo>
                    <a:pt x="88287" y="56984"/>
                  </a:lnTo>
                  <a:lnTo>
                    <a:pt x="88606" y="57176"/>
                  </a:lnTo>
                  <a:lnTo>
                    <a:pt x="88798" y="57240"/>
                  </a:lnTo>
                  <a:lnTo>
                    <a:pt x="89245" y="57240"/>
                  </a:lnTo>
                  <a:lnTo>
                    <a:pt x="89437" y="57176"/>
                  </a:lnTo>
                  <a:lnTo>
                    <a:pt x="89628" y="57048"/>
                  </a:lnTo>
                  <a:lnTo>
                    <a:pt x="89756" y="56920"/>
                  </a:lnTo>
                  <a:lnTo>
                    <a:pt x="89884" y="56792"/>
                  </a:lnTo>
                  <a:lnTo>
                    <a:pt x="90012" y="56601"/>
                  </a:lnTo>
                  <a:lnTo>
                    <a:pt x="90075" y="56409"/>
                  </a:lnTo>
                  <a:lnTo>
                    <a:pt x="90075" y="56154"/>
                  </a:lnTo>
                  <a:lnTo>
                    <a:pt x="90075" y="55898"/>
                  </a:lnTo>
                  <a:lnTo>
                    <a:pt x="89948" y="55643"/>
                  </a:lnTo>
                  <a:lnTo>
                    <a:pt x="89820" y="55451"/>
                  </a:lnTo>
                  <a:lnTo>
                    <a:pt x="89628" y="55323"/>
                  </a:lnTo>
                  <a:lnTo>
                    <a:pt x="94931" y="46060"/>
                  </a:lnTo>
                  <a:lnTo>
                    <a:pt x="95250" y="46188"/>
                  </a:lnTo>
                  <a:lnTo>
                    <a:pt x="95569" y="46252"/>
                  </a:lnTo>
                  <a:lnTo>
                    <a:pt x="95761" y="46252"/>
                  </a:lnTo>
                  <a:lnTo>
                    <a:pt x="95953" y="46188"/>
                  </a:lnTo>
                  <a:lnTo>
                    <a:pt x="96272" y="45932"/>
                  </a:lnTo>
                  <a:lnTo>
                    <a:pt x="96528" y="45677"/>
                  </a:lnTo>
                  <a:lnTo>
                    <a:pt x="96592" y="45230"/>
                  </a:lnTo>
                  <a:lnTo>
                    <a:pt x="106941" y="45230"/>
                  </a:lnTo>
                  <a:lnTo>
                    <a:pt x="107068" y="45677"/>
                  </a:lnTo>
                  <a:lnTo>
                    <a:pt x="107260" y="45932"/>
                  </a:lnTo>
                  <a:lnTo>
                    <a:pt x="107579" y="46188"/>
                  </a:lnTo>
                  <a:lnTo>
                    <a:pt x="107771" y="46252"/>
                  </a:lnTo>
                  <a:lnTo>
                    <a:pt x="108218" y="46252"/>
                  </a:lnTo>
                  <a:lnTo>
                    <a:pt x="108410" y="46188"/>
                  </a:lnTo>
                  <a:lnTo>
                    <a:pt x="108602" y="46060"/>
                  </a:lnTo>
                  <a:lnTo>
                    <a:pt x="108793" y="45932"/>
                  </a:lnTo>
                  <a:lnTo>
                    <a:pt x="108921" y="45741"/>
                  </a:lnTo>
                  <a:lnTo>
                    <a:pt x="108985" y="45613"/>
                  </a:lnTo>
                  <a:lnTo>
                    <a:pt x="109049" y="45357"/>
                  </a:lnTo>
                  <a:lnTo>
                    <a:pt x="109113" y="45166"/>
                  </a:lnTo>
                  <a:lnTo>
                    <a:pt x="109049" y="44974"/>
                  </a:lnTo>
                  <a:lnTo>
                    <a:pt x="108985" y="44719"/>
                  </a:lnTo>
                  <a:lnTo>
                    <a:pt x="108921" y="44527"/>
                  </a:lnTo>
                  <a:lnTo>
                    <a:pt x="108793" y="44399"/>
                  </a:lnTo>
                  <a:lnTo>
                    <a:pt x="108602" y="44271"/>
                  </a:lnTo>
                  <a:lnTo>
                    <a:pt x="108410" y="44144"/>
                  </a:lnTo>
                  <a:lnTo>
                    <a:pt x="108218" y="44080"/>
                  </a:lnTo>
                  <a:lnTo>
                    <a:pt x="107771" y="44080"/>
                  </a:lnTo>
                  <a:lnTo>
                    <a:pt x="107579" y="44144"/>
                  </a:lnTo>
                  <a:lnTo>
                    <a:pt x="107260" y="44335"/>
                  </a:lnTo>
                  <a:lnTo>
                    <a:pt x="107068" y="44655"/>
                  </a:lnTo>
                  <a:lnTo>
                    <a:pt x="106941" y="45038"/>
                  </a:lnTo>
                  <a:lnTo>
                    <a:pt x="96592" y="45038"/>
                  </a:lnTo>
                  <a:lnTo>
                    <a:pt x="96528" y="44655"/>
                  </a:lnTo>
                  <a:lnTo>
                    <a:pt x="96272" y="44335"/>
                  </a:lnTo>
                  <a:lnTo>
                    <a:pt x="95953" y="44144"/>
                  </a:lnTo>
                  <a:lnTo>
                    <a:pt x="95761" y="44080"/>
                  </a:lnTo>
                  <a:lnTo>
                    <a:pt x="95569" y="44080"/>
                  </a:lnTo>
                  <a:lnTo>
                    <a:pt x="95250" y="44144"/>
                  </a:lnTo>
                  <a:lnTo>
                    <a:pt x="94931" y="44271"/>
                  </a:lnTo>
                  <a:lnTo>
                    <a:pt x="89628" y="35008"/>
                  </a:lnTo>
                  <a:lnTo>
                    <a:pt x="89820" y="34881"/>
                  </a:lnTo>
                  <a:lnTo>
                    <a:pt x="89948" y="34625"/>
                  </a:lnTo>
                  <a:lnTo>
                    <a:pt x="90075" y="34433"/>
                  </a:lnTo>
                  <a:lnTo>
                    <a:pt x="90075" y="34178"/>
                  </a:lnTo>
                  <a:lnTo>
                    <a:pt x="90075" y="33858"/>
                  </a:lnTo>
                  <a:lnTo>
                    <a:pt x="89948" y="33667"/>
                  </a:lnTo>
                  <a:lnTo>
                    <a:pt x="89820" y="33411"/>
                  </a:lnTo>
                  <a:lnTo>
                    <a:pt x="89628" y="33284"/>
                  </a:lnTo>
                  <a:lnTo>
                    <a:pt x="90395" y="31942"/>
                  </a:lnTo>
                  <a:lnTo>
                    <a:pt x="94931" y="24021"/>
                  </a:lnTo>
                  <a:lnTo>
                    <a:pt x="95250" y="24148"/>
                  </a:lnTo>
                  <a:lnTo>
                    <a:pt x="95569" y="24212"/>
                  </a:lnTo>
                  <a:lnTo>
                    <a:pt x="95761" y="24212"/>
                  </a:lnTo>
                  <a:lnTo>
                    <a:pt x="95953" y="24148"/>
                  </a:lnTo>
                  <a:lnTo>
                    <a:pt x="96272" y="23957"/>
                  </a:lnTo>
                  <a:lnTo>
                    <a:pt x="96528" y="23637"/>
                  </a:lnTo>
                  <a:lnTo>
                    <a:pt x="96592" y="23254"/>
                  </a:lnTo>
                  <a:lnTo>
                    <a:pt x="108027" y="23254"/>
                  </a:lnTo>
                  <a:lnTo>
                    <a:pt x="113840" y="33284"/>
                  </a:lnTo>
                  <a:lnTo>
                    <a:pt x="113648" y="33411"/>
                  </a:lnTo>
                  <a:lnTo>
                    <a:pt x="113521" y="33667"/>
                  </a:lnTo>
                  <a:lnTo>
                    <a:pt x="113393" y="33858"/>
                  </a:lnTo>
                  <a:lnTo>
                    <a:pt x="113393" y="34178"/>
                  </a:lnTo>
                  <a:lnTo>
                    <a:pt x="113393" y="34370"/>
                  </a:lnTo>
                  <a:lnTo>
                    <a:pt x="113457" y="34561"/>
                  </a:lnTo>
                  <a:lnTo>
                    <a:pt x="113585" y="34753"/>
                  </a:lnTo>
                  <a:lnTo>
                    <a:pt x="113712" y="34881"/>
                  </a:lnTo>
                  <a:lnTo>
                    <a:pt x="113840" y="35072"/>
                  </a:lnTo>
                  <a:lnTo>
                    <a:pt x="114032" y="35136"/>
                  </a:lnTo>
                  <a:lnTo>
                    <a:pt x="114223" y="35200"/>
                  </a:lnTo>
                  <a:lnTo>
                    <a:pt x="114671" y="35200"/>
                  </a:lnTo>
                  <a:lnTo>
                    <a:pt x="114862" y="35136"/>
                  </a:lnTo>
                  <a:lnTo>
                    <a:pt x="115054" y="35072"/>
                  </a:lnTo>
                  <a:lnTo>
                    <a:pt x="115245" y="34881"/>
                  </a:lnTo>
                  <a:lnTo>
                    <a:pt x="115373" y="34753"/>
                  </a:lnTo>
                  <a:lnTo>
                    <a:pt x="115437" y="34561"/>
                  </a:lnTo>
                  <a:lnTo>
                    <a:pt x="115501" y="34370"/>
                  </a:lnTo>
                  <a:lnTo>
                    <a:pt x="115501" y="34178"/>
                  </a:lnTo>
                  <a:lnTo>
                    <a:pt x="115501" y="33922"/>
                  </a:lnTo>
                  <a:lnTo>
                    <a:pt x="115437" y="33731"/>
                  </a:lnTo>
                  <a:lnTo>
                    <a:pt x="115373" y="33539"/>
                  </a:lnTo>
                  <a:lnTo>
                    <a:pt x="115245" y="33411"/>
                  </a:lnTo>
                  <a:lnTo>
                    <a:pt x="115054" y="33220"/>
                  </a:lnTo>
                  <a:lnTo>
                    <a:pt x="114862" y="33156"/>
                  </a:lnTo>
                  <a:lnTo>
                    <a:pt x="114671" y="33092"/>
                  </a:lnTo>
                  <a:lnTo>
                    <a:pt x="114223" y="33092"/>
                  </a:lnTo>
                  <a:lnTo>
                    <a:pt x="113968" y="33156"/>
                  </a:lnTo>
                  <a:lnTo>
                    <a:pt x="108154" y="23062"/>
                  </a:lnTo>
                  <a:lnTo>
                    <a:pt x="96592" y="23062"/>
                  </a:lnTo>
                  <a:lnTo>
                    <a:pt x="96528" y="22679"/>
                  </a:lnTo>
                  <a:lnTo>
                    <a:pt x="96272" y="22360"/>
                  </a:lnTo>
                  <a:lnTo>
                    <a:pt x="95953" y="22104"/>
                  </a:lnTo>
                  <a:lnTo>
                    <a:pt x="95761" y="22040"/>
                  </a:lnTo>
                  <a:lnTo>
                    <a:pt x="95569" y="22040"/>
                  </a:lnTo>
                  <a:lnTo>
                    <a:pt x="95250" y="22104"/>
                  </a:lnTo>
                  <a:lnTo>
                    <a:pt x="94931" y="22232"/>
                  </a:lnTo>
                  <a:lnTo>
                    <a:pt x="89628" y="12969"/>
                  </a:lnTo>
                  <a:lnTo>
                    <a:pt x="89820" y="12841"/>
                  </a:lnTo>
                  <a:lnTo>
                    <a:pt x="89948" y="12649"/>
                  </a:lnTo>
                  <a:lnTo>
                    <a:pt x="90075" y="12394"/>
                  </a:lnTo>
                  <a:lnTo>
                    <a:pt x="90075" y="12138"/>
                  </a:lnTo>
                  <a:lnTo>
                    <a:pt x="90075" y="11883"/>
                  </a:lnTo>
                  <a:lnTo>
                    <a:pt x="90012" y="11691"/>
                  </a:lnTo>
                  <a:lnTo>
                    <a:pt x="89884" y="11499"/>
                  </a:lnTo>
                  <a:lnTo>
                    <a:pt x="89756" y="11372"/>
                  </a:lnTo>
                  <a:lnTo>
                    <a:pt x="89628" y="11244"/>
                  </a:lnTo>
                  <a:lnTo>
                    <a:pt x="89437" y="11116"/>
                  </a:lnTo>
                  <a:lnTo>
                    <a:pt x="89245" y="11052"/>
                  </a:lnTo>
                  <a:lnTo>
                    <a:pt x="88798" y="11052"/>
                  </a:lnTo>
                  <a:lnTo>
                    <a:pt x="88606" y="11116"/>
                  </a:lnTo>
                  <a:lnTo>
                    <a:pt x="88287" y="11308"/>
                  </a:lnTo>
                  <a:lnTo>
                    <a:pt x="88031" y="11627"/>
                  </a:lnTo>
                  <a:lnTo>
                    <a:pt x="87967" y="12011"/>
                  </a:lnTo>
                  <a:lnTo>
                    <a:pt x="77363" y="12011"/>
                  </a:lnTo>
                  <a:lnTo>
                    <a:pt x="77235" y="11627"/>
                  </a:lnTo>
                  <a:lnTo>
                    <a:pt x="77043" y="11308"/>
                  </a:lnTo>
                  <a:lnTo>
                    <a:pt x="76660" y="11116"/>
                  </a:lnTo>
                  <a:lnTo>
                    <a:pt x="76468" y="11052"/>
                  </a:lnTo>
                  <a:lnTo>
                    <a:pt x="76085" y="11052"/>
                  </a:lnTo>
                  <a:lnTo>
                    <a:pt x="75829" y="11116"/>
                  </a:lnTo>
                  <a:lnTo>
                    <a:pt x="70527" y="1981"/>
                  </a:lnTo>
                  <a:lnTo>
                    <a:pt x="70719" y="1789"/>
                  </a:lnTo>
                  <a:lnTo>
                    <a:pt x="70910" y="1598"/>
                  </a:lnTo>
                  <a:lnTo>
                    <a:pt x="70974" y="1342"/>
                  </a:lnTo>
                  <a:lnTo>
                    <a:pt x="71038" y="1087"/>
                  </a:lnTo>
                  <a:lnTo>
                    <a:pt x="70974" y="895"/>
                  </a:lnTo>
                  <a:lnTo>
                    <a:pt x="70910" y="703"/>
                  </a:lnTo>
                  <a:lnTo>
                    <a:pt x="70847" y="512"/>
                  </a:lnTo>
                  <a:lnTo>
                    <a:pt x="70719" y="320"/>
                  </a:lnTo>
                  <a:lnTo>
                    <a:pt x="70527" y="192"/>
                  </a:lnTo>
                  <a:lnTo>
                    <a:pt x="70336" y="128"/>
                  </a:lnTo>
                  <a:lnTo>
                    <a:pt x="70144" y="64"/>
                  </a:lnTo>
                  <a:lnTo>
                    <a:pt x="69952"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8"/>
            <p:cNvSpPr/>
            <p:nvPr/>
          </p:nvSpPr>
          <p:spPr>
            <a:xfrm>
              <a:off x="1399800" y="-802100"/>
              <a:ext cx="2037900" cy="1095625"/>
            </a:xfrm>
            <a:custGeom>
              <a:avLst/>
              <a:gdLst/>
              <a:ahLst/>
              <a:cxnLst/>
              <a:rect l="l" t="t" r="r" b="b"/>
              <a:pathLst>
                <a:path w="81516" h="43825" fill="none" extrusionOk="0">
                  <a:moveTo>
                    <a:pt x="62990" y="959"/>
                  </a:moveTo>
                  <a:lnTo>
                    <a:pt x="62990" y="959"/>
                  </a:lnTo>
                  <a:lnTo>
                    <a:pt x="63181" y="959"/>
                  </a:lnTo>
                  <a:lnTo>
                    <a:pt x="63373" y="895"/>
                  </a:lnTo>
                  <a:lnTo>
                    <a:pt x="63756" y="703"/>
                  </a:lnTo>
                  <a:lnTo>
                    <a:pt x="63948" y="384"/>
                  </a:lnTo>
                  <a:lnTo>
                    <a:pt x="64076" y="1"/>
                  </a:lnTo>
                  <a:lnTo>
                    <a:pt x="74680" y="1"/>
                  </a:lnTo>
                  <a:lnTo>
                    <a:pt x="74680" y="1"/>
                  </a:lnTo>
                  <a:lnTo>
                    <a:pt x="74744" y="384"/>
                  </a:lnTo>
                  <a:lnTo>
                    <a:pt x="75000" y="703"/>
                  </a:lnTo>
                  <a:lnTo>
                    <a:pt x="75319" y="895"/>
                  </a:lnTo>
                  <a:lnTo>
                    <a:pt x="75511" y="959"/>
                  </a:lnTo>
                  <a:lnTo>
                    <a:pt x="75702" y="959"/>
                  </a:lnTo>
                  <a:lnTo>
                    <a:pt x="75702" y="959"/>
                  </a:lnTo>
                  <a:lnTo>
                    <a:pt x="75958" y="959"/>
                  </a:lnTo>
                  <a:lnTo>
                    <a:pt x="76150" y="895"/>
                  </a:lnTo>
                  <a:lnTo>
                    <a:pt x="77747" y="3578"/>
                  </a:lnTo>
                  <a:lnTo>
                    <a:pt x="81516" y="10158"/>
                  </a:lnTo>
                  <a:lnTo>
                    <a:pt x="81516" y="10158"/>
                  </a:lnTo>
                  <a:lnTo>
                    <a:pt x="81388" y="10286"/>
                  </a:lnTo>
                  <a:lnTo>
                    <a:pt x="81260" y="10478"/>
                  </a:lnTo>
                  <a:lnTo>
                    <a:pt x="81196" y="10669"/>
                  </a:lnTo>
                  <a:lnTo>
                    <a:pt x="81196" y="10925"/>
                  </a:lnTo>
                  <a:lnTo>
                    <a:pt x="81196" y="10925"/>
                  </a:lnTo>
                  <a:lnTo>
                    <a:pt x="81196" y="11116"/>
                  </a:lnTo>
                  <a:lnTo>
                    <a:pt x="81260" y="11372"/>
                  </a:lnTo>
                  <a:lnTo>
                    <a:pt x="81388" y="11564"/>
                  </a:lnTo>
                  <a:lnTo>
                    <a:pt x="81516" y="11691"/>
                  </a:lnTo>
                  <a:lnTo>
                    <a:pt x="76150" y="20954"/>
                  </a:lnTo>
                  <a:lnTo>
                    <a:pt x="76150" y="20954"/>
                  </a:lnTo>
                  <a:lnTo>
                    <a:pt x="75958" y="20891"/>
                  </a:lnTo>
                  <a:lnTo>
                    <a:pt x="75702" y="20827"/>
                  </a:lnTo>
                  <a:lnTo>
                    <a:pt x="75702" y="20827"/>
                  </a:lnTo>
                  <a:lnTo>
                    <a:pt x="75511" y="20891"/>
                  </a:lnTo>
                  <a:lnTo>
                    <a:pt x="75319" y="20954"/>
                  </a:lnTo>
                  <a:lnTo>
                    <a:pt x="75000" y="21146"/>
                  </a:lnTo>
                  <a:lnTo>
                    <a:pt x="74744" y="21465"/>
                  </a:lnTo>
                  <a:lnTo>
                    <a:pt x="74680" y="21849"/>
                  </a:lnTo>
                  <a:lnTo>
                    <a:pt x="64076" y="21849"/>
                  </a:lnTo>
                  <a:lnTo>
                    <a:pt x="64076" y="21849"/>
                  </a:lnTo>
                  <a:lnTo>
                    <a:pt x="63948" y="21465"/>
                  </a:lnTo>
                  <a:lnTo>
                    <a:pt x="63756" y="21146"/>
                  </a:lnTo>
                  <a:lnTo>
                    <a:pt x="63373" y="20954"/>
                  </a:lnTo>
                  <a:lnTo>
                    <a:pt x="63181" y="20891"/>
                  </a:lnTo>
                  <a:lnTo>
                    <a:pt x="62990" y="20827"/>
                  </a:lnTo>
                  <a:lnTo>
                    <a:pt x="62990" y="20827"/>
                  </a:lnTo>
                  <a:lnTo>
                    <a:pt x="62798" y="20891"/>
                  </a:lnTo>
                  <a:lnTo>
                    <a:pt x="62606" y="20954"/>
                  </a:lnTo>
                  <a:lnTo>
                    <a:pt x="62415" y="21018"/>
                  </a:lnTo>
                  <a:lnTo>
                    <a:pt x="62223" y="21146"/>
                  </a:lnTo>
                  <a:lnTo>
                    <a:pt x="62095" y="21338"/>
                  </a:lnTo>
                  <a:lnTo>
                    <a:pt x="62031" y="21529"/>
                  </a:lnTo>
                  <a:lnTo>
                    <a:pt x="61968" y="21721"/>
                  </a:lnTo>
                  <a:lnTo>
                    <a:pt x="61904" y="21913"/>
                  </a:lnTo>
                  <a:lnTo>
                    <a:pt x="61904" y="21913"/>
                  </a:lnTo>
                  <a:lnTo>
                    <a:pt x="61968" y="22168"/>
                  </a:lnTo>
                  <a:lnTo>
                    <a:pt x="62031" y="22424"/>
                  </a:lnTo>
                  <a:lnTo>
                    <a:pt x="62223" y="22679"/>
                  </a:lnTo>
                  <a:lnTo>
                    <a:pt x="62415" y="22807"/>
                  </a:lnTo>
                  <a:lnTo>
                    <a:pt x="57049" y="32070"/>
                  </a:lnTo>
                  <a:lnTo>
                    <a:pt x="57049" y="32070"/>
                  </a:lnTo>
                  <a:lnTo>
                    <a:pt x="56857" y="32006"/>
                  </a:lnTo>
                  <a:lnTo>
                    <a:pt x="56601" y="32006"/>
                  </a:lnTo>
                  <a:lnTo>
                    <a:pt x="56601" y="32006"/>
                  </a:lnTo>
                  <a:lnTo>
                    <a:pt x="56218" y="32070"/>
                  </a:lnTo>
                  <a:lnTo>
                    <a:pt x="55899" y="32262"/>
                  </a:lnTo>
                  <a:lnTo>
                    <a:pt x="55707" y="32517"/>
                  </a:lnTo>
                  <a:lnTo>
                    <a:pt x="55579" y="32837"/>
                  </a:lnTo>
                  <a:lnTo>
                    <a:pt x="45038" y="32837"/>
                  </a:lnTo>
                  <a:lnTo>
                    <a:pt x="45038" y="32837"/>
                  </a:lnTo>
                  <a:lnTo>
                    <a:pt x="44911" y="32517"/>
                  </a:lnTo>
                  <a:lnTo>
                    <a:pt x="44655" y="32262"/>
                  </a:lnTo>
                  <a:lnTo>
                    <a:pt x="44336" y="32070"/>
                  </a:lnTo>
                  <a:lnTo>
                    <a:pt x="44016" y="32006"/>
                  </a:lnTo>
                  <a:lnTo>
                    <a:pt x="44016" y="32006"/>
                  </a:lnTo>
                  <a:lnTo>
                    <a:pt x="43761" y="32006"/>
                  </a:lnTo>
                  <a:lnTo>
                    <a:pt x="43569" y="32070"/>
                  </a:lnTo>
                  <a:lnTo>
                    <a:pt x="43377" y="32198"/>
                  </a:lnTo>
                  <a:lnTo>
                    <a:pt x="43250" y="32326"/>
                  </a:lnTo>
                  <a:lnTo>
                    <a:pt x="43122" y="32453"/>
                  </a:lnTo>
                  <a:lnTo>
                    <a:pt x="42994" y="32645"/>
                  </a:lnTo>
                  <a:lnTo>
                    <a:pt x="42930" y="32837"/>
                  </a:lnTo>
                  <a:lnTo>
                    <a:pt x="42930" y="33092"/>
                  </a:lnTo>
                  <a:lnTo>
                    <a:pt x="42930" y="33092"/>
                  </a:lnTo>
                  <a:lnTo>
                    <a:pt x="42930" y="33284"/>
                  </a:lnTo>
                  <a:lnTo>
                    <a:pt x="42994" y="33539"/>
                  </a:lnTo>
                  <a:lnTo>
                    <a:pt x="43122" y="33731"/>
                  </a:lnTo>
                  <a:lnTo>
                    <a:pt x="43250" y="33859"/>
                  </a:lnTo>
                  <a:lnTo>
                    <a:pt x="40247" y="39161"/>
                  </a:lnTo>
                  <a:lnTo>
                    <a:pt x="38011" y="42994"/>
                  </a:lnTo>
                  <a:lnTo>
                    <a:pt x="38011" y="42994"/>
                  </a:lnTo>
                  <a:lnTo>
                    <a:pt x="37820" y="42930"/>
                  </a:lnTo>
                  <a:lnTo>
                    <a:pt x="37564" y="42866"/>
                  </a:lnTo>
                  <a:lnTo>
                    <a:pt x="37564" y="42866"/>
                  </a:lnTo>
                  <a:lnTo>
                    <a:pt x="37372" y="42930"/>
                  </a:lnTo>
                  <a:lnTo>
                    <a:pt x="37181" y="42930"/>
                  </a:lnTo>
                  <a:lnTo>
                    <a:pt x="36861" y="43186"/>
                  </a:lnTo>
                  <a:lnTo>
                    <a:pt x="36606" y="43441"/>
                  </a:lnTo>
                  <a:lnTo>
                    <a:pt x="36478" y="43824"/>
                  </a:lnTo>
                  <a:lnTo>
                    <a:pt x="25937" y="43824"/>
                  </a:lnTo>
                  <a:lnTo>
                    <a:pt x="25937" y="43824"/>
                  </a:lnTo>
                  <a:lnTo>
                    <a:pt x="25873" y="43441"/>
                  </a:lnTo>
                  <a:lnTo>
                    <a:pt x="25618" y="43186"/>
                  </a:lnTo>
                  <a:lnTo>
                    <a:pt x="25299" y="42930"/>
                  </a:lnTo>
                  <a:lnTo>
                    <a:pt x="25107" y="42930"/>
                  </a:lnTo>
                  <a:lnTo>
                    <a:pt x="24915" y="42866"/>
                  </a:lnTo>
                  <a:lnTo>
                    <a:pt x="24915" y="42866"/>
                  </a:lnTo>
                  <a:lnTo>
                    <a:pt x="24660" y="42930"/>
                  </a:lnTo>
                  <a:lnTo>
                    <a:pt x="24404" y="42994"/>
                  </a:lnTo>
                  <a:lnTo>
                    <a:pt x="19102" y="33795"/>
                  </a:lnTo>
                  <a:lnTo>
                    <a:pt x="19102" y="33795"/>
                  </a:lnTo>
                  <a:lnTo>
                    <a:pt x="19293" y="33667"/>
                  </a:lnTo>
                  <a:lnTo>
                    <a:pt x="19421" y="33475"/>
                  </a:lnTo>
                  <a:lnTo>
                    <a:pt x="19549" y="33220"/>
                  </a:lnTo>
                  <a:lnTo>
                    <a:pt x="19549" y="32964"/>
                  </a:lnTo>
                  <a:lnTo>
                    <a:pt x="19549" y="32964"/>
                  </a:lnTo>
                  <a:lnTo>
                    <a:pt x="19549" y="32709"/>
                  </a:lnTo>
                  <a:lnTo>
                    <a:pt x="19421" y="32453"/>
                  </a:lnTo>
                  <a:lnTo>
                    <a:pt x="19293" y="32262"/>
                  </a:lnTo>
                  <a:lnTo>
                    <a:pt x="19102" y="32070"/>
                  </a:lnTo>
                  <a:lnTo>
                    <a:pt x="24404" y="22935"/>
                  </a:lnTo>
                  <a:lnTo>
                    <a:pt x="24404" y="22935"/>
                  </a:lnTo>
                  <a:lnTo>
                    <a:pt x="24596" y="22999"/>
                  </a:lnTo>
                  <a:lnTo>
                    <a:pt x="24851" y="22999"/>
                  </a:lnTo>
                  <a:lnTo>
                    <a:pt x="24851" y="22999"/>
                  </a:lnTo>
                  <a:lnTo>
                    <a:pt x="25043" y="22999"/>
                  </a:lnTo>
                  <a:lnTo>
                    <a:pt x="25299" y="22935"/>
                  </a:lnTo>
                  <a:lnTo>
                    <a:pt x="25426" y="22807"/>
                  </a:lnTo>
                  <a:lnTo>
                    <a:pt x="25618" y="22679"/>
                  </a:lnTo>
                  <a:lnTo>
                    <a:pt x="25746" y="22551"/>
                  </a:lnTo>
                  <a:lnTo>
                    <a:pt x="25873" y="22360"/>
                  </a:lnTo>
                  <a:lnTo>
                    <a:pt x="25937" y="22168"/>
                  </a:lnTo>
                  <a:lnTo>
                    <a:pt x="25937" y="21913"/>
                  </a:lnTo>
                  <a:lnTo>
                    <a:pt x="25937" y="21913"/>
                  </a:lnTo>
                  <a:lnTo>
                    <a:pt x="25937" y="21721"/>
                  </a:lnTo>
                  <a:lnTo>
                    <a:pt x="25873" y="21529"/>
                  </a:lnTo>
                  <a:lnTo>
                    <a:pt x="25746" y="21338"/>
                  </a:lnTo>
                  <a:lnTo>
                    <a:pt x="25618" y="21146"/>
                  </a:lnTo>
                  <a:lnTo>
                    <a:pt x="25426" y="21018"/>
                  </a:lnTo>
                  <a:lnTo>
                    <a:pt x="25299" y="20954"/>
                  </a:lnTo>
                  <a:lnTo>
                    <a:pt x="25043" y="20891"/>
                  </a:lnTo>
                  <a:lnTo>
                    <a:pt x="24851" y="20827"/>
                  </a:lnTo>
                  <a:lnTo>
                    <a:pt x="24851" y="20827"/>
                  </a:lnTo>
                  <a:lnTo>
                    <a:pt x="24660" y="20891"/>
                  </a:lnTo>
                  <a:lnTo>
                    <a:pt x="24404" y="20954"/>
                  </a:lnTo>
                  <a:lnTo>
                    <a:pt x="24276" y="21018"/>
                  </a:lnTo>
                  <a:lnTo>
                    <a:pt x="24085" y="21146"/>
                  </a:lnTo>
                  <a:lnTo>
                    <a:pt x="23957" y="21338"/>
                  </a:lnTo>
                  <a:lnTo>
                    <a:pt x="23829" y="21529"/>
                  </a:lnTo>
                  <a:lnTo>
                    <a:pt x="23765" y="21721"/>
                  </a:lnTo>
                  <a:lnTo>
                    <a:pt x="23765" y="21913"/>
                  </a:lnTo>
                  <a:lnTo>
                    <a:pt x="23765" y="21913"/>
                  </a:lnTo>
                  <a:lnTo>
                    <a:pt x="23829" y="22168"/>
                  </a:lnTo>
                  <a:lnTo>
                    <a:pt x="23893" y="22424"/>
                  </a:lnTo>
                  <a:lnTo>
                    <a:pt x="24021" y="22615"/>
                  </a:lnTo>
                  <a:lnTo>
                    <a:pt x="24212" y="22807"/>
                  </a:lnTo>
                  <a:lnTo>
                    <a:pt x="18910" y="31942"/>
                  </a:lnTo>
                  <a:lnTo>
                    <a:pt x="18910" y="31942"/>
                  </a:lnTo>
                  <a:lnTo>
                    <a:pt x="18719" y="31878"/>
                  </a:lnTo>
                  <a:lnTo>
                    <a:pt x="18463" y="31878"/>
                  </a:lnTo>
                  <a:lnTo>
                    <a:pt x="18463" y="31878"/>
                  </a:lnTo>
                  <a:lnTo>
                    <a:pt x="18271" y="31878"/>
                  </a:lnTo>
                  <a:lnTo>
                    <a:pt x="18080" y="31942"/>
                  </a:lnTo>
                  <a:lnTo>
                    <a:pt x="17760" y="32134"/>
                  </a:lnTo>
                  <a:lnTo>
                    <a:pt x="17505" y="32453"/>
                  </a:lnTo>
                  <a:lnTo>
                    <a:pt x="17441" y="32837"/>
                  </a:lnTo>
                  <a:lnTo>
                    <a:pt x="6900" y="32837"/>
                  </a:lnTo>
                  <a:lnTo>
                    <a:pt x="6900" y="32837"/>
                  </a:lnTo>
                  <a:lnTo>
                    <a:pt x="6772" y="32453"/>
                  </a:lnTo>
                  <a:lnTo>
                    <a:pt x="6517" y="32134"/>
                  </a:lnTo>
                  <a:lnTo>
                    <a:pt x="6197" y="31942"/>
                  </a:lnTo>
                  <a:lnTo>
                    <a:pt x="6006" y="31878"/>
                  </a:lnTo>
                  <a:lnTo>
                    <a:pt x="5814" y="31878"/>
                  </a:lnTo>
                  <a:lnTo>
                    <a:pt x="5814" y="31878"/>
                  </a:lnTo>
                  <a:lnTo>
                    <a:pt x="5559" y="31878"/>
                  </a:lnTo>
                  <a:lnTo>
                    <a:pt x="5303" y="32006"/>
                  </a:lnTo>
                  <a:lnTo>
                    <a:pt x="1" y="22807"/>
                  </a:lnTo>
                  <a:lnTo>
                    <a:pt x="1" y="22807"/>
                  </a:lnTo>
                  <a:lnTo>
                    <a:pt x="256" y="22615"/>
                  </a:lnTo>
                  <a:lnTo>
                    <a:pt x="448" y="22360"/>
                  </a:lnTo>
                  <a:lnTo>
                    <a:pt x="576" y="22104"/>
                  </a:lnTo>
                  <a:lnTo>
                    <a:pt x="640" y="21785"/>
                  </a:lnTo>
                  <a:lnTo>
                    <a:pt x="640" y="21785"/>
                  </a:lnTo>
                  <a:lnTo>
                    <a:pt x="640" y="21529"/>
                  </a:lnTo>
                  <a:lnTo>
                    <a:pt x="512" y="21274"/>
                  </a:lnTo>
                  <a:lnTo>
                    <a:pt x="320" y="21018"/>
                  </a:lnTo>
                  <a:lnTo>
                    <a:pt x="128" y="20891"/>
                  </a:lnTo>
                  <a:lnTo>
                    <a:pt x="5367" y="11819"/>
                  </a:lnTo>
                  <a:lnTo>
                    <a:pt x="5367" y="11819"/>
                  </a:lnTo>
                  <a:lnTo>
                    <a:pt x="5686" y="11883"/>
                  </a:lnTo>
                  <a:lnTo>
                    <a:pt x="5686" y="11883"/>
                  </a:lnTo>
                  <a:lnTo>
                    <a:pt x="6070" y="11819"/>
                  </a:lnTo>
                  <a:lnTo>
                    <a:pt x="6389" y="11627"/>
                  </a:lnTo>
                  <a:lnTo>
                    <a:pt x="6645" y="11372"/>
                  </a:lnTo>
                  <a:lnTo>
                    <a:pt x="6772" y="10989"/>
                  </a:lnTo>
                  <a:lnTo>
                    <a:pt x="17441" y="10989"/>
                  </a:lnTo>
                  <a:lnTo>
                    <a:pt x="17441" y="10989"/>
                  </a:lnTo>
                  <a:lnTo>
                    <a:pt x="17505" y="11372"/>
                  </a:lnTo>
                  <a:lnTo>
                    <a:pt x="17760" y="11691"/>
                  </a:lnTo>
                  <a:lnTo>
                    <a:pt x="18080" y="11883"/>
                  </a:lnTo>
                  <a:lnTo>
                    <a:pt x="18271" y="11947"/>
                  </a:lnTo>
                  <a:lnTo>
                    <a:pt x="18463" y="12011"/>
                  </a:lnTo>
                  <a:lnTo>
                    <a:pt x="18463" y="12011"/>
                  </a:lnTo>
                  <a:lnTo>
                    <a:pt x="18719" y="11947"/>
                  </a:lnTo>
                  <a:lnTo>
                    <a:pt x="18910" y="11883"/>
                  </a:lnTo>
                  <a:lnTo>
                    <a:pt x="19102" y="11819"/>
                  </a:lnTo>
                  <a:lnTo>
                    <a:pt x="19230" y="11691"/>
                  </a:lnTo>
                  <a:lnTo>
                    <a:pt x="19357" y="11500"/>
                  </a:lnTo>
                  <a:lnTo>
                    <a:pt x="19485" y="11308"/>
                  </a:lnTo>
                  <a:lnTo>
                    <a:pt x="19549" y="11116"/>
                  </a:lnTo>
                  <a:lnTo>
                    <a:pt x="19549" y="10925"/>
                  </a:lnTo>
                  <a:lnTo>
                    <a:pt x="19549" y="10925"/>
                  </a:lnTo>
                  <a:lnTo>
                    <a:pt x="19549" y="10669"/>
                  </a:lnTo>
                  <a:lnTo>
                    <a:pt x="19421" y="10414"/>
                  </a:lnTo>
                  <a:lnTo>
                    <a:pt x="19293" y="10222"/>
                  </a:lnTo>
                  <a:lnTo>
                    <a:pt x="19102" y="10030"/>
                  </a:lnTo>
                  <a:lnTo>
                    <a:pt x="24085" y="1406"/>
                  </a:lnTo>
                  <a:lnTo>
                    <a:pt x="24404" y="895"/>
                  </a:lnTo>
                  <a:lnTo>
                    <a:pt x="24404" y="895"/>
                  </a:lnTo>
                  <a:lnTo>
                    <a:pt x="24596" y="959"/>
                  </a:lnTo>
                  <a:lnTo>
                    <a:pt x="24851" y="959"/>
                  </a:lnTo>
                  <a:lnTo>
                    <a:pt x="24851" y="959"/>
                  </a:lnTo>
                  <a:lnTo>
                    <a:pt x="25043" y="959"/>
                  </a:lnTo>
                  <a:lnTo>
                    <a:pt x="25235" y="895"/>
                  </a:lnTo>
                  <a:lnTo>
                    <a:pt x="25554" y="703"/>
                  </a:lnTo>
                  <a:lnTo>
                    <a:pt x="25810" y="384"/>
                  </a:lnTo>
                  <a:lnTo>
                    <a:pt x="25937" y="1"/>
                  </a:lnTo>
                  <a:lnTo>
                    <a:pt x="36478" y="1"/>
                  </a:lnTo>
                  <a:lnTo>
                    <a:pt x="36478" y="1"/>
                  </a:lnTo>
                  <a:lnTo>
                    <a:pt x="36606" y="384"/>
                  </a:lnTo>
                  <a:lnTo>
                    <a:pt x="36861" y="703"/>
                  </a:lnTo>
                  <a:lnTo>
                    <a:pt x="37181" y="895"/>
                  </a:lnTo>
                  <a:lnTo>
                    <a:pt x="37372" y="959"/>
                  </a:lnTo>
                  <a:lnTo>
                    <a:pt x="37564" y="959"/>
                  </a:lnTo>
                  <a:lnTo>
                    <a:pt x="37564" y="959"/>
                  </a:lnTo>
                  <a:lnTo>
                    <a:pt x="37820" y="959"/>
                  </a:lnTo>
                  <a:lnTo>
                    <a:pt x="38011" y="895"/>
                  </a:lnTo>
                  <a:lnTo>
                    <a:pt x="43314" y="10030"/>
                  </a:lnTo>
                  <a:lnTo>
                    <a:pt x="43314" y="10030"/>
                  </a:lnTo>
                  <a:lnTo>
                    <a:pt x="43122" y="10222"/>
                  </a:lnTo>
                  <a:lnTo>
                    <a:pt x="42994" y="10414"/>
                  </a:lnTo>
                  <a:lnTo>
                    <a:pt x="42866" y="10669"/>
                  </a:lnTo>
                  <a:lnTo>
                    <a:pt x="42866" y="10925"/>
                  </a:lnTo>
                  <a:lnTo>
                    <a:pt x="42866" y="10925"/>
                  </a:lnTo>
                  <a:lnTo>
                    <a:pt x="42866" y="11116"/>
                  </a:lnTo>
                  <a:lnTo>
                    <a:pt x="42930" y="11372"/>
                  </a:lnTo>
                  <a:lnTo>
                    <a:pt x="43058" y="11500"/>
                  </a:lnTo>
                  <a:lnTo>
                    <a:pt x="43186" y="11691"/>
                  </a:lnTo>
                  <a:lnTo>
                    <a:pt x="43314" y="11819"/>
                  </a:lnTo>
                  <a:lnTo>
                    <a:pt x="43505" y="11947"/>
                  </a:lnTo>
                  <a:lnTo>
                    <a:pt x="43697" y="12011"/>
                  </a:lnTo>
                  <a:lnTo>
                    <a:pt x="43952" y="12011"/>
                  </a:lnTo>
                  <a:lnTo>
                    <a:pt x="43952" y="12011"/>
                  </a:lnTo>
                  <a:lnTo>
                    <a:pt x="44144" y="12011"/>
                  </a:lnTo>
                  <a:lnTo>
                    <a:pt x="44336" y="11947"/>
                  </a:lnTo>
                  <a:lnTo>
                    <a:pt x="44655" y="11691"/>
                  </a:lnTo>
                  <a:lnTo>
                    <a:pt x="44911" y="11436"/>
                  </a:lnTo>
                  <a:lnTo>
                    <a:pt x="45038" y="10989"/>
                  </a:lnTo>
                  <a:lnTo>
                    <a:pt x="55899" y="10989"/>
                  </a:lnTo>
                  <a:lnTo>
                    <a:pt x="55899" y="10989"/>
                  </a:lnTo>
                  <a:lnTo>
                    <a:pt x="56026" y="11436"/>
                  </a:lnTo>
                  <a:lnTo>
                    <a:pt x="56218" y="11691"/>
                  </a:lnTo>
                  <a:lnTo>
                    <a:pt x="56601" y="11947"/>
                  </a:lnTo>
                  <a:lnTo>
                    <a:pt x="56793" y="12011"/>
                  </a:lnTo>
                  <a:lnTo>
                    <a:pt x="56985" y="12011"/>
                  </a:lnTo>
                  <a:lnTo>
                    <a:pt x="56985" y="12011"/>
                  </a:lnTo>
                  <a:lnTo>
                    <a:pt x="57176" y="12011"/>
                  </a:lnTo>
                  <a:lnTo>
                    <a:pt x="57368" y="11947"/>
                  </a:lnTo>
                  <a:lnTo>
                    <a:pt x="57560" y="11819"/>
                  </a:lnTo>
                  <a:lnTo>
                    <a:pt x="57751" y="11691"/>
                  </a:lnTo>
                  <a:lnTo>
                    <a:pt x="57879" y="11500"/>
                  </a:lnTo>
                  <a:lnTo>
                    <a:pt x="57943" y="11372"/>
                  </a:lnTo>
                  <a:lnTo>
                    <a:pt x="58007" y="11116"/>
                  </a:lnTo>
                  <a:lnTo>
                    <a:pt x="58071" y="10925"/>
                  </a:lnTo>
                  <a:lnTo>
                    <a:pt x="58071" y="10925"/>
                  </a:lnTo>
                  <a:lnTo>
                    <a:pt x="58007" y="10605"/>
                  </a:lnTo>
                  <a:lnTo>
                    <a:pt x="57879" y="10286"/>
                  </a:lnTo>
                  <a:lnTo>
                    <a:pt x="57623" y="10094"/>
                  </a:lnTo>
                  <a:lnTo>
                    <a:pt x="57368" y="9903"/>
                  </a:lnTo>
                  <a:lnTo>
                    <a:pt x="58007" y="8817"/>
                  </a:lnTo>
                  <a:lnTo>
                    <a:pt x="62542" y="895"/>
                  </a:lnTo>
                  <a:lnTo>
                    <a:pt x="62542" y="895"/>
                  </a:lnTo>
                  <a:lnTo>
                    <a:pt x="62798" y="959"/>
                  </a:lnTo>
                  <a:lnTo>
                    <a:pt x="62990" y="959"/>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8"/>
            <p:cNvSpPr/>
            <p:nvPr/>
          </p:nvSpPr>
          <p:spPr>
            <a:xfrm>
              <a:off x="2354850" y="-1076800"/>
              <a:ext cx="605325" cy="544625"/>
            </a:xfrm>
            <a:custGeom>
              <a:avLst/>
              <a:gdLst/>
              <a:ahLst/>
              <a:cxnLst/>
              <a:rect l="l" t="t" r="r" b="b"/>
              <a:pathLst>
                <a:path w="24213" h="21785" fill="none" extrusionOk="0">
                  <a:moveTo>
                    <a:pt x="5750" y="959"/>
                  </a:moveTo>
                  <a:lnTo>
                    <a:pt x="5750" y="959"/>
                  </a:lnTo>
                  <a:lnTo>
                    <a:pt x="5942" y="895"/>
                  </a:lnTo>
                  <a:lnTo>
                    <a:pt x="6134" y="895"/>
                  </a:lnTo>
                  <a:lnTo>
                    <a:pt x="6453" y="640"/>
                  </a:lnTo>
                  <a:lnTo>
                    <a:pt x="6709" y="384"/>
                  </a:lnTo>
                  <a:lnTo>
                    <a:pt x="6773" y="1"/>
                  </a:lnTo>
                  <a:lnTo>
                    <a:pt x="17377" y="1"/>
                  </a:lnTo>
                  <a:lnTo>
                    <a:pt x="17377" y="1"/>
                  </a:lnTo>
                  <a:lnTo>
                    <a:pt x="17505" y="384"/>
                  </a:lnTo>
                  <a:lnTo>
                    <a:pt x="17697" y="704"/>
                  </a:lnTo>
                  <a:lnTo>
                    <a:pt x="18080" y="895"/>
                  </a:lnTo>
                  <a:lnTo>
                    <a:pt x="18272" y="959"/>
                  </a:lnTo>
                  <a:lnTo>
                    <a:pt x="18463" y="959"/>
                  </a:lnTo>
                  <a:lnTo>
                    <a:pt x="18463" y="959"/>
                  </a:lnTo>
                  <a:lnTo>
                    <a:pt x="18655" y="959"/>
                  </a:lnTo>
                  <a:lnTo>
                    <a:pt x="18910" y="831"/>
                  </a:lnTo>
                  <a:lnTo>
                    <a:pt x="24213" y="10031"/>
                  </a:lnTo>
                  <a:lnTo>
                    <a:pt x="24213" y="10031"/>
                  </a:lnTo>
                  <a:lnTo>
                    <a:pt x="24021" y="10158"/>
                  </a:lnTo>
                  <a:lnTo>
                    <a:pt x="23829" y="10414"/>
                  </a:lnTo>
                  <a:lnTo>
                    <a:pt x="23766" y="10605"/>
                  </a:lnTo>
                  <a:lnTo>
                    <a:pt x="23702" y="10925"/>
                  </a:lnTo>
                  <a:lnTo>
                    <a:pt x="23702" y="10925"/>
                  </a:lnTo>
                  <a:lnTo>
                    <a:pt x="23766" y="11180"/>
                  </a:lnTo>
                  <a:lnTo>
                    <a:pt x="23829" y="11372"/>
                  </a:lnTo>
                  <a:lnTo>
                    <a:pt x="24021" y="11628"/>
                  </a:lnTo>
                  <a:lnTo>
                    <a:pt x="24213" y="11755"/>
                  </a:lnTo>
                  <a:lnTo>
                    <a:pt x="23957" y="12139"/>
                  </a:lnTo>
                  <a:lnTo>
                    <a:pt x="18974" y="20827"/>
                  </a:lnTo>
                  <a:lnTo>
                    <a:pt x="18974" y="20827"/>
                  </a:lnTo>
                  <a:lnTo>
                    <a:pt x="18783" y="20827"/>
                  </a:lnTo>
                  <a:lnTo>
                    <a:pt x="18783" y="20827"/>
                  </a:lnTo>
                  <a:lnTo>
                    <a:pt x="18591" y="20827"/>
                  </a:lnTo>
                  <a:lnTo>
                    <a:pt x="18399" y="20891"/>
                  </a:lnTo>
                  <a:lnTo>
                    <a:pt x="18016" y="21082"/>
                  </a:lnTo>
                  <a:lnTo>
                    <a:pt x="17824" y="21402"/>
                  </a:lnTo>
                  <a:lnTo>
                    <a:pt x="17697" y="21785"/>
                  </a:lnTo>
                  <a:lnTo>
                    <a:pt x="6836" y="21785"/>
                  </a:lnTo>
                  <a:lnTo>
                    <a:pt x="6836" y="21785"/>
                  </a:lnTo>
                  <a:lnTo>
                    <a:pt x="6709" y="21402"/>
                  </a:lnTo>
                  <a:lnTo>
                    <a:pt x="6453" y="21082"/>
                  </a:lnTo>
                  <a:lnTo>
                    <a:pt x="6134" y="20891"/>
                  </a:lnTo>
                  <a:lnTo>
                    <a:pt x="5942" y="20827"/>
                  </a:lnTo>
                  <a:lnTo>
                    <a:pt x="5750" y="20827"/>
                  </a:lnTo>
                  <a:lnTo>
                    <a:pt x="5750" y="20827"/>
                  </a:lnTo>
                  <a:lnTo>
                    <a:pt x="5495" y="20827"/>
                  </a:lnTo>
                  <a:lnTo>
                    <a:pt x="5303" y="20955"/>
                  </a:lnTo>
                  <a:lnTo>
                    <a:pt x="1" y="11755"/>
                  </a:lnTo>
                  <a:lnTo>
                    <a:pt x="1" y="11755"/>
                  </a:lnTo>
                  <a:lnTo>
                    <a:pt x="193" y="11628"/>
                  </a:lnTo>
                  <a:lnTo>
                    <a:pt x="320" y="11372"/>
                  </a:lnTo>
                  <a:lnTo>
                    <a:pt x="384" y="11180"/>
                  </a:lnTo>
                  <a:lnTo>
                    <a:pt x="448" y="10925"/>
                  </a:lnTo>
                  <a:lnTo>
                    <a:pt x="448" y="10925"/>
                  </a:lnTo>
                  <a:lnTo>
                    <a:pt x="384" y="10605"/>
                  </a:lnTo>
                  <a:lnTo>
                    <a:pt x="320" y="10414"/>
                  </a:lnTo>
                  <a:lnTo>
                    <a:pt x="193" y="10158"/>
                  </a:lnTo>
                  <a:lnTo>
                    <a:pt x="1" y="10031"/>
                  </a:lnTo>
                  <a:lnTo>
                    <a:pt x="5303" y="831"/>
                  </a:lnTo>
                  <a:lnTo>
                    <a:pt x="5303" y="831"/>
                  </a:lnTo>
                  <a:lnTo>
                    <a:pt x="5495" y="895"/>
                  </a:lnTo>
                  <a:lnTo>
                    <a:pt x="5750" y="959"/>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8"/>
            <p:cNvSpPr/>
            <p:nvPr/>
          </p:nvSpPr>
          <p:spPr>
            <a:xfrm>
              <a:off x="1874150" y="-1353075"/>
              <a:ext cx="608500" cy="546225"/>
            </a:xfrm>
            <a:custGeom>
              <a:avLst/>
              <a:gdLst/>
              <a:ahLst/>
              <a:cxnLst/>
              <a:rect l="l" t="t" r="r" b="b"/>
              <a:pathLst>
                <a:path w="24340" h="21849" fill="none" extrusionOk="0">
                  <a:moveTo>
                    <a:pt x="5877" y="1022"/>
                  </a:moveTo>
                  <a:lnTo>
                    <a:pt x="5877" y="1022"/>
                  </a:lnTo>
                  <a:lnTo>
                    <a:pt x="6069" y="958"/>
                  </a:lnTo>
                  <a:lnTo>
                    <a:pt x="6261" y="895"/>
                  </a:lnTo>
                  <a:lnTo>
                    <a:pt x="6580" y="703"/>
                  </a:lnTo>
                  <a:lnTo>
                    <a:pt x="6836" y="383"/>
                  </a:lnTo>
                  <a:lnTo>
                    <a:pt x="6963" y="0"/>
                  </a:lnTo>
                  <a:lnTo>
                    <a:pt x="17504" y="0"/>
                  </a:lnTo>
                  <a:lnTo>
                    <a:pt x="17504" y="0"/>
                  </a:lnTo>
                  <a:lnTo>
                    <a:pt x="17632" y="383"/>
                  </a:lnTo>
                  <a:lnTo>
                    <a:pt x="17887" y="703"/>
                  </a:lnTo>
                  <a:lnTo>
                    <a:pt x="18207" y="895"/>
                  </a:lnTo>
                  <a:lnTo>
                    <a:pt x="18398" y="958"/>
                  </a:lnTo>
                  <a:lnTo>
                    <a:pt x="18590" y="1022"/>
                  </a:lnTo>
                  <a:lnTo>
                    <a:pt x="18590" y="1022"/>
                  </a:lnTo>
                  <a:lnTo>
                    <a:pt x="18846" y="958"/>
                  </a:lnTo>
                  <a:lnTo>
                    <a:pt x="19037" y="895"/>
                  </a:lnTo>
                  <a:lnTo>
                    <a:pt x="24340" y="10030"/>
                  </a:lnTo>
                  <a:lnTo>
                    <a:pt x="24340" y="10030"/>
                  </a:lnTo>
                  <a:lnTo>
                    <a:pt x="24148" y="10221"/>
                  </a:lnTo>
                  <a:lnTo>
                    <a:pt x="24020" y="10413"/>
                  </a:lnTo>
                  <a:lnTo>
                    <a:pt x="23892" y="10669"/>
                  </a:lnTo>
                  <a:lnTo>
                    <a:pt x="23892" y="10924"/>
                  </a:lnTo>
                  <a:lnTo>
                    <a:pt x="23892" y="10924"/>
                  </a:lnTo>
                  <a:lnTo>
                    <a:pt x="23892" y="11180"/>
                  </a:lnTo>
                  <a:lnTo>
                    <a:pt x="24020" y="11435"/>
                  </a:lnTo>
                  <a:lnTo>
                    <a:pt x="24148" y="11627"/>
                  </a:lnTo>
                  <a:lnTo>
                    <a:pt x="24340" y="11819"/>
                  </a:lnTo>
                  <a:lnTo>
                    <a:pt x="19037" y="20954"/>
                  </a:lnTo>
                  <a:lnTo>
                    <a:pt x="19037" y="20954"/>
                  </a:lnTo>
                  <a:lnTo>
                    <a:pt x="18846" y="20890"/>
                  </a:lnTo>
                  <a:lnTo>
                    <a:pt x="18590" y="20890"/>
                  </a:lnTo>
                  <a:lnTo>
                    <a:pt x="18590" y="20890"/>
                  </a:lnTo>
                  <a:lnTo>
                    <a:pt x="18398" y="20890"/>
                  </a:lnTo>
                  <a:lnTo>
                    <a:pt x="18207" y="20954"/>
                  </a:lnTo>
                  <a:lnTo>
                    <a:pt x="17887" y="21145"/>
                  </a:lnTo>
                  <a:lnTo>
                    <a:pt x="17632" y="21465"/>
                  </a:lnTo>
                  <a:lnTo>
                    <a:pt x="17504" y="21848"/>
                  </a:lnTo>
                  <a:lnTo>
                    <a:pt x="6963" y="21848"/>
                  </a:lnTo>
                  <a:lnTo>
                    <a:pt x="6963" y="21848"/>
                  </a:lnTo>
                  <a:lnTo>
                    <a:pt x="6836" y="21465"/>
                  </a:lnTo>
                  <a:lnTo>
                    <a:pt x="6580" y="21145"/>
                  </a:lnTo>
                  <a:lnTo>
                    <a:pt x="6261" y="20954"/>
                  </a:lnTo>
                  <a:lnTo>
                    <a:pt x="6069" y="20890"/>
                  </a:lnTo>
                  <a:lnTo>
                    <a:pt x="5877" y="20890"/>
                  </a:lnTo>
                  <a:lnTo>
                    <a:pt x="5877" y="20890"/>
                  </a:lnTo>
                  <a:lnTo>
                    <a:pt x="5622" y="20890"/>
                  </a:lnTo>
                  <a:lnTo>
                    <a:pt x="5430" y="20954"/>
                  </a:lnTo>
                  <a:lnTo>
                    <a:pt x="0" y="11563"/>
                  </a:lnTo>
                  <a:lnTo>
                    <a:pt x="0" y="11563"/>
                  </a:lnTo>
                  <a:lnTo>
                    <a:pt x="256" y="11435"/>
                  </a:lnTo>
                  <a:lnTo>
                    <a:pt x="447" y="11180"/>
                  </a:lnTo>
                  <a:lnTo>
                    <a:pt x="575" y="10924"/>
                  </a:lnTo>
                  <a:lnTo>
                    <a:pt x="575" y="10605"/>
                  </a:lnTo>
                  <a:lnTo>
                    <a:pt x="575" y="10605"/>
                  </a:lnTo>
                  <a:lnTo>
                    <a:pt x="575" y="10413"/>
                  </a:lnTo>
                  <a:lnTo>
                    <a:pt x="511" y="10158"/>
                  </a:lnTo>
                  <a:lnTo>
                    <a:pt x="383" y="9966"/>
                  </a:lnTo>
                  <a:lnTo>
                    <a:pt x="256" y="9838"/>
                  </a:lnTo>
                  <a:lnTo>
                    <a:pt x="5430" y="895"/>
                  </a:lnTo>
                  <a:lnTo>
                    <a:pt x="5430" y="895"/>
                  </a:lnTo>
                  <a:lnTo>
                    <a:pt x="5622" y="958"/>
                  </a:lnTo>
                  <a:lnTo>
                    <a:pt x="5877" y="1022"/>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8"/>
            <p:cNvSpPr/>
            <p:nvPr/>
          </p:nvSpPr>
          <p:spPr>
            <a:xfrm>
              <a:off x="2830800" y="-1353075"/>
              <a:ext cx="606900" cy="546225"/>
            </a:xfrm>
            <a:custGeom>
              <a:avLst/>
              <a:gdLst/>
              <a:ahLst/>
              <a:cxnLst/>
              <a:rect l="l" t="t" r="r" b="b"/>
              <a:pathLst>
                <a:path w="24276" h="21849" fill="none" extrusionOk="0">
                  <a:moveTo>
                    <a:pt x="5750" y="1022"/>
                  </a:moveTo>
                  <a:lnTo>
                    <a:pt x="5750" y="1022"/>
                  </a:lnTo>
                  <a:lnTo>
                    <a:pt x="5941" y="958"/>
                  </a:lnTo>
                  <a:lnTo>
                    <a:pt x="6133" y="895"/>
                  </a:lnTo>
                  <a:lnTo>
                    <a:pt x="6516" y="703"/>
                  </a:lnTo>
                  <a:lnTo>
                    <a:pt x="6708" y="383"/>
                  </a:lnTo>
                  <a:lnTo>
                    <a:pt x="6836" y="0"/>
                  </a:lnTo>
                  <a:lnTo>
                    <a:pt x="17440" y="0"/>
                  </a:lnTo>
                  <a:lnTo>
                    <a:pt x="17440" y="0"/>
                  </a:lnTo>
                  <a:lnTo>
                    <a:pt x="17504" y="383"/>
                  </a:lnTo>
                  <a:lnTo>
                    <a:pt x="17760" y="703"/>
                  </a:lnTo>
                  <a:lnTo>
                    <a:pt x="18079" y="895"/>
                  </a:lnTo>
                  <a:lnTo>
                    <a:pt x="18271" y="958"/>
                  </a:lnTo>
                  <a:lnTo>
                    <a:pt x="18462" y="1022"/>
                  </a:lnTo>
                  <a:lnTo>
                    <a:pt x="18462" y="1022"/>
                  </a:lnTo>
                  <a:lnTo>
                    <a:pt x="18718" y="958"/>
                  </a:lnTo>
                  <a:lnTo>
                    <a:pt x="18910" y="895"/>
                  </a:lnTo>
                  <a:lnTo>
                    <a:pt x="24276" y="10158"/>
                  </a:lnTo>
                  <a:lnTo>
                    <a:pt x="24276" y="10158"/>
                  </a:lnTo>
                  <a:lnTo>
                    <a:pt x="24148" y="10285"/>
                  </a:lnTo>
                  <a:lnTo>
                    <a:pt x="24020" y="10477"/>
                  </a:lnTo>
                  <a:lnTo>
                    <a:pt x="23956" y="10732"/>
                  </a:lnTo>
                  <a:lnTo>
                    <a:pt x="23956" y="10924"/>
                  </a:lnTo>
                  <a:lnTo>
                    <a:pt x="23956" y="10924"/>
                  </a:lnTo>
                  <a:lnTo>
                    <a:pt x="23956" y="11180"/>
                  </a:lnTo>
                  <a:lnTo>
                    <a:pt x="24020" y="11371"/>
                  </a:lnTo>
                  <a:lnTo>
                    <a:pt x="24148" y="11563"/>
                  </a:lnTo>
                  <a:lnTo>
                    <a:pt x="24276" y="11691"/>
                  </a:lnTo>
                  <a:lnTo>
                    <a:pt x="21337" y="16801"/>
                  </a:lnTo>
                  <a:lnTo>
                    <a:pt x="18910" y="20954"/>
                  </a:lnTo>
                  <a:lnTo>
                    <a:pt x="18910" y="20954"/>
                  </a:lnTo>
                  <a:lnTo>
                    <a:pt x="18718" y="20890"/>
                  </a:lnTo>
                  <a:lnTo>
                    <a:pt x="18462" y="20890"/>
                  </a:lnTo>
                  <a:lnTo>
                    <a:pt x="18462" y="20890"/>
                  </a:lnTo>
                  <a:lnTo>
                    <a:pt x="18271" y="20890"/>
                  </a:lnTo>
                  <a:lnTo>
                    <a:pt x="18079" y="20954"/>
                  </a:lnTo>
                  <a:lnTo>
                    <a:pt x="17760" y="21145"/>
                  </a:lnTo>
                  <a:lnTo>
                    <a:pt x="17504" y="21465"/>
                  </a:lnTo>
                  <a:lnTo>
                    <a:pt x="17440" y="21848"/>
                  </a:lnTo>
                  <a:lnTo>
                    <a:pt x="6836" y="21848"/>
                  </a:lnTo>
                  <a:lnTo>
                    <a:pt x="6836" y="21848"/>
                  </a:lnTo>
                  <a:lnTo>
                    <a:pt x="6708" y="21465"/>
                  </a:lnTo>
                  <a:lnTo>
                    <a:pt x="6516" y="21145"/>
                  </a:lnTo>
                  <a:lnTo>
                    <a:pt x="6133" y="20954"/>
                  </a:lnTo>
                  <a:lnTo>
                    <a:pt x="5941" y="20890"/>
                  </a:lnTo>
                  <a:lnTo>
                    <a:pt x="5750" y="20890"/>
                  </a:lnTo>
                  <a:lnTo>
                    <a:pt x="5750" y="20890"/>
                  </a:lnTo>
                  <a:lnTo>
                    <a:pt x="5558" y="20890"/>
                  </a:lnTo>
                  <a:lnTo>
                    <a:pt x="5302" y="20954"/>
                  </a:lnTo>
                  <a:lnTo>
                    <a:pt x="0" y="11819"/>
                  </a:lnTo>
                  <a:lnTo>
                    <a:pt x="0" y="11819"/>
                  </a:lnTo>
                  <a:lnTo>
                    <a:pt x="192" y="11627"/>
                  </a:lnTo>
                  <a:lnTo>
                    <a:pt x="383" y="11435"/>
                  </a:lnTo>
                  <a:lnTo>
                    <a:pt x="447" y="11180"/>
                  </a:lnTo>
                  <a:lnTo>
                    <a:pt x="511" y="10924"/>
                  </a:lnTo>
                  <a:lnTo>
                    <a:pt x="511" y="10924"/>
                  </a:lnTo>
                  <a:lnTo>
                    <a:pt x="447" y="10669"/>
                  </a:lnTo>
                  <a:lnTo>
                    <a:pt x="383" y="10413"/>
                  </a:lnTo>
                  <a:lnTo>
                    <a:pt x="192" y="10221"/>
                  </a:lnTo>
                  <a:lnTo>
                    <a:pt x="0" y="10030"/>
                  </a:lnTo>
                  <a:lnTo>
                    <a:pt x="5175" y="1150"/>
                  </a:lnTo>
                  <a:lnTo>
                    <a:pt x="5302" y="895"/>
                  </a:lnTo>
                  <a:lnTo>
                    <a:pt x="5302" y="895"/>
                  </a:lnTo>
                  <a:lnTo>
                    <a:pt x="5558" y="958"/>
                  </a:lnTo>
                  <a:lnTo>
                    <a:pt x="5750" y="1022"/>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8"/>
            <p:cNvSpPr/>
            <p:nvPr/>
          </p:nvSpPr>
          <p:spPr>
            <a:xfrm>
              <a:off x="1067625" y="-1658125"/>
              <a:ext cx="2887550" cy="2526600"/>
            </a:xfrm>
            <a:custGeom>
              <a:avLst/>
              <a:gdLst/>
              <a:ahLst/>
              <a:cxnLst/>
              <a:rect l="l" t="t" r="r" b="b"/>
              <a:pathLst>
                <a:path w="115502" h="101064" fill="none" extrusionOk="0">
                  <a:moveTo>
                    <a:pt x="69952" y="1"/>
                  </a:moveTo>
                  <a:lnTo>
                    <a:pt x="69952" y="1"/>
                  </a:lnTo>
                  <a:lnTo>
                    <a:pt x="69761" y="64"/>
                  </a:lnTo>
                  <a:lnTo>
                    <a:pt x="69569" y="128"/>
                  </a:lnTo>
                  <a:lnTo>
                    <a:pt x="69186" y="320"/>
                  </a:lnTo>
                  <a:lnTo>
                    <a:pt x="68994" y="639"/>
                  </a:lnTo>
                  <a:lnTo>
                    <a:pt x="68866" y="1023"/>
                  </a:lnTo>
                  <a:lnTo>
                    <a:pt x="57239" y="1023"/>
                  </a:lnTo>
                  <a:lnTo>
                    <a:pt x="57239" y="1214"/>
                  </a:lnTo>
                  <a:lnTo>
                    <a:pt x="68866" y="1214"/>
                  </a:lnTo>
                  <a:lnTo>
                    <a:pt x="68866" y="1214"/>
                  </a:lnTo>
                  <a:lnTo>
                    <a:pt x="68994" y="1598"/>
                  </a:lnTo>
                  <a:lnTo>
                    <a:pt x="69186" y="1917"/>
                  </a:lnTo>
                  <a:lnTo>
                    <a:pt x="69569" y="2109"/>
                  </a:lnTo>
                  <a:lnTo>
                    <a:pt x="69761" y="2173"/>
                  </a:lnTo>
                  <a:lnTo>
                    <a:pt x="69952" y="2173"/>
                  </a:lnTo>
                  <a:lnTo>
                    <a:pt x="69952" y="2173"/>
                  </a:lnTo>
                  <a:lnTo>
                    <a:pt x="70144" y="2173"/>
                  </a:lnTo>
                  <a:lnTo>
                    <a:pt x="70399" y="2109"/>
                  </a:lnTo>
                  <a:lnTo>
                    <a:pt x="75702" y="11244"/>
                  </a:lnTo>
                  <a:lnTo>
                    <a:pt x="75702" y="11244"/>
                  </a:lnTo>
                  <a:lnTo>
                    <a:pt x="75510" y="11436"/>
                  </a:lnTo>
                  <a:lnTo>
                    <a:pt x="75318" y="11627"/>
                  </a:lnTo>
                  <a:lnTo>
                    <a:pt x="75255" y="11883"/>
                  </a:lnTo>
                  <a:lnTo>
                    <a:pt x="75191" y="12138"/>
                  </a:lnTo>
                  <a:lnTo>
                    <a:pt x="75191" y="12138"/>
                  </a:lnTo>
                  <a:lnTo>
                    <a:pt x="75255" y="12394"/>
                  </a:lnTo>
                  <a:lnTo>
                    <a:pt x="75318" y="12649"/>
                  </a:lnTo>
                  <a:lnTo>
                    <a:pt x="75510" y="12841"/>
                  </a:lnTo>
                  <a:lnTo>
                    <a:pt x="75702" y="12969"/>
                  </a:lnTo>
                  <a:lnTo>
                    <a:pt x="73019" y="17568"/>
                  </a:lnTo>
                  <a:lnTo>
                    <a:pt x="70399" y="22168"/>
                  </a:lnTo>
                  <a:lnTo>
                    <a:pt x="70399" y="22168"/>
                  </a:lnTo>
                  <a:lnTo>
                    <a:pt x="70144" y="22104"/>
                  </a:lnTo>
                  <a:lnTo>
                    <a:pt x="69952" y="22040"/>
                  </a:lnTo>
                  <a:lnTo>
                    <a:pt x="69952" y="22040"/>
                  </a:lnTo>
                  <a:lnTo>
                    <a:pt x="69761" y="22040"/>
                  </a:lnTo>
                  <a:lnTo>
                    <a:pt x="69505" y="22104"/>
                  </a:lnTo>
                  <a:lnTo>
                    <a:pt x="69186" y="22360"/>
                  </a:lnTo>
                  <a:lnTo>
                    <a:pt x="68994" y="22679"/>
                  </a:lnTo>
                  <a:lnTo>
                    <a:pt x="68866" y="23062"/>
                  </a:lnTo>
                  <a:lnTo>
                    <a:pt x="58262" y="23062"/>
                  </a:lnTo>
                  <a:lnTo>
                    <a:pt x="58262" y="23062"/>
                  </a:lnTo>
                  <a:lnTo>
                    <a:pt x="58262" y="22807"/>
                  </a:lnTo>
                  <a:lnTo>
                    <a:pt x="58198" y="22615"/>
                  </a:lnTo>
                  <a:lnTo>
                    <a:pt x="57942" y="22296"/>
                  </a:lnTo>
                  <a:lnTo>
                    <a:pt x="57623" y="22104"/>
                  </a:lnTo>
                  <a:lnTo>
                    <a:pt x="57431" y="22040"/>
                  </a:lnTo>
                  <a:lnTo>
                    <a:pt x="57239" y="22040"/>
                  </a:lnTo>
                  <a:lnTo>
                    <a:pt x="57239" y="22040"/>
                  </a:lnTo>
                  <a:lnTo>
                    <a:pt x="56984" y="22040"/>
                  </a:lnTo>
                  <a:lnTo>
                    <a:pt x="56728" y="22168"/>
                  </a:lnTo>
                  <a:lnTo>
                    <a:pt x="55706" y="20379"/>
                  </a:lnTo>
                  <a:lnTo>
                    <a:pt x="51490" y="12969"/>
                  </a:lnTo>
                  <a:lnTo>
                    <a:pt x="51490" y="12969"/>
                  </a:lnTo>
                  <a:lnTo>
                    <a:pt x="51682" y="12841"/>
                  </a:lnTo>
                  <a:lnTo>
                    <a:pt x="51809" y="12649"/>
                  </a:lnTo>
                  <a:lnTo>
                    <a:pt x="51873" y="12394"/>
                  </a:lnTo>
                  <a:lnTo>
                    <a:pt x="51937" y="12138"/>
                  </a:lnTo>
                  <a:lnTo>
                    <a:pt x="51937" y="12138"/>
                  </a:lnTo>
                  <a:lnTo>
                    <a:pt x="51937" y="11883"/>
                  </a:lnTo>
                  <a:lnTo>
                    <a:pt x="51873" y="11691"/>
                  </a:lnTo>
                  <a:lnTo>
                    <a:pt x="51745" y="11499"/>
                  </a:lnTo>
                  <a:lnTo>
                    <a:pt x="51618" y="11372"/>
                  </a:lnTo>
                  <a:lnTo>
                    <a:pt x="51490" y="11244"/>
                  </a:lnTo>
                  <a:lnTo>
                    <a:pt x="51298" y="11116"/>
                  </a:lnTo>
                  <a:lnTo>
                    <a:pt x="51043" y="11052"/>
                  </a:lnTo>
                  <a:lnTo>
                    <a:pt x="50851" y="11052"/>
                  </a:lnTo>
                  <a:lnTo>
                    <a:pt x="50851" y="11052"/>
                  </a:lnTo>
                  <a:lnTo>
                    <a:pt x="50659" y="11052"/>
                  </a:lnTo>
                  <a:lnTo>
                    <a:pt x="50468" y="11116"/>
                  </a:lnTo>
                  <a:lnTo>
                    <a:pt x="50148" y="11308"/>
                  </a:lnTo>
                  <a:lnTo>
                    <a:pt x="49893" y="11627"/>
                  </a:lnTo>
                  <a:lnTo>
                    <a:pt x="49765" y="12011"/>
                  </a:lnTo>
                  <a:lnTo>
                    <a:pt x="39224" y="12011"/>
                  </a:lnTo>
                  <a:lnTo>
                    <a:pt x="39224" y="12011"/>
                  </a:lnTo>
                  <a:lnTo>
                    <a:pt x="39097" y="11627"/>
                  </a:lnTo>
                  <a:lnTo>
                    <a:pt x="38841" y="11308"/>
                  </a:lnTo>
                  <a:lnTo>
                    <a:pt x="38522" y="11116"/>
                  </a:lnTo>
                  <a:lnTo>
                    <a:pt x="38330" y="11052"/>
                  </a:lnTo>
                  <a:lnTo>
                    <a:pt x="38138" y="11052"/>
                  </a:lnTo>
                  <a:lnTo>
                    <a:pt x="38138" y="11052"/>
                  </a:lnTo>
                  <a:lnTo>
                    <a:pt x="37883" y="11052"/>
                  </a:lnTo>
                  <a:lnTo>
                    <a:pt x="37691" y="11116"/>
                  </a:lnTo>
                  <a:lnTo>
                    <a:pt x="31878" y="1023"/>
                  </a:lnTo>
                  <a:lnTo>
                    <a:pt x="31686" y="1150"/>
                  </a:lnTo>
                  <a:lnTo>
                    <a:pt x="37499" y="11244"/>
                  </a:lnTo>
                  <a:lnTo>
                    <a:pt x="37499" y="11244"/>
                  </a:lnTo>
                  <a:lnTo>
                    <a:pt x="37308" y="11436"/>
                  </a:lnTo>
                  <a:lnTo>
                    <a:pt x="37180" y="11627"/>
                  </a:lnTo>
                  <a:lnTo>
                    <a:pt x="37116" y="11883"/>
                  </a:lnTo>
                  <a:lnTo>
                    <a:pt x="37052" y="12138"/>
                  </a:lnTo>
                  <a:lnTo>
                    <a:pt x="37052" y="12138"/>
                  </a:lnTo>
                  <a:lnTo>
                    <a:pt x="37116" y="12394"/>
                  </a:lnTo>
                  <a:lnTo>
                    <a:pt x="37180" y="12649"/>
                  </a:lnTo>
                  <a:lnTo>
                    <a:pt x="37308" y="12841"/>
                  </a:lnTo>
                  <a:lnTo>
                    <a:pt x="37499" y="12969"/>
                  </a:lnTo>
                  <a:lnTo>
                    <a:pt x="32389" y="21912"/>
                  </a:lnTo>
                  <a:lnTo>
                    <a:pt x="32389" y="21912"/>
                  </a:lnTo>
                  <a:lnTo>
                    <a:pt x="32069" y="21785"/>
                  </a:lnTo>
                  <a:lnTo>
                    <a:pt x="31750" y="21721"/>
                  </a:lnTo>
                  <a:lnTo>
                    <a:pt x="31750" y="21721"/>
                  </a:lnTo>
                  <a:lnTo>
                    <a:pt x="31558" y="21721"/>
                  </a:lnTo>
                  <a:lnTo>
                    <a:pt x="31367" y="21785"/>
                  </a:lnTo>
                  <a:lnTo>
                    <a:pt x="31175" y="21912"/>
                  </a:lnTo>
                  <a:lnTo>
                    <a:pt x="30983" y="22040"/>
                  </a:lnTo>
                  <a:lnTo>
                    <a:pt x="30856" y="22232"/>
                  </a:lnTo>
                  <a:lnTo>
                    <a:pt x="30792" y="22360"/>
                  </a:lnTo>
                  <a:lnTo>
                    <a:pt x="30728" y="22615"/>
                  </a:lnTo>
                  <a:lnTo>
                    <a:pt x="30728" y="22807"/>
                  </a:lnTo>
                  <a:lnTo>
                    <a:pt x="30728" y="22807"/>
                  </a:lnTo>
                  <a:lnTo>
                    <a:pt x="30728" y="23062"/>
                  </a:lnTo>
                  <a:lnTo>
                    <a:pt x="19037" y="23062"/>
                  </a:lnTo>
                  <a:lnTo>
                    <a:pt x="19037" y="23062"/>
                  </a:lnTo>
                  <a:lnTo>
                    <a:pt x="19037" y="23254"/>
                  </a:lnTo>
                  <a:lnTo>
                    <a:pt x="19037" y="23254"/>
                  </a:lnTo>
                  <a:lnTo>
                    <a:pt x="30792" y="23254"/>
                  </a:lnTo>
                  <a:lnTo>
                    <a:pt x="30792" y="23254"/>
                  </a:lnTo>
                  <a:lnTo>
                    <a:pt x="30920" y="23509"/>
                  </a:lnTo>
                  <a:lnTo>
                    <a:pt x="31175" y="23701"/>
                  </a:lnTo>
                  <a:lnTo>
                    <a:pt x="31431" y="23829"/>
                  </a:lnTo>
                  <a:lnTo>
                    <a:pt x="31750" y="23893"/>
                  </a:lnTo>
                  <a:lnTo>
                    <a:pt x="31750" y="23893"/>
                  </a:lnTo>
                  <a:lnTo>
                    <a:pt x="32069" y="23829"/>
                  </a:lnTo>
                  <a:lnTo>
                    <a:pt x="37499" y="33284"/>
                  </a:lnTo>
                  <a:lnTo>
                    <a:pt x="37499" y="33284"/>
                  </a:lnTo>
                  <a:lnTo>
                    <a:pt x="37308" y="33411"/>
                  </a:lnTo>
                  <a:lnTo>
                    <a:pt x="37180" y="33667"/>
                  </a:lnTo>
                  <a:lnTo>
                    <a:pt x="37116" y="33858"/>
                  </a:lnTo>
                  <a:lnTo>
                    <a:pt x="37052" y="34178"/>
                  </a:lnTo>
                  <a:lnTo>
                    <a:pt x="37052" y="34178"/>
                  </a:lnTo>
                  <a:lnTo>
                    <a:pt x="37116" y="34433"/>
                  </a:lnTo>
                  <a:lnTo>
                    <a:pt x="37180" y="34625"/>
                  </a:lnTo>
                  <a:lnTo>
                    <a:pt x="37308" y="34881"/>
                  </a:lnTo>
                  <a:lnTo>
                    <a:pt x="37499" y="35008"/>
                  </a:lnTo>
                  <a:lnTo>
                    <a:pt x="32580" y="43633"/>
                  </a:lnTo>
                  <a:lnTo>
                    <a:pt x="32261" y="44144"/>
                  </a:lnTo>
                  <a:lnTo>
                    <a:pt x="32261" y="44144"/>
                  </a:lnTo>
                  <a:lnTo>
                    <a:pt x="32006" y="44080"/>
                  </a:lnTo>
                  <a:lnTo>
                    <a:pt x="31750" y="44080"/>
                  </a:lnTo>
                  <a:lnTo>
                    <a:pt x="31750" y="44080"/>
                  </a:lnTo>
                  <a:lnTo>
                    <a:pt x="31558" y="44080"/>
                  </a:lnTo>
                  <a:lnTo>
                    <a:pt x="31367" y="44144"/>
                  </a:lnTo>
                  <a:lnTo>
                    <a:pt x="31047" y="44335"/>
                  </a:lnTo>
                  <a:lnTo>
                    <a:pt x="30792" y="44655"/>
                  </a:lnTo>
                  <a:lnTo>
                    <a:pt x="30728" y="45038"/>
                  </a:lnTo>
                  <a:lnTo>
                    <a:pt x="20059" y="45038"/>
                  </a:lnTo>
                  <a:lnTo>
                    <a:pt x="20059" y="45038"/>
                  </a:lnTo>
                  <a:lnTo>
                    <a:pt x="20059" y="44846"/>
                  </a:lnTo>
                  <a:lnTo>
                    <a:pt x="19995" y="44655"/>
                  </a:lnTo>
                  <a:lnTo>
                    <a:pt x="19868" y="44463"/>
                  </a:lnTo>
                  <a:lnTo>
                    <a:pt x="19740" y="44271"/>
                  </a:lnTo>
                  <a:lnTo>
                    <a:pt x="19612" y="44144"/>
                  </a:lnTo>
                  <a:lnTo>
                    <a:pt x="19421" y="44080"/>
                  </a:lnTo>
                  <a:lnTo>
                    <a:pt x="19229" y="44016"/>
                  </a:lnTo>
                  <a:lnTo>
                    <a:pt x="18973" y="43952"/>
                  </a:lnTo>
                  <a:lnTo>
                    <a:pt x="18973" y="43952"/>
                  </a:lnTo>
                  <a:lnTo>
                    <a:pt x="18782" y="44016"/>
                  </a:lnTo>
                  <a:lnTo>
                    <a:pt x="18526" y="44080"/>
                  </a:lnTo>
                  <a:lnTo>
                    <a:pt x="12777" y="34114"/>
                  </a:lnTo>
                  <a:lnTo>
                    <a:pt x="12585" y="34178"/>
                  </a:lnTo>
                  <a:lnTo>
                    <a:pt x="18398" y="44144"/>
                  </a:lnTo>
                  <a:lnTo>
                    <a:pt x="18398" y="44144"/>
                  </a:lnTo>
                  <a:lnTo>
                    <a:pt x="18207" y="44335"/>
                  </a:lnTo>
                  <a:lnTo>
                    <a:pt x="18015" y="44527"/>
                  </a:lnTo>
                  <a:lnTo>
                    <a:pt x="17951" y="44782"/>
                  </a:lnTo>
                  <a:lnTo>
                    <a:pt x="17887" y="45038"/>
                  </a:lnTo>
                  <a:lnTo>
                    <a:pt x="17887" y="45038"/>
                  </a:lnTo>
                  <a:lnTo>
                    <a:pt x="17951" y="45357"/>
                  </a:lnTo>
                  <a:lnTo>
                    <a:pt x="18079" y="45613"/>
                  </a:lnTo>
                  <a:lnTo>
                    <a:pt x="18207" y="45805"/>
                  </a:lnTo>
                  <a:lnTo>
                    <a:pt x="18462" y="45996"/>
                  </a:lnTo>
                  <a:lnTo>
                    <a:pt x="13224" y="55004"/>
                  </a:lnTo>
                  <a:lnTo>
                    <a:pt x="13224" y="55004"/>
                  </a:lnTo>
                  <a:lnTo>
                    <a:pt x="12841" y="54940"/>
                  </a:lnTo>
                  <a:lnTo>
                    <a:pt x="12841" y="54940"/>
                  </a:lnTo>
                  <a:lnTo>
                    <a:pt x="12649" y="55004"/>
                  </a:lnTo>
                  <a:lnTo>
                    <a:pt x="12457" y="55068"/>
                  </a:lnTo>
                  <a:lnTo>
                    <a:pt x="12266" y="55132"/>
                  </a:lnTo>
                  <a:lnTo>
                    <a:pt x="12074" y="55259"/>
                  </a:lnTo>
                  <a:lnTo>
                    <a:pt x="11946" y="55451"/>
                  </a:lnTo>
                  <a:lnTo>
                    <a:pt x="11882" y="55643"/>
                  </a:lnTo>
                  <a:lnTo>
                    <a:pt x="11818" y="55834"/>
                  </a:lnTo>
                  <a:lnTo>
                    <a:pt x="11755" y="56026"/>
                  </a:lnTo>
                  <a:lnTo>
                    <a:pt x="11755" y="56090"/>
                  </a:lnTo>
                  <a:lnTo>
                    <a:pt x="0" y="56090"/>
                  </a:lnTo>
                  <a:lnTo>
                    <a:pt x="0" y="56281"/>
                  </a:lnTo>
                  <a:lnTo>
                    <a:pt x="11818" y="56281"/>
                  </a:lnTo>
                  <a:lnTo>
                    <a:pt x="11818" y="56281"/>
                  </a:lnTo>
                  <a:lnTo>
                    <a:pt x="11946" y="56601"/>
                  </a:lnTo>
                  <a:lnTo>
                    <a:pt x="12138" y="56856"/>
                  </a:lnTo>
                  <a:lnTo>
                    <a:pt x="12457" y="57048"/>
                  </a:lnTo>
                  <a:lnTo>
                    <a:pt x="12841" y="57112"/>
                  </a:lnTo>
                  <a:lnTo>
                    <a:pt x="12841" y="57112"/>
                  </a:lnTo>
                  <a:lnTo>
                    <a:pt x="13096" y="57112"/>
                  </a:lnTo>
                  <a:lnTo>
                    <a:pt x="18462" y="66311"/>
                  </a:lnTo>
                  <a:lnTo>
                    <a:pt x="18462" y="66311"/>
                  </a:lnTo>
                  <a:lnTo>
                    <a:pt x="18271" y="66503"/>
                  </a:lnTo>
                  <a:lnTo>
                    <a:pt x="18143" y="66694"/>
                  </a:lnTo>
                  <a:lnTo>
                    <a:pt x="18015" y="66950"/>
                  </a:lnTo>
                  <a:lnTo>
                    <a:pt x="18015" y="67205"/>
                  </a:lnTo>
                  <a:lnTo>
                    <a:pt x="18015" y="67205"/>
                  </a:lnTo>
                  <a:lnTo>
                    <a:pt x="18015" y="67397"/>
                  </a:lnTo>
                  <a:lnTo>
                    <a:pt x="18079" y="67589"/>
                  </a:lnTo>
                  <a:lnTo>
                    <a:pt x="18207" y="67780"/>
                  </a:lnTo>
                  <a:lnTo>
                    <a:pt x="18335" y="67972"/>
                  </a:lnTo>
                  <a:lnTo>
                    <a:pt x="18462" y="68100"/>
                  </a:lnTo>
                  <a:lnTo>
                    <a:pt x="18654" y="68164"/>
                  </a:lnTo>
                  <a:lnTo>
                    <a:pt x="18846" y="68228"/>
                  </a:lnTo>
                  <a:lnTo>
                    <a:pt x="19101" y="68291"/>
                  </a:lnTo>
                  <a:lnTo>
                    <a:pt x="19101" y="68291"/>
                  </a:lnTo>
                  <a:lnTo>
                    <a:pt x="19293" y="68228"/>
                  </a:lnTo>
                  <a:lnTo>
                    <a:pt x="19484" y="68228"/>
                  </a:lnTo>
                  <a:lnTo>
                    <a:pt x="19804" y="67972"/>
                  </a:lnTo>
                  <a:lnTo>
                    <a:pt x="20059" y="67653"/>
                  </a:lnTo>
                  <a:lnTo>
                    <a:pt x="20187" y="67269"/>
                  </a:lnTo>
                  <a:lnTo>
                    <a:pt x="30728" y="67269"/>
                  </a:lnTo>
                  <a:lnTo>
                    <a:pt x="30728" y="67269"/>
                  </a:lnTo>
                  <a:lnTo>
                    <a:pt x="30792" y="67653"/>
                  </a:lnTo>
                  <a:lnTo>
                    <a:pt x="31047" y="67972"/>
                  </a:lnTo>
                  <a:lnTo>
                    <a:pt x="31367" y="68228"/>
                  </a:lnTo>
                  <a:lnTo>
                    <a:pt x="31558" y="68228"/>
                  </a:lnTo>
                  <a:lnTo>
                    <a:pt x="31750" y="68291"/>
                  </a:lnTo>
                  <a:lnTo>
                    <a:pt x="31750" y="68291"/>
                  </a:lnTo>
                  <a:lnTo>
                    <a:pt x="32006" y="68228"/>
                  </a:lnTo>
                  <a:lnTo>
                    <a:pt x="32197" y="68164"/>
                  </a:lnTo>
                  <a:lnTo>
                    <a:pt x="37499" y="77363"/>
                  </a:lnTo>
                  <a:lnTo>
                    <a:pt x="37499" y="77363"/>
                  </a:lnTo>
                  <a:lnTo>
                    <a:pt x="37372" y="77491"/>
                  </a:lnTo>
                  <a:lnTo>
                    <a:pt x="37244" y="77746"/>
                  </a:lnTo>
                  <a:lnTo>
                    <a:pt x="37116" y="77938"/>
                  </a:lnTo>
                  <a:lnTo>
                    <a:pt x="37116" y="78193"/>
                  </a:lnTo>
                  <a:lnTo>
                    <a:pt x="37116" y="78193"/>
                  </a:lnTo>
                  <a:lnTo>
                    <a:pt x="37116" y="78449"/>
                  </a:lnTo>
                  <a:lnTo>
                    <a:pt x="37244" y="78704"/>
                  </a:lnTo>
                  <a:lnTo>
                    <a:pt x="37372" y="78896"/>
                  </a:lnTo>
                  <a:lnTo>
                    <a:pt x="37499" y="79088"/>
                  </a:lnTo>
                  <a:lnTo>
                    <a:pt x="35072" y="83240"/>
                  </a:lnTo>
                  <a:lnTo>
                    <a:pt x="31750" y="89117"/>
                  </a:lnTo>
                  <a:lnTo>
                    <a:pt x="19037" y="89117"/>
                  </a:lnTo>
                  <a:lnTo>
                    <a:pt x="19037" y="89309"/>
                  </a:lnTo>
                  <a:lnTo>
                    <a:pt x="31750" y="89309"/>
                  </a:lnTo>
                  <a:lnTo>
                    <a:pt x="37436" y="99211"/>
                  </a:lnTo>
                  <a:lnTo>
                    <a:pt x="37436" y="99211"/>
                  </a:lnTo>
                  <a:lnTo>
                    <a:pt x="37308" y="99339"/>
                  </a:lnTo>
                  <a:lnTo>
                    <a:pt x="37180" y="99530"/>
                  </a:lnTo>
                  <a:lnTo>
                    <a:pt x="37116" y="99722"/>
                  </a:lnTo>
                  <a:lnTo>
                    <a:pt x="37116" y="99977"/>
                  </a:lnTo>
                  <a:lnTo>
                    <a:pt x="37116" y="99977"/>
                  </a:lnTo>
                  <a:lnTo>
                    <a:pt x="37116" y="100169"/>
                  </a:lnTo>
                  <a:lnTo>
                    <a:pt x="37180" y="100361"/>
                  </a:lnTo>
                  <a:lnTo>
                    <a:pt x="37308" y="100552"/>
                  </a:lnTo>
                  <a:lnTo>
                    <a:pt x="37436" y="100744"/>
                  </a:lnTo>
                  <a:lnTo>
                    <a:pt x="37563" y="100872"/>
                  </a:lnTo>
                  <a:lnTo>
                    <a:pt x="37755" y="100936"/>
                  </a:lnTo>
                  <a:lnTo>
                    <a:pt x="37947" y="100999"/>
                  </a:lnTo>
                  <a:lnTo>
                    <a:pt x="38202" y="101063"/>
                  </a:lnTo>
                  <a:lnTo>
                    <a:pt x="38202" y="101063"/>
                  </a:lnTo>
                  <a:lnTo>
                    <a:pt x="38394" y="100999"/>
                  </a:lnTo>
                  <a:lnTo>
                    <a:pt x="38586" y="100936"/>
                  </a:lnTo>
                  <a:lnTo>
                    <a:pt x="38777" y="100872"/>
                  </a:lnTo>
                  <a:lnTo>
                    <a:pt x="38969" y="100744"/>
                  </a:lnTo>
                  <a:lnTo>
                    <a:pt x="39097" y="100552"/>
                  </a:lnTo>
                  <a:lnTo>
                    <a:pt x="39160" y="100361"/>
                  </a:lnTo>
                  <a:lnTo>
                    <a:pt x="39224" y="100169"/>
                  </a:lnTo>
                  <a:lnTo>
                    <a:pt x="39288" y="99977"/>
                  </a:lnTo>
                  <a:lnTo>
                    <a:pt x="39288" y="99977"/>
                  </a:lnTo>
                  <a:lnTo>
                    <a:pt x="39224" y="99722"/>
                  </a:lnTo>
                  <a:lnTo>
                    <a:pt x="39160" y="99530"/>
                  </a:lnTo>
                  <a:lnTo>
                    <a:pt x="39097" y="99339"/>
                  </a:lnTo>
                  <a:lnTo>
                    <a:pt x="38969" y="99211"/>
                  </a:lnTo>
                  <a:lnTo>
                    <a:pt x="38777" y="99083"/>
                  </a:lnTo>
                  <a:lnTo>
                    <a:pt x="38586" y="98955"/>
                  </a:lnTo>
                  <a:lnTo>
                    <a:pt x="38394" y="98891"/>
                  </a:lnTo>
                  <a:lnTo>
                    <a:pt x="38202" y="98891"/>
                  </a:lnTo>
                  <a:lnTo>
                    <a:pt x="38202" y="98891"/>
                  </a:lnTo>
                  <a:lnTo>
                    <a:pt x="37883" y="98955"/>
                  </a:lnTo>
                  <a:lnTo>
                    <a:pt x="37563" y="99083"/>
                  </a:lnTo>
                  <a:lnTo>
                    <a:pt x="31878" y="89181"/>
                  </a:lnTo>
                  <a:lnTo>
                    <a:pt x="34689" y="84326"/>
                  </a:lnTo>
                  <a:lnTo>
                    <a:pt x="37691" y="79151"/>
                  </a:lnTo>
                  <a:lnTo>
                    <a:pt x="37691" y="79151"/>
                  </a:lnTo>
                  <a:lnTo>
                    <a:pt x="37947" y="79279"/>
                  </a:lnTo>
                  <a:lnTo>
                    <a:pt x="38202" y="79279"/>
                  </a:lnTo>
                  <a:lnTo>
                    <a:pt x="38202" y="79279"/>
                  </a:lnTo>
                  <a:lnTo>
                    <a:pt x="38394" y="79279"/>
                  </a:lnTo>
                  <a:lnTo>
                    <a:pt x="38586" y="79215"/>
                  </a:lnTo>
                  <a:lnTo>
                    <a:pt x="38905" y="79024"/>
                  </a:lnTo>
                  <a:lnTo>
                    <a:pt x="39160" y="78704"/>
                  </a:lnTo>
                  <a:lnTo>
                    <a:pt x="39224" y="78321"/>
                  </a:lnTo>
                  <a:lnTo>
                    <a:pt x="49765" y="78321"/>
                  </a:lnTo>
                  <a:lnTo>
                    <a:pt x="49765" y="78321"/>
                  </a:lnTo>
                  <a:lnTo>
                    <a:pt x="49893" y="78704"/>
                  </a:lnTo>
                  <a:lnTo>
                    <a:pt x="50148" y="79024"/>
                  </a:lnTo>
                  <a:lnTo>
                    <a:pt x="50468" y="79215"/>
                  </a:lnTo>
                  <a:lnTo>
                    <a:pt x="50659" y="79279"/>
                  </a:lnTo>
                  <a:lnTo>
                    <a:pt x="50851" y="79279"/>
                  </a:lnTo>
                  <a:lnTo>
                    <a:pt x="50851" y="79279"/>
                  </a:lnTo>
                  <a:lnTo>
                    <a:pt x="51107" y="79279"/>
                  </a:lnTo>
                  <a:lnTo>
                    <a:pt x="51298" y="79151"/>
                  </a:lnTo>
                  <a:lnTo>
                    <a:pt x="56601" y="88415"/>
                  </a:lnTo>
                  <a:lnTo>
                    <a:pt x="56601" y="88415"/>
                  </a:lnTo>
                  <a:lnTo>
                    <a:pt x="56473" y="88542"/>
                  </a:lnTo>
                  <a:lnTo>
                    <a:pt x="56345" y="88734"/>
                  </a:lnTo>
                  <a:lnTo>
                    <a:pt x="56217" y="88989"/>
                  </a:lnTo>
                  <a:lnTo>
                    <a:pt x="56217" y="89245"/>
                  </a:lnTo>
                  <a:lnTo>
                    <a:pt x="56217" y="89245"/>
                  </a:lnTo>
                  <a:lnTo>
                    <a:pt x="56217" y="89437"/>
                  </a:lnTo>
                  <a:lnTo>
                    <a:pt x="56281" y="89692"/>
                  </a:lnTo>
                  <a:lnTo>
                    <a:pt x="56409" y="89820"/>
                  </a:lnTo>
                  <a:lnTo>
                    <a:pt x="56537" y="90012"/>
                  </a:lnTo>
                  <a:lnTo>
                    <a:pt x="56664" y="90139"/>
                  </a:lnTo>
                  <a:lnTo>
                    <a:pt x="56856" y="90267"/>
                  </a:lnTo>
                  <a:lnTo>
                    <a:pt x="57048" y="90331"/>
                  </a:lnTo>
                  <a:lnTo>
                    <a:pt x="57303" y="90331"/>
                  </a:lnTo>
                  <a:lnTo>
                    <a:pt x="57303" y="90331"/>
                  </a:lnTo>
                  <a:lnTo>
                    <a:pt x="57495" y="90331"/>
                  </a:lnTo>
                  <a:lnTo>
                    <a:pt x="57687" y="90267"/>
                  </a:lnTo>
                  <a:lnTo>
                    <a:pt x="57878" y="90139"/>
                  </a:lnTo>
                  <a:lnTo>
                    <a:pt x="58070" y="90012"/>
                  </a:lnTo>
                  <a:lnTo>
                    <a:pt x="58198" y="89820"/>
                  </a:lnTo>
                  <a:lnTo>
                    <a:pt x="58262" y="89692"/>
                  </a:lnTo>
                  <a:lnTo>
                    <a:pt x="58325" y="89437"/>
                  </a:lnTo>
                  <a:lnTo>
                    <a:pt x="58389" y="89245"/>
                  </a:lnTo>
                  <a:lnTo>
                    <a:pt x="58389" y="89245"/>
                  </a:lnTo>
                  <a:lnTo>
                    <a:pt x="58325" y="89053"/>
                  </a:lnTo>
                  <a:lnTo>
                    <a:pt x="58262" y="88798"/>
                  </a:lnTo>
                  <a:lnTo>
                    <a:pt x="58198" y="88670"/>
                  </a:lnTo>
                  <a:lnTo>
                    <a:pt x="58070" y="88478"/>
                  </a:lnTo>
                  <a:lnTo>
                    <a:pt x="57878" y="88351"/>
                  </a:lnTo>
                  <a:lnTo>
                    <a:pt x="57687" y="88223"/>
                  </a:lnTo>
                  <a:lnTo>
                    <a:pt x="57495" y="88159"/>
                  </a:lnTo>
                  <a:lnTo>
                    <a:pt x="57303" y="88159"/>
                  </a:lnTo>
                  <a:lnTo>
                    <a:pt x="57303" y="88159"/>
                  </a:lnTo>
                  <a:lnTo>
                    <a:pt x="57048" y="88223"/>
                  </a:lnTo>
                  <a:lnTo>
                    <a:pt x="56792" y="88287"/>
                  </a:lnTo>
                  <a:lnTo>
                    <a:pt x="51490" y="79088"/>
                  </a:lnTo>
                  <a:lnTo>
                    <a:pt x="51490" y="79088"/>
                  </a:lnTo>
                  <a:lnTo>
                    <a:pt x="51682" y="78896"/>
                  </a:lnTo>
                  <a:lnTo>
                    <a:pt x="51809" y="78704"/>
                  </a:lnTo>
                  <a:lnTo>
                    <a:pt x="51873" y="78449"/>
                  </a:lnTo>
                  <a:lnTo>
                    <a:pt x="51937" y="78193"/>
                  </a:lnTo>
                  <a:lnTo>
                    <a:pt x="51937" y="78193"/>
                  </a:lnTo>
                  <a:lnTo>
                    <a:pt x="51873" y="77938"/>
                  </a:lnTo>
                  <a:lnTo>
                    <a:pt x="51809" y="77682"/>
                  </a:lnTo>
                  <a:lnTo>
                    <a:pt x="51682" y="77491"/>
                  </a:lnTo>
                  <a:lnTo>
                    <a:pt x="51490" y="77299"/>
                  </a:lnTo>
                  <a:lnTo>
                    <a:pt x="56728" y="68228"/>
                  </a:lnTo>
                  <a:lnTo>
                    <a:pt x="56728" y="68228"/>
                  </a:lnTo>
                  <a:lnTo>
                    <a:pt x="56984" y="68355"/>
                  </a:lnTo>
                  <a:lnTo>
                    <a:pt x="57303" y="68419"/>
                  </a:lnTo>
                  <a:lnTo>
                    <a:pt x="57303" y="68419"/>
                  </a:lnTo>
                  <a:lnTo>
                    <a:pt x="57495" y="68355"/>
                  </a:lnTo>
                  <a:lnTo>
                    <a:pt x="57687" y="68291"/>
                  </a:lnTo>
                  <a:lnTo>
                    <a:pt x="57878" y="68228"/>
                  </a:lnTo>
                  <a:lnTo>
                    <a:pt x="58070" y="68100"/>
                  </a:lnTo>
                  <a:lnTo>
                    <a:pt x="58198" y="67908"/>
                  </a:lnTo>
                  <a:lnTo>
                    <a:pt x="58262" y="67716"/>
                  </a:lnTo>
                  <a:lnTo>
                    <a:pt x="58325" y="67525"/>
                  </a:lnTo>
                  <a:lnTo>
                    <a:pt x="58389" y="67333"/>
                  </a:lnTo>
                  <a:lnTo>
                    <a:pt x="58389" y="67269"/>
                  </a:lnTo>
                  <a:lnTo>
                    <a:pt x="68802" y="67269"/>
                  </a:lnTo>
                  <a:lnTo>
                    <a:pt x="68802" y="67333"/>
                  </a:lnTo>
                  <a:lnTo>
                    <a:pt x="68802" y="67333"/>
                  </a:lnTo>
                  <a:lnTo>
                    <a:pt x="68802" y="67525"/>
                  </a:lnTo>
                  <a:lnTo>
                    <a:pt x="68866" y="67716"/>
                  </a:lnTo>
                  <a:lnTo>
                    <a:pt x="68994" y="67908"/>
                  </a:lnTo>
                  <a:lnTo>
                    <a:pt x="69122" y="68100"/>
                  </a:lnTo>
                  <a:lnTo>
                    <a:pt x="69313" y="68228"/>
                  </a:lnTo>
                  <a:lnTo>
                    <a:pt x="69441" y="68291"/>
                  </a:lnTo>
                  <a:lnTo>
                    <a:pt x="69697" y="68355"/>
                  </a:lnTo>
                  <a:lnTo>
                    <a:pt x="69888" y="68419"/>
                  </a:lnTo>
                  <a:lnTo>
                    <a:pt x="69888" y="68419"/>
                  </a:lnTo>
                  <a:lnTo>
                    <a:pt x="70208" y="68355"/>
                  </a:lnTo>
                  <a:lnTo>
                    <a:pt x="70463" y="68228"/>
                  </a:lnTo>
                  <a:lnTo>
                    <a:pt x="75638" y="77235"/>
                  </a:lnTo>
                  <a:lnTo>
                    <a:pt x="75638" y="77235"/>
                  </a:lnTo>
                  <a:lnTo>
                    <a:pt x="75318" y="77363"/>
                  </a:lnTo>
                  <a:lnTo>
                    <a:pt x="75127" y="77618"/>
                  </a:lnTo>
                  <a:lnTo>
                    <a:pt x="74999" y="77874"/>
                  </a:lnTo>
                  <a:lnTo>
                    <a:pt x="74935" y="78193"/>
                  </a:lnTo>
                  <a:lnTo>
                    <a:pt x="74935" y="78193"/>
                  </a:lnTo>
                  <a:lnTo>
                    <a:pt x="74999" y="78513"/>
                  </a:lnTo>
                  <a:lnTo>
                    <a:pt x="75127" y="78832"/>
                  </a:lnTo>
                  <a:lnTo>
                    <a:pt x="75318" y="79024"/>
                  </a:lnTo>
                  <a:lnTo>
                    <a:pt x="75574" y="79215"/>
                  </a:lnTo>
                  <a:lnTo>
                    <a:pt x="70399" y="88223"/>
                  </a:lnTo>
                  <a:lnTo>
                    <a:pt x="70399" y="88223"/>
                  </a:lnTo>
                  <a:lnTo>
                    <a:pt x="70144" y="88159"/>
                  </a:lnTo>
                  <a:lnTo>
                    <a:pt x="70144" y="88159"/>
                  </a:lnTo>
                  <a:lnTo>
                    <a:pt x="69888" y="88159"/>
                  </a:lnTo>
                  <a:lnTo>
                    <a:pt x="69697" y="88223"/>
                  </a:lnTo>
                  <a:lnTo>
                    <a:pt x="69505" y="88351"/>
                  </a:lnTo>
                  <a:lnTo>
                    <a:pt x="69377" y="88478"/>
                  </a:lnTo>
                  <a:lnTo>
                    <a:pt x="69186" y="88670"/>
                  </a:lnTo>
                  <a:lnTo>
                    <a:pt x="69122" y="88798"/>
                  </a:lnTo>
                  <a:lnTo>
                    <a:pt x="69058" y="89053"/>
                  </a:lnTo>
                  <a:lnTo>
                    <a:pt x="69058" y="89245"/>
                  </a:lnTo>
                  <a:lnTo>
                    <a:pt x="69058" y="89245"/>
                  </a:lnTo>
                  <a:lnTo>
                    <a:pt x="69058" y="89437"/>
                  </a:lnTo>
                  <a:lnTo>
                    <a:pt x="69122" y="89692"/>
                  </a:lnTo>
                  <a:lnTo>
                    <a:pt x="69186" y="89820"/>
                  </a:lnTo>
                  <a:lnTo>
                    <a:pt x="69377" y="90012"/>
                  </a:lnTo>
                  <a:lnTo>
                    <a:pt x="69505" y="90139"/>
                  </a:lnTo>
                  <a:lnTo>
                    <a:pt x="69697" y="90267"/>
                  </a:lnTo>
                  <a:lnTo>
                    <a:pt x="69888" y="90331"/>
                  </a:lnTo>
                  <a:lnTo>
                    <a:pt x="70144" y="90331"/>
                  </a:lnTo>
                  <a:lnTo>
                    <a:pt x="70144" y="90331"/>
                  </a:lnTo>
                  <a:lnTo>
                    <a:pt x="70336" y="90331"/>
                  </a:lnTo>
                  <a:lnTo>
                    <a:pt x="70527" y="90267"/>
                  </a:lnTo>
                  <a:lnTo>
                    <a:pt x="70719" y="90139"/>
                  </a:lnTo>
                  <a:lnTo>
                    <a:pt x="70847" y="90012"/>
                  </a:lnTo>
                  <a:lnTo>
                    <a:pt x="71038" y="89820"/>
                  </a:lnTo>
                  <a:lnTo>
                    <a:pt x="71102" y="89692"/>
                  </a:lnTo>
                  <a:lnTo>
                    <a:pt x="71166" y="89437"/>
                  </a:lnTo>
                  <a:lnTo>
                    <a:pt x="71166" y="89245"/>
                  </a:lnTo>
                  <a:lnTo>
                    <a:pt x="71166" y="89245"/>
                  </a:lnTo>
                  <a:lnTo>
                    <a:pt x="71166" y="88926"/>
                  </a:lnTo>
                  <a:lnTo>
                    <a:pt x="71038" y="88670"/>
                  </a:lnTo>
                  <a:lnTo>
                    <a:pt x="70847" y="88415"/>
                  </a:lnTo>
                  <a:lnTo>
                    <a:pt x="70591" y="88287"/>
                  </a:lnTo>
                  <a:lnTo>
                    <a:pt x="75766" y="79279"/>
                  </a:lnTo>
                  <a:lnTo>
                    <a:pt x="75766" y="79279"/>
                  </a:lnTo>
                  <a:lnTo>
                    <a:pt x="76021" y="79279"/>
                  </a:lnTo>
                  <a:lnTo>
                    <a:pt x="76021" y="79279"/>
                  </a:lnTo>
                  <a:lnTo>
                    <a:pt x="76277" y="79279"/>
                  </a:lnTo>
                  <a:lnTo>
                    <a:pt x="76468" y="79215"/>
                  </a:lnTo>
                  <a:lnTo>
                    <a:pt x="76660" y="79088"/>
                  </a:lnTo>
                  <a:lnTo>
                    <a:pt x="76788" y="78960"/>
                  </a:lnTo>
                  <a:lnTo>
                    <a:pt x="76915" y="78832"/>
                  </a:lnTo>
                  <a:lnTo>
                    <a:pt x="77043" y="78640"/>
                  </a:lnTo>
                  <a:lnTo>
                    <a:pt x="77107" y="78449"/>
                  </a:lnTo>
                  <a:lnTo>
                    <a:pt x="77107" y="78193"/>
                  </a:lnTo>
                  <a:lnTo>
                    <a:pt x="77107" y="78193"/>
                  </a:lnTo>
                  <a:lnTo>
                    <a:pt x="77107" y="78002"/>
                  </a:lnTo>
                  <a:lnTo>
                    <a:pt x="77043" y="77810"/>
                  </a:lnTo>
                  <a:lnTo>
                    <a:pt x="76915" y="77618"/>
                  </a:lnTo>
                  <a:lnTo>
                    <a:pt x="76788" y="77427"/>
                  </a:lnTo>
                  <a:lnTo>
                    <a:pt x="76660" y="77299"/>
                  </a:lnTo>
                  <a:lnTo>
                    <a:pt x="76468" y="77235"/>
                  </a:lnTo>
                  <a:lnTo>
                    <a:pt x="76277" y="77171"/>
                  </a:lnTo>
                  <a:lnTo>
                    <a:pt x="76021" y="77107"/>
                  </a:lnTo>
                  <a:lnTo>
                    <a:pt x="76021" y="77107"/>
                  </a:lnTo>
                  <a:lnTo>
                    <a:pt x="75829" y="77171"/>
                  </a:lnTo>
                  <a:lnTo>
                    <a:pt x="70591" y="68164"/>
                  </a:lnTo>
                  <a:lnTo>
                    <a:pt x="70591" y="68164"/>
                  </a:lnTo>
                  <a:lnTo>
                    <a:pt x="70783" y="67972"/>
                  </a:lnTo>
                  <a:lnTo>
                    <a:pt x="70847" y="67780"/>
                  </a:lnTo>
                  <a:lnTo>
                    <a:pt x="70974" y="67589"/>
                  </a:lnTo>
                  <a:lnTo>
                    <a:pt x="70974" y="67333"/>
                  </a:lnTo>
                  <a:lnTo>
                    <a:pt x="70974" y="67333"/>
                  </a:lnTo>
                  <a:lnTo>
                    <a:pt x="70910" y="67078"/>
                  </a:lnTo>
                  <a:lnTo>
                    <a:pt x="70847" y="66822"/>
                  </a:lnTo>
                  <a:lnTo>
                    <a:pt x="70719" y="66567"/>
                  </a:lnTo>
                  <a:lnTo>
                    <a:pt x="70463" y="66439"/>
                  </a:lnTo>
                  <a:lnTo>
                    <a:pt x="75829" y="57176"/>
                  </a:lnTo>
                  <a:lnTo>
                    <a:pt x="75829" y="57176"/>
                  </a:lnTo>
                  <a:lnTo>
                    <a:pt x="76085" y="57240"/>
                  </a:lnTo>
                  <a:lnTo>
                    <a:pt x="76277" y="57240"/>
                  </a:lnTo>
                  <a:lnTo>
                    <a:pt x="76277" y="57240"/>
                  </a:lnTo>
                  <a:lnTo>
                    <a:pt x="76468" y="57240"/>
                  </a:lnTo>
                  <a:lnTo>
                    <a:pt x="76660" y="57176"/>
                  </a:lnTo>
                  <a:lnTo>
                    <a:pt x="77043" y="56984"/>
                  </a:lnTo>
                  <a:lnTo>
                    <a:pt x="77235" y="56665"/>
                  </a:lnTo>
                  <a:lnTo>
                    <a:pt x="77363" y="56281"/>
                  </a:lnTo>
                  <a:lnTo>
                    <a:pt x="87967" y="56281"/>
                  </a:lnTo>
                  <a:lnTo>
                    <a:pt x="87967" y="56281"/>
                  </a:lnTo>
                  <a:lnTo>
                    <a:pt x="88031" y="56665"/>
                  </a:lnTo>
                  <a:lnTo>
                    <a:pt x="88287" y="56984"/>
                  </a:lnTo>
                  <a:lnTo>
                    <a:pt x="88606" y="57176"/>
                  </a:lnTo>
                  <a:lnTo>
                    <a:pt x="88798" y="57240"/>
                  </a:lnTo>
                  <a:lnTo>
                    <a:pt x="88989" y="57240"/>
                  </a:lnTo>
                  <a:lnTo>
                    <a:pt x="88989" y="57240"/>
                  </a:lnTo>
                  <a:lnTo>
                    <a:pt x="89245" y="57240"/>
                  </a:lnTo>
                  <a:lnTo>
                    <a:pt x="89437" y="57176"/>
                  </a:lnTo>
                  <a:lnTo>
                    <a:pt x="89628" y="57048"/>
                  </a:lnTo>
                  <a:lnTo>
                    <a:pt x="89756" y="56920"/>
                  </a:lnTo>
                  <a:lnTo>
                    <a:pt x="89884" y="56792"/>
                  </a:lnTo>
                  <a:lnTo>
                    <a:pt x="90012" y="56601"/>
                  </a:lnTo>
                  <a:lnTo>
                    <a:pt x="90075" y="56409"/>
                  </a:lnTo>
                  <a:lnTo>
                    <a:pt x="90075" y="56154"/>
                  </a:lnTo>
                  <a:lnTo>
                    <a:pt x="90075" y="56154"/>
                  </a:lnTo>
                  <a:lnTo>
                    <a:pt x="90075" y="55898"/>
                  </a:lnTo>
                  <a:lnTo>
                    <a:pt x="89948" y="55643"/>
                  </a:lnTo>
                  <a:lnTo>
                    <a:pt x="89820" y="55451"/>
                  </a:lnTo>
                  <a:lnTo>
                    <a:pt x="89628" y="55323"/>
                  </a:lnTo>
                  <a:lnTo>
                    <a:pt x="94931" y="46060"/>
                  </a:lnTo>
                  <a:lnTo>
                    <a:pt x="94931" y="46060"/>
                  </a:lnTo>
                  <a:lnTo>
                    <a:pt x="95250" y="46188"/>
                  </a:lnTo>
                  <a:lnTo>
                    <a:pt x="95569" y="46252"/>
                  </a:lnTo>
                  <a:lnTo>
                    <a:pt x="95569" y="46252"/>
                  </a:lnTo>
                  <a:lnTo>
                    <a:pt x="95761" y="46252"/>
                  </a:lnTo>
                  <a:lnTo>
                    <a:pt x="95953" y="46188"/>
                  </a:lnTo>
                  <a:lnTo>
                    <a:pt x="96272" y="45932"/>
                  </a:lnTo>
                  <a:lnTo>
                    <a:pt x="96528" y="45677"/>
                  </a:lnTo>
                  <a:lnTo>
                    <a:pt x="96592" y="45230"/>
                  </a:lnTo>
                  <a:lnTo>
                    <a:pt x="106941" y="45230"/>
                  </a:lnTo>
                  <a:lnTo>
                    <a:pt x="106941" y="45230"/>
                  </a:lnTo>
                  <a:lnTo>
                    <a:pt x="107068" y="45677"/>
                  </a:lnTo>
                  <a:lnTo>
                    <a:pt x="107260" y="45932"/>
                  </a:lnTo>
                  <a:lnTo>
                    <a:pt x="107579" y="46188"/>
                  </a:lnTo>
                  <a:lnTo>
                    <a:pt x="107771" y="46252"/>
                  </a:lnTo>
                  <a:lnTo>
                    <a:pt x="108027" y="46252"/>
                  </a:lnTo>
                  <a:lnTo>
                    <a:pt x="108027" y="46252"/>
                  </a:lnTo>
                  <a:lnTo>
                    <a:pt x="108218" y="46252"/>
                  </a:lnTo>
                  <a:lnTo>
                    <a:pt x="108410" y="46188"/>
                  </a:lnTo>
                  <a:lnTo>
                    <a:pt x="108602" y="46060"/>
                  </a:lnTo>
                  <a:lnTo>
                    <a:pt x="108793" y="45932"/>
                  </a:lnTo>
                  <a:lnTo>
                    <a:pt x="108921" y="45741"/>
                  </a:lnTo>
                  <a:lnTo>
                    <a:pt x="108985" y="45613"/>
                  </a:lnTo>
                  <a:lnTo>
                    <a:pt x="109049" y="45357"/>
                  </a:lnTo>
                  <a:lnTo>
                    <a:pt x="109113" y="45166"/>
                  </a:lnTo>
                  <a:lnTo>
                    <a:pt x="109113" y="45166"/>
                  </a:lnTo>
                  <a:lnTo>
                    <a:pt x="109049" y="44974"/>
                  </a:lnTo>
                  <a:lnTo>
                    <a:pt x="108985" y="44719"/>
                  </a:lnTo>
                  <a:lnTo>
                    <a:pt x="108921" y="44527"/>
                  </a:lnTo>
                  <a:lnTo>
                    <a:pt x="108793" y="44399"/>
                  </a:lnTo>
                  <a:lnTo>
                    <a:pt x="108602" y="44271"/>
                  </a:lnTo>
                  <a:lnTo>
                    <a:pt x="108410" y="44144"/>
                  </a:lnTo>
                  <a:lnTo>
                    <a:pt x="108218" y="44080"/>
                  </a:lnTo>
                  <a:lnTo>
                    <a:pt x="108027" y="44080"/>
                  </a:lnTo>
                  <a:lnTo>
                    <a:pt x="108027" y="44080"/>
                  </a:lnTo>
                  <a:lnTo>
                    <a:pt x="107771" y="44080"/>
                  </a:lnTo>
                  <a:lnTo>
                    <a:pt x="107579" y="44144"/>
                  </a:lnTo>
                  <a:lnTo>
                    <a:pt x="107260" y="44335"/>
                  </a:lnTo>
                  <a:lnTo>
                    <a:pt x="107068" y="44655"/>
                  </a:lnTo>
                  <a:lnTo>
                    <a:pt x="106941" y="45038"/>
                  </a:lnTo>
                  <a:lnTo>
                    <a:pt x="96592" y="45038"/>
                  </a:lnTo>
                  <a:lnTo>
                    <a:pt x="96592" y="45038"/>
                  </a:lnTo>
                  <a:lnTo>
                    <a:pt x="96528" y="44655"/>
                  </a:lnTo>
                  <a:lnTo>
                    <a:pt x="96272" y="44335"/>
                  </a:lnTo>
                  <a:lnTo>
                    <a:pt x="95953" y="44144"/>
                  </a:lnTo>
                  <a:lnTo>
                    <a:pt x="95761" y="44080"/>
                  </a:lnTo>
                  <a:lnTo>
                    <a:pt x="95569" y="44080"/>
                  </a:lnTo>
                  <a:lnTo>
                    <a:pt x="95569" y="44080"/>
                  </a:lnTo>
                  <a:lnTo>
                    <a:pt x="95250" y="44144"/>
                  </a:lnTo>
                  <a:lnTo>
                    <a:pt x="94931" y="44271"/>
                  </a:lnTo>
                  <a:lnTo>
                    <a:pt x="89628" y="35008"/>
                  </a:lnTo>
                  <a:lnTo>
                    <a:pt x="89628" y="35008"/>
                  </a:lnTo>
                  <a:lnTo>
                    <a:pt x="89820" y="34881"/>
                  </a:lnTo>
                  <a:lnTo>
                    <a:pt x="89948" y="34625"/>
                  </a:lnTo>
                  <a:lnTo>
                    <a:pt x="90075" y="34433"/>
                  </a:lnTo>
                  <a:lnTo>
                    <a:pt x="90075" y="34178"/>
                  </a:lnTo>
                  <a:lnTo>
                    <a:pt x="90075" y="34178"/>
                  </a:lnTo>
                  <a:lnTo>
                    <a:pt x="90075" y="33858"/>
                  </a:lnTo>
                  <a:lnTo>
                    <a:pt x="89948" y="33667"/>
                  </a:lnTo>
                  <a:lnTo>
                    <a:pt x="89820" y="33411"/>
                  </a:lnTo>
                  <a:lnTo>
                    <a:pt x="89628" y="33284"/>
                  </a:lnTo>
                  <a:lnTo>
                    <a:pt x="90395" y="31942"/>
                  </a:lnTo>
                  <a:lnTo>
                    <a:pt x="94931" y="24021"/>
                  </a:lnTo>
                  <a:lnTo>
                    <a:pt x="94931" y="24021"/>
                  </a:lnTo>
                  <a:lnTo>
                    <a:pt x="95250" y="24148"/>
                  </a:lnTo>
                  <a:lnTo>
                    <a:pt x="95569" y="24212"/>
                  </a:lnTo>
                  <a:lnTo>
                    <a:pt x="95569" y="24212"/>
                  </a:lnTo>
                  <a:lnTo>
                    <a:pt x="95761" y="24212"/>
                  </a:lnTo>
                  <a:lnTo>
                    <a:pt x="95953" y="24148"/>
                  </a:lnTo>
                  <a:lnTo>
                    <a:pt x="96272" y="23957"/>
                  </a:lnTo>
                  <a:lnTo>
                    <a:pt x="96528" y="23637"/>
                  </a:lnTo>
                  <a:lnTo>
                    <a:pt x="96592" y="23254"/>
                  </a:lnTo>
                  <a:lnTo>
                    <a:pt x="108027" y="23254"/>
                  </a:lnTo>
                  <a:lnTo>
                    <a:pt x="113840" y="33284"/>
                  </a:lnTo>
                  <a:lnTo>
                    <a:pt x="113840" y="33284"/>
                  </a:lnTo>
                  <a:lnTo>
                    <a:pt x="113648" y="33411"/>
                  </a:lnTo>
                  <a:lnTo>
                    <a:pt x="113521" y="33667"/>
                  </a:lnTo>
                  <a:lnTo>
                    <a:pt x="113393" y="33858"/>
                  </a:lnTo>
                  <a:lnTo>
                    <a:pt x="113393" y="34178"/>
                  </a:lnTo>
                  <a:lnTo>
                    <a:pt x="113393" y="34178"/>
                  </a:lnTo>
                  <a:lnTo>
                    <a:pt x="113393" y="34370"/>
                  </a:lnTo>
                  <a:lnTo>
                    <a:pt x="113457" y="34561"/>
                  </a:lnTo>
                  <a:lnTo>
                    <a:pt x="113585" y="34753"/>
                  </a:lnTo>
                  <a:lnTo>
                    <a:pt x="113712" y="34881"/>
                  </a:lnTo>
                  <a:lnTo>
                    <a:pt x="113840" y="35072"/>
                  </a:lnTo>
                  <a:lnTo>
                    <a:pt x="114032" y="35136"/>
                  </a:lnTo>
                  <a:lnTo>
                    <a:pt x="114223" y="35200"/>
                  </a:lnTo>
                  <a:lnTo>
                    <a:pt x="114479" y="35200"/>
                  </a:lnTo>
                  <a:lnTo>
                    <a:pt x="114479" y="35200"/>
                  </a:lnTo>
                  <a:lnTo>
                    <a:pt x="114671" y="35200"/>
                  </a:lnTo>
                  <a:lnTo>
                    <a:pt x="114862" y="35136"/>
                  </a:lnTo>
                  <a:lnTo>
                    <a:pt x="115054" y="35072"/>
                  </a:lnTo>
                  <a:lnTo>
                    <a:pt x="115245" y="34881"/>
                  </a:lnTo>
                  <a:lnTo>
                    <a:pt x="115373" y="34753"/>
                  </a:lnTo>
                  <a:lnTo>
                    <a:pt x="115437" y="34561"/>
                  </a:lnTo>
                  <a:lnTo>
                    <a:pt x="115501" y="34370"/>
                  </a:lnTo>
                  <a:lnTo>
                    <a:pt x="115501" y="34178"/>
                  </a:lnTo>
                  <a:lnTo>
                    <a:pt x="115501" y="34178"/>
                  </a:lnTo>
                  <a:lnTo>
                    <a:pt x="115501" y="33922"/>
                  </a:lnTo>
                  <a:lnTo>
                    <a:pt x="115437" y="33731"/>
                  </a:lnTo>
                  <a:lnTo>
                    <a:pt x="115373" y="33539"/>
                  </a:lnTo>
                  <a:lnTo>
                    <a:pt x="115245" y="33411"/>
                  </a:lnTo>
                  <a:lnTo>
                    <a:pt x="115054" y="33220"/>
                  </a:lnTo>
                  <a:lnTo>
                    <a:pt x="114862" y="33156"/>
                  </a:lnTo>
                  <a:lnTo>
                    <a:pt x="114671" y="33092"/>
                  </a:lnTo>
                  <a:lnTo>
                    <a:pt x="114479" y="33092"/>
                  </a:lnTo>
                  <a:lnTo>
                    <a:pt x="114479" y="33092"/>
                  </a:lnTo>
                  <a:lnTo>
                    <a:pt x="114223" y="33092"/>
                  </a:lnTo>
                  <a:lnTo>
                    <a:pt x="113968" y="33156"/>
                  </a:lnTo>
                  <a:lnTo>
                    <a:pt x="108154" y="23062"/>
                  </a:lnTo>
                  <a:lnTo>
                    <a:pt x="108154" y="23062"/>
                  </a:lnTo>
                  <a:lnTo>
                    <a:pt x="96592" y="23062"/>
                  </a:lnTo>
                  <a:lnTo>
                    <a:pt x="96592" y="23062"/>
                  </a:lnTo>
                  <a:lnTo>
                    <a:pt x="96528" y="22679"/>
                  </a:lnTo>
                  <a:lnTo>
                    <a:pt x="96272" y="22360"/>
                  </a:lnTo>
                  <a:lnTo>
                    <a:pt x="95953" y="22104"/>
                  </a:lnTo>
                  <a:lnTo>
                    <a:pt x="95761" y="22040"/>
                  </a:lnTo>
                  <a:lnTo>
                    <a:pt x="95569" y="22040"/>
                  </a:lnTo>
                  <a:lnTo>
                    <a:pt x="95569" y="22040"/>
                  </a:lnTo>
                  <a:lnTo>
                    <a:pt x="95250" y="22104"/>
                  </a:lnTo>
                  <a:lnTo>
                    <a:pt x="94931" y="22232"/>
                  </a:lnTo>
                  <a:lnTo>
                    <a:pt x="89628" y="12969"/>
                  </a:lnTo>
                  <a:lnTo>
                    <a:pt x="89628" y="12969"/>
                  </a:lnTo>
                  <a:lnTo>
                    <a:pt x="89820" y="12841"/>
                  </a:lnTo>
                  <a:lnTo>
                    <a:pt x="89948" y="12649"/>
                  </a:lnTo>
                  <a:lnTo>
                    <a:pt x="90075" y="12394"/>
                  </a:lnTo>
                  <a:lnTo>
                    <a:pt x="90075" y="12138"/>
                  </a:lnTo>
                  <a:lnTo>
                    <a:pt x="90075" y="12138"/>
                  </a:lnTo>
                  <a:lnTo>
                    <a:pt x="90075" y="11883"/>
                  </a:lnTo>
                  <a:lnTo>
                    <a:pt x="90012" y="11691"/>
                  </a:lnTo>
                  <a:lnTo>
                    <a:pt x="89884" y="11499"/>
                  </a:lnTo>
                  <a:lnTo>
                    <a:pt x="89756" y="11372"/>
                  </a:lnTo>
                  <a:lnTo>
                    <a:pt x="89628" y="11244"/>
                  </a:lnTo>
                  <a:lnTo>
                    <a:pt x="89437" y="11116"/>
                  </a:lnTo>
                  <a:lnTo>
                    <a:pt x="89245" y="11052"/>
                  </a:lnTo>
                  <a:lnTo>
                    <a:pt x="88989" y="11052"/>
                  </a:lnTo>
                  <a:lnTo>
                    <a:pt x="88989" y="11052"/>
                  </a:lnTo>
                  <a:lnTo>
                    <a:pt x="88798" y="11052"/>
                  </a:lnTo>
                  <a:lnTo>
                    <a:pt x="88606" y="11116"/>
                  </a:lnTo>
                  <a:lnTo>
                    <a:pt x="88287" y="11308"/>
                  </a:lnTo>
                  <a:lnTo>
                    <a:pt x="88031" y="11627"/>
                  </a:lnTo>
                  <a:lnTo>
                    <a:pt x="87967" y="12011"/>
                  </a:lnTo>
                  <a:lnTo>
                    <a:pt x="77363" y="12011"/>
                  </a:lnTo>
                  <a:lnTo>
                    <a:pt x="77363" y="12011"/>
                  </a:lnTo>
                  <a:lnTo>
                    <a:pt x="77235" y="11627"/>
                  </a:lnTo>
                  <a:lnTo>
                    <a:pt x="77043" y="11308"/>
                  </a:lnTo>
                  <a:lnTo>
                    <a:pt x="76660" y="11116"/>
                  </a:lnTo>
                  <a:lnTo>
                    <a:pt x="76468" y="11052"/>
                  </a:lnTo>
                  <a:lnTo>
                    <a:pt x="76277" y="11052"/>
                  </a:lnTo>
                  <a:lnTo>
                    <a:pt x="76277" y="11052"/>
                  </a:lnTo>
                  <a:lnTo>
                    <a:pt x="76085" y="11052"/>
                  </a:lnTo>
                  <a:lnTo>
                    <a:pt x="75829" y="11116"/>
                  </a:lnTo>
                  <a:lnTo>
                    <a:pt x="70527" y="1981"/>
                  </a:lnTo>
                  <a:lnTo>
                    <a:pt x="70527" y="1981"/>
                  </a:lnTo>
                  <a:lnTo>
                    <a:pt x="70719" y="1789"/>
                  </a:lnTo>
                  <a:lnTo>
                    <a:pt x="70910" y="1598"/>
                  </a:lnTo>
                  <a:lnTo>
                    <a:pt x="70974" y="1342"/>
                  </a:lnTo>
                  <a:lnTo>
                    <a:pt x="71038" y="1087"/>
                  </a:lnTo>
                  <a:lnTo>
                    <a:pt x="71038" y="1087"/>
                  </a:lnTo>
                  <a:lnTo>
                    <a:pt x="70974" y="895"/>
                  </a:lnTo>
                  <a:lnTo>
                    <a:pt x="70910" y="703"/>
                  </a:lnTo>
                  <a:lnTo>
                    <a:pt x="70847" y="512"/>
                  </a:lnTo>
                  <a:lnTo>
                    <a:pt x="70719" y="320"/>
                  </a:lnTo>
                  <a:lnTo>
                    <a:pt x="70527" y="192"/>
                  </a:lnTo>
                  <a:lnTo>
                    <a:pt x="70336" y="128"/>
                  </a:lnTo>
                  <a:lnTo>
                    <a:pt x="70144" y="64"/>
                  </a:lnTo>
                  <a:lnTo>
                    <a:pt x="69952"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44"/>
        <p:cNvGrpSpPr/>
        <p:nvPr/>
      </p:nvGrpSpPr>
      <p:grpSpPr>
        <a:xfrm>
          <a:off x="0" y="0"/>
          <a:ext cx="0" cy="0"/>
          <a:chOff x="0" y="0"/>
          <a:chExt cx="0" cy="0"/>
        </a:xfrm>
      </p:grpSpPr>
      <p:sp>
        <p:nvSpPr>
          <p:cNvPr id="745" name="Google Shape;745;p9"/>
          <p:cNvSpPr txBox="1">
            <a:spLocks noGrp="1"/>
          </p:cNvSpPr>
          <p:nvPr>
            <p:ph type="title"/>
          </p:nvPr>
        </p:nvSpPr>
        <p:spPr>
          <a:xfrm flipH="1">
            <a:off x="4402315" y="1514050"/>
            <a:ext cx="4357800" cy="8418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746" name="Google Shape;746;p9"/>
          <p:cNvSpPr txBox="1">
            <a:spLocks noGrp="1"/>
          </p:cNvSpPr>
          <p:nvPr>
            <p:ph type="subTitle" idx="1"/>
          </p:nvPr>
        </p:nvSpPr>
        <p:spPr>
          <a:xfrm flipH="1">
            <a:off x="4402314" y="2262050"/>
            <a:ext cx="4357800" cy="136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747" name="Google Shape;747;p9"/>
          <p:cNvGrpSpPr/>
          <p:nvPr/>
        </p:nvGrpSpPr>
        <p:grpSpPr>
          <a:xfrm>
            <a:off x="1790692" y="4254685"/>
            <a:ext cx="2638315" cy="4402295"/>
            <a:chOff x="238125" y="1025750"/>
            <a:chExt cx="844450" cy="1409050"/>
          </a:xfrm>
        </p:grpSpPr>
        <p:sp>
          <p:nvSpPr>
            <p:cNvPr id="748" name="Google Shape;748;p9"/>
            <p:cNvSpPr/>
            <p:nvPr/>
          </p:nvSpPr>
          <p:spPr>
            <a:xfrm>
              <a:off x="1028550" y="1271875"/>
              <a:ext cx="54025" cy="1162925"/>
            </a:xfrm>
            <a:custGeom>
              <a:avLst/>
              <a:gdLst/>
              <a:ahLst/>
              <a:cxnLst/>
              <a:rect l="l" t="t" r="r" b="b"/>
              <a:pathLst>
                <a:path w="2161" h="46517" extrusionOk="0">
                  <a:moveTo>
                    <a:pt x="159" y="1"/>
                  </a:moveTo>
                  <a:lnTo>
                    <a:pt x="100" y="21"/>
                  </a:lnTo>
                  <a:lnTo>
                    <a:pt x="41" y="60"/>
                  </a:lnTo>
                  <a:lnTo>
                    <a:pt x="1" y="100"/>
                  </a:lnTo>
                  <a:lnTo>
                    <a:pt x="1" y="179"/>
                  </a:lnTo>
                  <a:lnTo>
                    <a:pt x="1" y="219"/>
                  </a:lnTo>
                  <a:lnTo>
                    <a:pt x="41" y="278"/>
                  </a:lnTo>
                  <a:lnTo>
                    <a:pt x="80" y="298"/>
                  </a:lnTo>
                  <a:lnTo>
                    <a:pt x="120" y="338"/>
                  </a:lnTo>
                  <a:lnTo>
                    <a:pt x="120" y="4478"/>
                  </a:lnTo>
                  <a:lnTo>
                    <a:pt x="2081" y="6439"/>
                  </a:lnTo>
                  <a:lnTo>
                    <a:pt x="2081" y="46516"/>
                  </a:lnTo>
                  <a:lnTo>
                    <a:pt x="2160" y="46516"/>
                  </a:lnTo>
                  <a:lnTo>
                    <a:pt x="2160" y="6400"/>
                  </a:lnTo>
                  <a:lnTo>
                    <a:pt x="199" y="4438"/>
                  </a:lnTo>
                  <a:lnTo>
                    <a:pt x="199" y="338"/>
                  </a:lnTo>
                  <a:lnTo>
                    <a:pt x="258" y="298"/>
                  </a:lnTo>
                  <a:lnTo>
                    <a:pt x="298" y="278"/>
                  </a:lnTo>
                  <a:lnTo>
                    <a:pt x="318" y="219"/>
                  </a:lnTo>
                  <a:lnTo>
                    <a:pt x="338" y="179"/>
                  </a:lnTo>
                  <a:lnTo>
                    <a:pt x="318" y="100"/>
                  </a:lnTo>
                  <a:lnTo>
                    <a:pt x="278" y="60"/>
                  </a:lnTo>
                  <a:lnTo>
                    <a:pt x="239" y="21"/>
                  </a:lnTo>
                  <a:lnTo>
                    <a:pt x="159"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9"/>
            <p:cNvSpPr/>
            <p:nvPr/>
          </p:nvSpPr>
          <p:spPr>
            <a:xfrm>
              <a:off x="1028550" y="1271875"/>
              <a:ext cx="54025" cy="1162925"/>
            </a:xfrm>
            <a:custGeom>
              <a:avLst/>
              <a:gdLst/>
              <a:ahLst/>
              <a:cxnLst/>
              <a:rect l="l" t="t" r="r" b="b"/>
              <a:pathLst>
                <a:path w="2161" h="46517" fill="none" extrusionOk="0">
                  <a:moveTo>
                    <a:pt x="159" y="1"/>
                  </a:moveTo>
                  <a:lnTo>
                    <a:pt x="159" y="1"/>
                  </a:lnTo>
                  <a:lnTo>
                    <a:pt x="100" y="21"/>
                  </a:lnTo>
                  <a:lnTo>
                    <a:pt x="41" y="60"/>
                  </a:lnTo>
                  <a:lnTo>
                    <a:pt x="1" y="100"/>
                  </a:lnTo>
                  <a:lnTo>
                    <a:pt x="1" y="179"/>
                  </a:lnTo>
                  <a:lnTo>
                    <a:pt x="1" y="179"/>
                  </a:lnTo>
                  <a:lnTo>
                    <a:pt x="1" y="219"/>
                  </a:lnTo>
                  <a:lnTo>
                    <a:pt x="41" y="278"/>
                  </a:lnTo>
                  <a:lnTo>
                    <a:pt x="80" y="298"/>
                  </a:lnTo>
                  <a:lnTo>
                    <a:pt x="120" y="338"/>
                  </a:lnTo>
                  <a:lnTo>
                    <a:pt x="120" y="4478"/>
                  </a:lnTo>
                  <a:lnTo>
                    <a:pt x="2081" y="6439"/>
                  </a:lnTo>
                  <a:lnTo>
                    <a:pt x="2081" y="46516"/>
                  </a:lnTo>
                  <a:lnTo>
                    <a:pt x="2160" y="46516"/>
                  </a:lnTo>
                  <a:lnTo>
                    <a:pt x="2160" y="6400"/>
                  </a:lnTo>
                  <a:lnTo>
                    <a:pt x="199" y="4438"/>
                  </a:lnTo>
                  <a:lnTo>
                    <a:pt x="199" y="338"/>
                  </a:lnTo>
                  <a:lnTo>
                    <a:pt x="199" y="338"/>
                  </a:lnTo>
                  <a:lnTo>
                    <a:pt x="258" y="298"/>
                  </a:lnTo>
                  <a:lnTo>
                    <a:pt x="298" y="278"/>
                  </a:lnTo>
                  <a:lnTo>
                    <a:pt x="318" y="219"/>
                  </a:lnTo>
                  <a:lnTo>
                    <a:pt x="338" y="179"/>
                  </a:lnTo>
                  <a:lnTo>
                    <a:pt x="338" y="179"/>
                  </a:lnTo>
                  <a:lnTo>
                    <a:pt x="318" y="100"/>
                  </a:lnTo>
                  <a:lnTo>
                    <a:pt x="278" y="60"/>
                  </a:lnTo>
                  <a:lnTo>
                    <a:pt x="239" y="21"/>
                  </a:lnTo>
                  <a:lnTo>
                    <a:pt x="159"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9"/>
            <p:cNvSpPr/>
            <p:nvPr/>
          </p:nvSpPr>
          <p:spPr>
            <a:xfrm>
              <a:off x="333700" y="1515050"/>
              <a:ext cx="54500" cy="919750"/>
            </a:xfrm>
            <a:custGeom>
              <a:avLst/>
              <a:gdLst/>
              <a:ahLst/>
              <a:cxnLst/>
              <a:rect l="l" t="t" r="r" b="b"/>
              <a:pathLst>
                <a:path w="2180" h="36790" extrusionOk="0">
                  <a:moveTo>
                    <a:pt x="2021" y="1"/>
                  </a:moveTo>
                  <a:lnTo>
                    <a:pt x="1942" y="21"/>
                  </a:lnTo>
                  <a:lnTo>
                    <a:pt x="1902" y="60"/>
                  </a:lnTo>
                  <a:lnTo>
                    <a:pt x="1863" y="100"/>
                  </a:lnTo>
                  <a:lnTo>
                    <a:pt x="1843" y="179"/>
                  </a:lnTo>
                  <a:lnTo>
                    <a:pt x="1863" y="239"/>
                  </a:lnTo>
                  <a:lnTo>
                    <a:pt x="1882" y="278"/>
                  </a:lnTo>
                  <a:lnTo>
                    <a:pt x="1922" y="318"/>
                  </a:lnTo>
                  <a:lnTo>
                    <a:pt x="1962" y="338"/>
                  </a:lnTo>
                  <a:lnTo>
                    <a:pt x="1962" y="4458"/>
                  </a:lnTo>
                  <a:lnTo>
                    <a:pt x="0" y="6420"/>
                  </a:lnTo>
                  <a:lnTo>
                    <a:pt x="0" y="36789"/>
                  </a:lnTo>
                  <a:lnTo>
                    <a:pt x="100" y="36789"/>
                  </a:lnTo>
                  <a:lnTo>
                    <a:pt x="100" y="6439"/>
                  </a:lnTo>
                  <a:lnTo>
                    <a:pt x="2061" y="4478"/>
                  </a:lnTo>
                  <a:lnTo>
                    <a:pt x="2061" y="338"/>
                  </a:lnTo>
                  <a:lnTo>
                    <a:pt x="2100" y="318"/>
                  </a:lnTo>
                  <a:lnTo>
                    <a:pt x="2140" y="278"/>
                  </a:lnTo>
                  <a:lnTo>
                    <a:pt x="2180" y="239"/>
                  </a:lnTo>
                  <a:lnTo>
                    <a:pt x="2180" y="179"/>
                  </a:lnTo>
                  <a:lnTo>
                    <a:pt x="2160" y="120"/>
                  </a:lnTo>
                  <a:lnTo>
                    <a:pt x="2140" y="60"/>
                  </a:lnTo>
                  <a:lnTo>
                    <a:pt x="2081" y="21"/>
                  </a:lnTo>
                  <a:lnTo>
                    <a:pt x="2021"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9"/>
            <p:cNvSpPr/>
            <p:nvPr/>
          </p:nvSpPr>
          <p:spPr>
            <a:xfrm>
              <a:off x="333700" y="1515050"/>
              <a:ext cx="54500" cy="919750"/>
            </a:xfrm>
            <a:custGeom>
              <a:avLst/>
              <a:gdLst/>
              <a:ahLst/>
              <a:cxnLst/>
              <a:rect l="l" t="t" r="r" b="b"/>
              <a:pathLst>
                <a:path w="2180" h="36790" fill="none" extrusionOk="0">
                  <a:moveTo>
                    <a:pt x="2021" y="1"/>
                  </a:moveTo>
                  <a:lnTo>
                    <a:pt x="2021" y="1"/>
                  </a:lnTo>
                  <a:lnTo>
                    <a:pt x="1942" y="21"/>
                  </a:lnTo>
                  <a:lnTo>
                    <a:pt x="1902" y="60"/>
                  </a:lnTo>
                  <a:lnTo>
                    <a:pt x="1863" y="100"/>
                  </a:lnTo>
                  <a:lnTo>
                    <a:pt x="1843" y="179"/>
                  </a:lnTo>
                  <a:lnTo>
                    <a:pt x="1843" y="179"/>
                  </a:lnTo>
                  <a:lnTo>
                    <a:pt x="1863" y="239"/>
                  </a:lnTo>
                  <a:lnTo>
                    <a:pt x="1882" y="278"/>
                  </a:lnTo>
                  <a:lnTo>
                    <a:pt x="1922" y="318"/>
                  </a:lnTo>
                  <a:lnTo>
                    <a:pt x="1962" y="338"/>
                  </a:lnTo>
                  <a:lnTo>
                    <a:pt x="1962" y="4458"/>
                  </a:lnTo>
                  <a:lnTo>
                    <a:pt x="0" y="6420"/>
                  </a:lnTo>
                  <a:lnTo>
                    <a:pt x="0" y="36789"/>
                  </a:lnTo>
                  <a:lnTo>
                    <a:pt x="100" y="36789"/>
                  </a:lnTo>
                  <a:lnTo>
                    <a:pt x="100" y="6439"/>
                  </a:lnTo>
                  <a:lnTo>
                    <a:pt x="2061" y="4478"/>
                  </a:lnTo>
                  <a:lnTo>
                    <a:pt x="2061" y="338"/>
                  </a:lnTo>
                  <a:lnTo>
                    <a:pt x="2061" y="338"/>
                  </a:lnTo>
                  <a:lnTo>
                    <a:pt x="2100" y="318"/>
                  </a:lnTo>
                  <a:lnTo>
                    <a:pt x="2140" y="278"/>
                  </a:lnTo>
                  <a:lnTo>
                    <a:pt x="2180" y="239"/>
                  </a:lnTo>
                  <a:lnTo>
                    <a:pt x="2180" y="179"/>
                  </a:lnTo>
                  <a:lnTo>
                    <a:pt x="2180" y="179"/>
                  </a:lnTo>
                  <a:lnTo>
                    <a:pt x="2160" y="120"/>
                  </a:lnTo>
                  <a:lnTo>
                    <a:pt x="2140" y="60"/>
                  </a:lnTo>
                  <a:lnTo>
                    <a:pt x="2081" y="21"/>
                  </a:lnTo>
                  <a:lnTo>
                    <a:pt x="2021"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9"/>
            <p:cNvSpPr/>
            <p:nvPr/>
          </p:nvSpPr>
          <p:spPr>
            <a:xfrm>
              <a:off x="238125" y="1088150"/>
              <a:ext cx="76275" cy="1346650"/>
            </a:xfrm>
            <a:custGeom>
              <a:avLst/>
              <a:gdLst/>
              <a:ahLst/>
              <a:cxnLst/>
              <a:rect l="l" t="t" r="r" b="b"/>
              <a:pathLst>
                <a:path w="3051" h="53866" extrusionOk="0">
                  <a:moveTo>
                    <a:pt x="1525" y="0"/>
                  </a:moveTo>
                  <a:lnTo>
                    <a:pt x="1466" y="20"/>
                  </a:lnTo>
                  <a:lnTo>
                    <a:pt x="1407" y="60"/>
                  </a:lnTo>
                  <a:lnTo>
                    <a:pt x="1367" y="119"/>
                  </a:lnTo>
                  <a:lnTo>
                    <a:pt x="1367" y="178"/>
                  </a:lnTo>
                  <a:lnTo>
                    <a:pt x="1367" y="238"/>
                  </a:lnTo>
                  <a:lnTo>
                    <a:pt x="1407" y="277"/>
                  </a:lnTo>
                  <a:lnTo>
                    <a:pt x="1446" y="317"/>
                  </a:lnTo>
                  <a:lnTo>
                    <a:pt x="1506" y="337"/>
                  </a:lnTo>
                  <a:lnTo>
                    <a:pt x="1506" y="19731"/>
                  </a:lnTo>
                  <a:lnTo>
                    <a:pt x="198" y="21039"/>
                  </a:lnTo>
                  <a:lnTo>
                    <a:pt x="198" y="5488"/>
                  </a:lnTo>
                  <a:lnTo>
                    <a:pt x="258" y="5468"/>
                  </a:lnTo>
                  <a:lnTo>
                    <a:pt x="297" y="5428"/>
                  </a:lnTo>
                  <a:lnTo>
                    <a:pt x="317" y="5389"/>
                  </a:lnTo>
                  <a:lnTo>
                    <a:pt x="317" y="5329"/>
                  </a:lnTo>
                  <a:lnTo>
                    <a:pt x="317" y="5270"/>
                  </a:lnTo>
                  <a:lnTo>
                    <a:pt x="277" y="5210"/>
                  </a:lnTo>
                  <a:lnTo>
                    <a:pt x="218" y="5171"/>
                  </a:lnTo>
                  <a:lnTo>
                    <a:pt x="99" y="5171"/>
                  </a:lnTo>
                  <a:lnTo>
                    <a:pt x="40" y="5210"/>
                  </a:lnTo>
                  <a:lnTo>
                    <a:pt x="0" y="5270"/>
                  </a:lnTo>
                  <a:lnTo>
                    <a:pt x="0" y="5329"/>
                  </a:lnTo>
                  <a:lnTo>
                    <a:pt x="0" y="5389"/>
                  </a:lnTo>
                  <a:lnTo>
                    <a:pt x="20" y="5428"/>
                  </a:lnTo>
                  <a:lnTo>
                    <a:pt x="59" y="5468"/>
                  </a:lnTo>
                  <a:lnTo>
                    <a:pt x="119" y="5488"/>
                  </a:lnTo>
                  <a:lnTo>
                    <a:pt x="119" y="33975"/>
                  </a:lnTo>
                  <a:lnTo>
                    <a:pt x="1882" y="35738"/>
                  </a:lnTo>
                  <a:lnTo>
                    <a:pt x="1882" y="53865"/>
                  </a:lnTo>
                  <a:lnTo>
                    <a:pt x="1961" y="53865"/>
                  </a:lnTo>
                  <a:lnTo>
                    <a:pt x="1961" y="35719"/>
                  </a:lnTo>
                  <a:lnTo>
                    <a:pt x="198" y="33936"/>
                  </a:lnTo>
                  <a:lnTo>
                    <a:pt x="198" y="30370"/>
                  </a:lnTo>
                  <a:lnTo>
                    <a:pt x="1466" y="29102"/>
                  </a:lnTo>
                  <a:lnTo>
                    <a:pt x="1506" y="29102"/>
                  </a:lnTo>
                  <a:lnTo>
                    <a:pt x="1545" y="29122"/>
                  </a:lnTo>
                  <a:lnTo>
                    <a:pt x="1624" y="29102"/>
                  </a:lnTo>
                  <a:lnTo>
                    <a:pt x="1664" y="29062"/>
                  </a:lnTo>
                  <a:lnTo>
                    <a:pt x="1704" y="29023"/>
                  </a:lnTo>
                  <a:lnTo>
                    <a:pt x="1724" y="28943"/>
                  </a:lnTo>
                  <a:lnTo>
                    <a:pt x="1704" y="28884"/>
                  </a:lnTo>
                  <a:lnTo>
                    <a:pt x="1664" y="28825"/>
                  </a:lnTo>
                  <a:lnTo>
                    <a:pt x="1624" y="28805"/>
                  </a:lnTo>
                  <a:lnTo>
                    <a:pt x="1545" y="28785"/>
                  </a:lnTo>
                  <a:lnTo>
                    <a:pt x="1486" y="28805"/>
                  </a:lnTo>
                  <a:lnTo>
                    <a:pt x="1426" y="28825"/>
                  </a:lnTo>
                  <a:lnTo>
                    <a:pt x="1407" y="28884"/>
                  </a:lnTo>
                  <a:lnTo>
                    <a:pt x="1387" y="28943"/>
                  </a:lnTo>
                  <a:lnTo>
                    <a:pt x="1387" y="29003"/>
                  </a:lnTo>
                  <a:lnTo>
                    <a:pt x="1407" y="29042"/>
                  </a:lnTo>
                  <a:lnTo>
                    <a:pt x="198" y="30251"/>
                  </a:lnTo>
                  <a:lnTo>
                    <a:pt x="198" y="23119"/>
                  </a:lnTo>
                  <a:lnTo>
                    <a:pt x="2932" y="20385"/>
                  </a:lnTo>
                  <a:lnTo>
                    <a:pt x="2932" y="12481"/>
                  </a:lnTo>
                  <a:lnTo>
                    <a:pt x="2991" y="12461"/>
                  </a:lnTo>
                  <a:lnTo>
                    <a:pt x="3031" y="12421"/>
                  </a:lnTo>
                  <a:lnTo>
                    <a:pt x="3051" y="12382"/>
                  </a:lnTo>
                  <a:lnTo>
                    <a:pt x="3051" y="12322"/>
                  </a:lnTo>
                  <a:lnTo>
                    <a:pt x="3051" y="12263"/>
                  </a:lnTo>
                  <a:lnTo>
                    <a:pt x="3011" y="12203"/>
                  </a:lnTo>
                  <a:lnTo>
                    <a:pt x="2952" y="12164"/>
                  </a:lnTo>
                  <a:lnTo>
                    <a:pt x="2833" y="12164"/>
                  </a:lnTo>
                  <a:lnTo>
                    <a:pt x="2774" y="12203"/>
                  </a:lnTo>
                  <a:lnTo>
                    <a:pt x="2734" y="12263"/>
                  </a:lnTo>
                  <a:lnTo>
                    <a:pt x="2734" y="12322"/>
                  </a:lnTo>
                  <a:lnTo>
                    <a:pt x="2734" y="12382"/>
                  </a:lnTo>
                  <a:lnTo>
                    <a:pt x="2754" y="12421"/>
                  </a:lnTo>
                  <a:lnTo>
                    <a:pt x="2793" y="12461"/>
                  </a:lnTo>
                  <a:lnTo>
                    <a:pt x="2853" y="12481"/>
                  </a:lnTo>
                  <a:lnTo>
                    <a:pt x="2853" y="20346"/>
                  </a:lnTo>
                  <a:lnTo>
                    <a:pt x="198" y="23000"/>
                  </a:lnTo>
                  <a:lnTo>
                    <a:pt x="198" y="21158"/>
                  </a:lnTo>
                  <a:lnTo>
                    <a:pt x="1585" y="19771"/>
                  </a:lnTo>
                  <a:lnTo>
                    <a:pt x="1585" y="337"/>
                  </a:lnTo>
                  <a:lnTo>
                    <a:pt x="1624" y="317"/>
                  </a:lnTo>
                  <a:lnTo>
                    <a:pt x="1664" y="277"/>
                  </a:lnTo>
                  <a:lnTo>
                    <a:pt x="1684" y="238"/>
                  </a:lnTo>
                  <a:lnTo>
                    <a:pt x="1684" y="178"/>
                  </a:lnTo>
                  <a:lnTo>
                    <a:pt x="1684" y="119"/>
                  </a:lnTo>
                  <a:lnTo>
                    <a:pt x="1644" y="60"/>
                  </a:lnTo>
                  <a:lnTo>
                    <a:pt x="1585" y="20"/>
                  </a:lnTo>
                  <a:lnTo>
                    <a:pt x="1525"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9"/>
            <p:cNvSpPr/>
            <p:nvPr/>
          </p:nvSpPr>
          <p:spPr>
            <a:xfrm>
              <a:off x="238125" y="1088150"/>
              <a:ext cx="76275" cy="1346650"/>
            </a:xfrm>
            <a:custGeom>
              <a:avLst/>
              <a:gdLst/>
              <a:ahLst/>
              <a:cxnLst/>
              <a:rect l="l" t="t" r="r" b="b"/>
              <a:pathLst>
                <a:path w="3051" h="53866" fill="none" extrusionOk="0">
                  <a:moveTo>
                    <a:pt x="1525" y="0"/>
                  </a:moveTo>
                  <a:lnTo>
                    <a:pt x="1525" y="0"/>
                  </a:lnTo>
                  <a:lnTo>
                    <a:pt x="1466" y="20"/>
                  </a:lnTo>
                  <a:lnTo>
                    <a:pt x="1407" y="60"/>
                  </a:lnTo>
                  <a:lnTo>
                    <a:pt x="1367" y="119"/>
                  </a:lnTo>
                  <a:lnTo>
                    <a:pt x="1367" y="178"/>
                  </a:lnTo>
                  <a:lnTo>
                    <a:pt x="1367" y="178"/>
                  </a:lnTo>
                  <a:lnTo>
                    <a:pt x="1367" y="238"/>
                  </a:lnTo>
                  <a:lnTo>
                    <a:pt x="1407" y="277"/>
                  </a:lnTo>
                  <a:lnTo>
                    <a:pt x="1446" y="317"/>
                  </a:lnTo>
                  <a:lnTo>
                    <a:pt x="1506" y="337"/>
                  </a:lnTo>
                  <a:lnTo>
                    <a:pt x="1506" y="19731"/>
                  </a:lnTo>
                  <a:lnTo>
                    <a:pt x="198" y="21039"/>
                  </a:lnTo>
                  <a:lnTo>
                    <a:pt x="198" y="5488"/>
                  </a:lnTo>
                  <a:lnTo>
                    <a:pt x="198" y="5488"/>
                  </a:lnTo>
                  <a:lnTo>
                    <a:pt x="258" y="5468"/>
                  </a:lnTo>
                  <a:lnTo>
                    <a:pt x="297" y="5428"/>
                  </a:lnTo>
                  <a:lnTo>
                    <a:pt x="317" y="5389"/>
                  </a:lnTo>
                  <a:lnTo>
                    <a:pt x="317" y="5329"/>
                  </a:lnTo>
                  <a:lnTo>
                    <a:pt x="317" y="5329"/>
                  </a:lnTo>
                  <a:lnTo>
                    <a:pt x="317" y="5270"/>
                  </a:lnTo>
                  <a:lnTo>
                    <a:pt x="277" y="5210"/>
                  </a:lnTo>
                  <a:lnTo>
                    <a:pt x="218" y="5171"/>
                  </a:lnTo>
                  <a:lnTo>
                    <a:pt x="158" y="5171"/>
                  </a:lnTo>
                  <a:lnTo>
                    <a:pt x="158" y="5171"/>
                  </a:lnTo>
                  <a:lnTo>
                    <a:pt x="99" y="5171"/>
                  </a:lnTo>
                  <a:lnTo>
                    <a:pt x="40" y="5210"/>
                  </a:lnTo>
                  <a:lnTo>
                    <a:pt x="0" y="5270"/>
                  </a:lnTo>
                  <a:lnTo>
                    <a:pt x="0" y="5329"/>
                  </a:lnTo>
                  <a:lnTo>
                    <a:pt x="0" y="5329"/>
                  </a:lnTo>
                  <a:lnTo>
                    <a:pt x="0" y="5389"/>
                  </a:lnTo>
                  <a:lnTo>
                    <a:pt x="20" y="5428"/>
                  </a:lnTo>
                  <a:lnTo>
                    <a:pt x="59" y="5468"/>
                  </a:lnTo>
                  <a:lnTo>
                    <a:pt x="119" y="5488"/>
                  </a:lnTo>
                  <a:lnTo>
                    <a:pt x="119" y="33975"/>
                  </a:lnTo>
                  <a:lnTo>
                    <a:pt x="1882" y="35738"/>
                  </a:lnTo>
                  <a:lnTo>
                    <a:pt x="1882" y="53865"/>
                  </a:lnTo>
                  <a:lnTo>
                    <a:pt x="1961" y="53865"/>
                  </a:lnTo>
                  <a:lnTo>
                    <a:pt x="1961" y="35719"/>
                  </a:lnTo>
                  <a:lnTo>
                    <a:pt x="198" y="33936"/>
                  </a:lnTo>
                  <a:lnTo>
                    <a:pt x="198" y="30370"/>
                  </a:lnTo>
                  <a:lnTo>
                    <a:pt x="1466" y="29102"/>
                  </a:lnTo>
                  <a:lnTo>
                    <a:pt x="1466" y="29102"/>
                  </a:lnTo>
                  <a:lnTo>
                    <a:pt x="1506" y="29102"/>
                  </a:lnTo>
                  <a:lnTo>
                    <a:pt x="1545" y="29122"/>
                  </a:lnTo>
                  <a:lnTo>
                    <a:pt x="1545" y="29122"/>
                  </a:lnTo>
                  <a:lnTo>
                    <a:pt x="1624" y="29102"/>
                  </a:lnTo>
                  <a:lnTo>
                    <a:pt x="1664" y="29062"/>
                  </a:lnTo>
                  <a:lnTo>
                    <a:pt x="1704" y="29023"/>
                  </a:lnTo>
                  <a:lnTo>
                    <a:pt x="1724" y="28943"/>
                  </a:lnTo>
                  <a:lnTo>
                    <a:pt x="1724" y="28943"/>
                  </a:lnTo>
                  <a:lnTo>
                    <a:pt x="1704" y="28884"/>
                  </a:lnTo>
                  <a:lnTo>
                    <a:pt x="1664" y="28825"/>
                  </a:lnTo>
                  <a:lnTo>
                    <a:pt x="1624" y="28805"/>
                  </a:lnTo>
                  <a:lnTo>
                    <a:pt x="1545" y="28785"/>
                  </a:lnTo>
                  <a:lnTo>
                    <a:pt x="1545" y="28785"/>
                  </a:lnTo>
                  <a:lnTo>
                    <a:pt x="1486" y="28805"/>
                  </a:lnTo>
                  <a:lnTo>
                    <a:pt x="1426" y="28825"/>
                  </a:lnTo>
                  <a:lnTo>
                    <a:pt x="1407" y="28884"/>
                  </a:lnTo>
                  <a:lnTo>
                    <a:pt x="1387" y="28943"/>
                  </a:lnTo>
                  <a:lnTo>
                    <a:pt x="1387" y="28943"/>
                  </a:lnTo>
                  <a:lnTo>
                    <a:pt x="1387" y="29003"/>
                  </a:lnTo>
                  <a:lnTo>
                    <a:pt x="1407" y="29042"/>
                  </a:lnTo>
                  <a:lnTo>
                    <a:pt x="198" y="30251"/>
                  </a:lnTo>
                  <a:lnTo>
                    <a:pt x="198" y="23119"/>
                  </a:lnTo>
                  <a:lnTo>
                    <a:pt x="2932" y="20385"/>
                  </a:lnTo>
                  <a:lnTo>
                    <a:pt x="2932" y="12481"/>
                  </a:lnTo>
                  <a:lnTo>
                    <a:pt x="2932" y="12481"/>
                  </a:lnTo>
                  <a:lnTo>
                    <a:pt x="2991" y="12461"/>
                  </a:lnTo>
                  <a:lnTo>
                    <a:pt x="3031" y="12421"/>
                  </a:lnTo>
                  <a:lnTo>
                    <a:pt x="3051" y="12382"/>
                  </a:lnTo>
                  <a:lnTo>
                    <a:pt x="3051" y="12322"/>
                  </a:lnTo>
                  <a:lnTo>
                    <a:pt x="3051" y="12322"/>
                  </a:lnTo>
                  <a:lnTo>
                    <a:pt x="3051" y="12263"/>
                  </a:lnTo>
                  <a:lnTo>
                    <a:pt x="3011" y="12203"/>
                  </a:lnTo>
                  <a:lnTo>
                    <a:pt x="2952" y="12164"/>
                  </a:lnTo>
                  <a:lnTo>
                    <a:pt x="2892" y="12164"/>
                  </a:lnTo>
                  <a:lnTo>
                    <a:pt x="2892" y="12164"/>
                  </a:lnTo>
                  <a:lnTo>
                    <a:pt x="2892" y="12164"/>
                  </a:lnTo>
                  <a:lnTo>
                    <a:pt x="2892" y="12164"/>
                  </a:lnTo>
                  <a:lnTo>
                    <a:pt x="2833" y="12164"/>
                  </a:lnTo>
                  <a:lnTo>
                    <a:pt x="2774" y="12203"/>
                  </a:lnTo>
                  <a:lnTo>
                    <a:pt x="2734" y="12263"/>
                  </a:lnTo>
                  <a:lnTo>
                    <a:pt x="2734" y="12322"/>
                  </a:lnTo>
                  <a:lnTo>
                    <a:pt x="2734" y="12322"/>
                  </a:lnTo>
                  <a:lnTo>
                    <a:pt x="2734" y="12382"/>
                  </a:lnTo>
                  <a:lnTo>
                    <a:pt x="2754" y="12421"/>
                  </a:lnTo>
                  <a:lnTo>
                    <a:pt x="2793" y="12461"/>
                  </a:lnTo>
                  <a:lnTo>
                    <a:pt x="2853" y="12481"/>
                  </a:lnTo>
                  <a:lnTo>
                    <a:pt x="2853" y="20346"/>
                  </a:lnTo>
                  <a:lnTo>
                    <a:pt x="198" y="23000"/>
                  </a:lnTo>
                  <a:lnTo>
                    <a:pt x="198" y="21158"/>
                  </a:lnTo>
                  <a:lnTo>
                    <a:pt x="1585" y="19771"/>
                  </a:lnTo>
                  <a:lnTo>
                    <a:pt x="1585" y="337"/>
                  </a:lnTo>
                  <a:lnTo>
                    <a:pt x="1585" y="337"/>
                  </a:lnTo>
                  <a:lnTo>
                    <a:pt x="1624" y="317"/>
                  </a:lnTo>
                  <a:lnTo>
                    <a:pt x="1664" y="277"/>
                  </a:lnTo>
                  <a:lnTo>
                    <a:pt x="1684" y="238"/>
                  </a:lnTo>
                  <a:lnTo>
                    <a:pt x="1684" y="178"/>
                  </a:lnTo>
                  <a:lnTo>
                    <a:pt x="1684" y="178"/>
                  </a:lnTo>
                  <a:lnTo>
                    <a:pt x="1684" y="119"/>
                  </a:lnTo>
                  <a:lnTo>
                    <a:pt x="1644" y="60"/>
                  </a:lnTo>
                  <a:lnTo>
                    <a:pt x="1585" y="20"/>
                  </a:lnTo>
                  <a:lnTo>
                    <a:pt x="1525"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9"/>
            <p:cNvSpPr/>
            <p:nvPr/>
          </p:nvSpPr>
          <p:spPr>
            <a:xfrm>
              <a:off x="979525" y="1078725"/>
              <a:ext cx="54025" cy="1356075"/>
            </a:xfrm>
            <a:custGeom>
              <a:avLst/>
              <a:gdLst/>
              <a:ahLst/>
              <a:cxnLst/>
              <a:rect l="l" t="t" r="r" b="b"/>
              <a:pathLst>
                <a:path w="2161" h="54243" extrusionOk="0">
                  <a:moveTo>
                    <a:pt x="159" y="1"/>
                  </a:moveTo>
                  <a:lnTo>
                    <a:pt x="100" y="21"/>
                  </a:lnTo>
                  <a:lnTo>
                    <a:pt x="40" y="60"/>
                  </a:lnTo>
                  <a:lnTo>
                    <a:pt x="1" y="120"/>
                  </a:lnTo>
                  <a:lnTo>
                    <a:pt x="1" y="179"/>
                  </a:lnTo>
                  <a:lnTo>
                    <a:pt x="1" y="238"/>
                  </a:lnTo>
                  <a:lnTo>
                    <a:pt x="40" y="278"/>
                  </a:lnTo>
                  <a:lnTo>
                    <a:pt x="80" y="318"/>
                  </a:lnTo>
                  <a:lnTo>
                    <a:pt x="120" y="338"/>
                  </a:lnTo>
                  <a:lnTo>
                    <a:pt x="120" y="12996"/>
                  </a:lnTo>
                  <a:lnTo>
                    <a:pt x="2081" y="14958"/>
                  </a:lnTo>
                  <a:lnTo>
                    <a:pt x="2081" y="54242"/>
                  </a:lnTo>
                  <a:lnTo>
                    <a:pt x="2160" y="54242"/>
                  </a:lnTo>
                  <a:lnTo>
                    <a:pt x="2160" y="14938"/>
                  </a:lnTo>
                  <a:lnTo>
                    <a:pt x="199" y="12977"/>
                  </a:lnTo>
                  <a:lnTo>
                    <a:pt x="199" y="338"/>
                  </a:lnTo>
                  <a:lnTo>
                    <a:pt x="258" y="318"/>
                  </a:lnTo>
                  <a:lnTo>
                    <a:pt x="298" y="278"/>
                  </a:lnTo>
                  <a:lnTo>
                    <a:pt x="318" y="238"/>
                  </a:lnTo>
                  <a:lnTo>
                    <a:pt x="337" y="179"/>
                  </a:lnTo>
                  <a:lnTo>
                    <a:pt x="318" y="120"/>
                  </a:lnTo>
                  <a:lnTo>
                    <a:pt x="278" y="60"/>
                  </a:lnTo>
                  <a:lnTo>
                    <a:pt x="219" y="21"/>
                  </a:lnTo>
                  <a:lnTo>
                    <a:pt x="159"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9"/>
            <p:cNvSpPr/>
            <p:nvPr/>
          </p:nvSpPr>
          <p:spPr>
            <a:xfrm>
              <a:off x="979525" y="1078725"/>
              <a:ext cx="54025" cy="1356075"/>
            </a:xfrm>
            <a:custGeom>
              <a:avLst/>
              <a:gdLst/>
              <a:ahLst/>
              <a:cxnLst/>
              <a:rect l="l" t="t" r="r" b="b"/>
              <a:pathLst>
                <a:path w="2161" h="54243" fill="none" extrusionOk="0">
                  <a:moveTo>
                    <a:pt x="159" y="1"/>
                  </a:moveTo>
                  <a:lnTo>
                    <a:pt x="159" y="1"/>
                  </a:lnTo>
                  <a:lnTo>
                    <a:pt x="100" y="21"/>
                  </a:lnTo>
                  <a:lnTo>
                    <a:pt x="40" y="60"/>
                  </a:lnTo>
                  <a:lnTo>
                    <a:pt x="1" y="120"/>
                  </a:lnTo>
                  <a:lnTo>
                    <a:pt x="1" y="179"/>
                  </a:lnTo>
                  <a:lnTo>
                    <a:pt x="1" y="179"/>
                  </a:lnTo>
                  <a:lnTo>
                    <a:pt x="1" y="238"/>
                  </a:lnTo>
                  <a:lnTo>
                    <a:pt x="40" y="278"/>
                  </a:lnTo>
                  <a:lnTo>
                    <a:pt x="80" y="318"/>
                  </a:lnTo>
                  <a:lnTo>
                    <a:pt x="120" y="338"/>
                  </a:lnTo>
                  <a:lnTo>
                    <a:pt x="120" y="12996"/>
                  </a:lnTo>
                  <a:lnTo>
                    <a:pt x="2081" y="14958"/>
                  </a:lnTo>
                  <a:lnTo>
                    <a:pt x="2081" y="54242"/>
                  </a:lnTo>
                  <a:lnTo>
                    <a:pt x="2160" y="54242"/>
                  </a:lnTo>
                  <a:lnTo>
                    <a:pt x="2160" y="14938"/>
                  </a:lnTo>
                  <a:lnTo>
                    <a:pt x="199" y="12977"/>
                  </a:lnTo>
                  <a:lnTo>
                    <a:pt x="199" y="338"/>
                  </a:lnTo>
                  <a:lnTo>
                    <a:pt x="199" y="338"/>
                  </a:lnTo>
                  <a:lnTo>
                    <a:pt x="258" y="318"/>
                  </a:lnTo>
                  <a:lnTo>
                    <a:pt x="298" y="278"/>
                  </a:lnTo>
                  <a:lnTo>
                    <a:pt x="318" y="238"/>
                  </a:lnTo>
                  <a:lnTo>
                    <a:pt x="337" y="179"/>
                  </a:lnTo>
                  <a:lnTo>
                    <a:pt x="337" y="179"/>
                  </a:lnTo>
                  <a:lnTo>
                    <a:pt x="318" y="120"/>
                  </a:lnTo>
                  <a:lnTo>
                    <a:pt x="278" y="60"/>
                  </a:lnTo>
                  <a:lnTo>
                    <a:pt x="219" y="21"/>
                  </a:lnTo>
                  <a:lnTo>
                    <a:pt x="159"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9"/>
            <p:cNvSpPr/>
            <p:nvPr/>
          </p:nvSpPr>
          <p:spPr>
            <a:xfrm>
              <a:off x="1003800" y="1025750"/>
              <a:ext cx="54500" cy="1409050"/>
            </a:xfrm>
            <a:custGeom>
              <a:avLst/>
              <a:gdLst/>
              <a:ahLst/>
              <a:cxnLst/>
              <a:rect l="l" t="t" r="r" b="b"/>
              <a:pathLst>
                <a:path w="2180" h="56362" extrusionOk="0">
                  <a:moveTo>
                    <a:pt x="179" y="0"/>
                  </a:moveTo>
                  <a:lnTo>
                    <a:pt x="99" y="20"/>
                  </a:lnTo>
                  <a:lnTo>
                    <a:pt x="60" y="59"/>
                  </a:lnTo>
                  <a:lnTo>
                    <a:pt x="20" y="119"/>
                  </a:lnTo>
                  <a:lnTo>
                    <a:pt x="0" y="178"/>
                  </a:lnTo>
                  <a:lnTo>
                    <a:pt x="20" y="238"/>
                  </a:lnTo>
                  <a:lnTo>
                    <a:pt x="40" y="277"/>
                  </a:lnTo>
                  <a:lnTo>
                    <a:pt x="80" y="317"/>
                  </a:lnTo>
                  <a:lnTo>
                    <a:pt x="139" y="337"/>
                  </a:lnTo>
                  <a:lnTo>
                    <a:pt x="139" y="14719"/>
                  </a:lnTo>
                  <a:lnTo>
                    <a:pt x="2100" y="16681"/>
                  </a:lnTo>
                  <a:lnTo>
                    <a:pt x="2100" y="56361"/>
                  </a:lnTo>
                  <a:lnTo>
                    <a:pt x="2180" y="56361"/>
                  </a:lnTo>
                  <a:lnTo>
                    <a:pt x="2180" y="16641"/>
                  </a:lnTo>
                  <a:lnTo>
                    <a:pt x="218" y="14680"/>
                  </a:lnTo>
                  <a:lnTo>
                    <a:pt x="218" y="337"/>
                  </a:lnTo>
                  <a:lnTo>
                    <a:pt x="258" y="317"/>
                  </a:lnTo>
                  <a:lnTo>
                    <a:pt x="298" y="277"/>
                  </a:lnTo>
                  <a:lnTo>
                    <a:pt x="337" y="238"/>
                  </a:lnTo>
                  <a:lnTo>
                    <a:pt x="337" y="178"/>
                  </a:lnTo>
                  <a:lnTo>
                    <a:pt x="337" y="119"/>
                  </a:lnTo>
                  <a:lnTo>
                    <a:pt x="298" y="59"/>
                  </a:lnTo>
                  <a:lnTo>
                    <a:pt x="238" y="20"/>
                  </a:lnTo>
                  <a:lnTo>
                    <a:pt x="179"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9"/>
            <p:cNvSpPr/>
            <p:nvPr/>
          </p:nvSpPr>
          <p:spPr>
            <a:xfrm>
              <a:off x="1003800" y="1025750"/>
              <a:ext cx="54500" cy="1409050"/>
            </a:xfrm>
            <a:custGeom>
              <a:avLst/>
              <a:gdLst/>
              <a:ahLst/>
              <a:cxnLst/>
              <a:rect l="l" t="t" r="r" b="b"/>
              <a:pathLst>
                <a:path w="2180" h="56362" fill="none" extrusionOk="0">
                  <a:moveTo>
                    <a:pt x="179" y="0"/>
                  </a:moveTo>
                  <a:lnTo>
                    <a:pt x="179" y="0"/>
                  </a:lnTo>
                  <a:lnTo>
                    <a:pt x="99" y="20"/>
                  </a:lnTo>
                  <a:lnTo>
                    <a:pt x="60" y="59"/>
                  </a:lnTo>
                  <a:lnTo>
                    <a:pt x="20" y="119"/>
                  </a:lnTo>
                  <a:lnTo>
                    <a:pt x="0" y="178"/>
                  </a:lnTo>
                  <a:lnTo>
                    <a:pt x="0" y="178"/>
                  </a:lnTo>
                  <a:lnTo>
                    <a:pt x="20" y="238"/>
                  </a:lnTo>
                  <a:lnTo>
                    <a:pt x="40" y="277"/>
                  </a:lnTo>
                  <a:lnTo>
                    <a:pt x="80" y="317"/>
                  </a:lnTo>
                  <a:lnTo>
                    <a:pt x="139" y="337"/>
                  </a:lnTo>
                  <a:lnTo>
                    <a:pt x="139" y="14719"/>
                  </a:lnTo>
                  <a:lnTo>
                    <a:pt x="2100" y="16681"/>
                  </a:lnTo>
                  <a:lnTo>
                    <a:pt x="2100" y="56361"/>
                  </a:lnTo>
                  <a:lnTo>
                    <a:pt x="2180" y="56361"/>
                  </a:lnTo>
                  <a:lnTo>
                    <a:pt x="2180" y="16641"/>
                  </a:lnTo>
                  <a:lnTo>
                    <a:pt x="218" y="14680"/>
                  </a:lnTo>
                  <a:lnTo>
                    <a:pt x="218" y="337"/>
                  </a:lnTo>
                  <a:lnTo>
                    <a:pt x="218" y="337"/>
                  </a:lnTo>
                  <a:lnTo>
                    <a:pt x="258" y="317"/>
                  </a:lnTo>
                  <a:lnTo>
                    <a:pt x="298" y="277"/>
                  </a:lnTo>
                  <a:lnTo>
                    <a:pt x="337" y="238"/>
                  </a:lnTo>
                  <a:lnTo>
                    <a:pt x="337" y="178"/>
                  </a:lnTo>
                  <a:lnTo>
                    <a:pt x="337" y="178"/>
                  </a:lnTo>
                  <a:lnTo>
                    <a:pt x="337" y="119"/>
                  </a:lnTo>
                  <a:lnTo>
                    <a:pt x="298" y="59"/>
                  </a:lnTo>
                  <a:lnTo>
                    <a:pt x="238" y="20"/>
                  </a:lnTo>
                  <a:lnTo>
                    <a:pt x="179"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9"/>
            <p:cNvSpPr/>
            <p:nvPr/>
          </p:nvSpPr>
          <p:spPr>
            <a:xfrm>
              <a:off x="428800" y="2022200"/>
              <a:ext cx="8425" cy="412600"/>
            </a:xfrm>
            <a:custGeom>
              <a:avLst/>
              <a:gdLst/>
              <a:ahLst/>
              <a:cxnLst/>
              <a:rect l="l" t="t" r="r" b="b"/>
              <a:pathLst>
                <a:path w="337" h="16504" extrusionOk="0">
                  <a:moveTo>
                    <a:pt x="178" y="1"/>
                  </a:moveTo>
                  <a:lnTo>
                    <a:pt x="99" y="21"/>
                  </a:lnTo>
                  <a:lnTo>
                    <a:pt x="60" y="60"/>
                  </a:lnTo>
                  <a:lnTo>
                    <a:pt x="20" y="100"/>
                  </a:lnTo>
                  <a:lnTo>
                    <a:pt x="0" y="179"/>
                  </a:lnTo>
                  <a:lnTo>
                    <a:pt x="20" y="219"/>
                  </a:lnTo>
                  <a:lnTo>
                    <a:pt x="40" y="278"/>
                  </a:lnTo>
                  <a:lnTo>
                    <a:pt x="79" y="318"/>
                  </a:lnTo>
                  <a:lnTo>
                    <a:pt x="139" y="338"/>
                  </a:lnTo>
                  <a:lnTo>
                    <a:pt x="139" y="16503"/>
                  </a:lnTo>
                  <a:lnTo>
                    <a:pt x="218" y="16503"/>
                  </a:lnTo>
                  <a:lnTo>
                    <a:pt x="218" y="338"/>
                  </a:lnTo>
                  <a:lnTo>
                    <a:pt x="258" y="318"/>
                  </a:lnTo>
                  <a:lnTo>
                    <a:pt x="297" y="278"/>
                  </a:lnTo>
                  <a:lnTo>
                    <a:pt x="337" y="219"/>
                  </a:lnTo>
                  <a:lnTo>
                    <a:pt x="337" y="179"/>
                  </a:lnTo>
                  <a:lnTo>
                    <a:pt x="317" y="100"/>
                  </a:lnTo>
                  <a:lnTo>
                    <a:pt x="297" y="60"/>
                  </a:lnTo>
                  <a:lnTo>
                    <a:pt x="238" y="21"/>
                  </a:lnTo>
                  <a:lnTo>
                    <a:pt x="178"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9"/>
            <p:cNvSpPr/>
            <p:nvPr/>
          </p:nvSpPr>
          <p:spPr>
            <a:xfrm>
              <a:off x="428800" y="2022200"/>
              <a:ext cx="8425" cy="412600"/>
            </a:xfrm>
            <a:custGeom>
              <a:avLst/>
              <a:gdLst/>
              <a:ahLst/>
              <a:cxnLst/>
              <a:rect l="l" t="t" r="r" b="b"/>
              <a:pathLst>
                <a:path w="337" h="16504" fill="none" extrusionOk="0">
                  <a:moveTo>
                    <a:pt x="178" y="1"/>
                  </a:moveTo>
                  <a:lnTo>
                    <a:pt x="178" y="1"/>
                  </a:lnTo>
                  <a:lnTo>
                    <a:pt x="99" y="21"/>
                  </a:lnTo>
                  <a:lnTo>
                    <a:pt x="60" y="60"/>
                  </a:lnTo>
                  <a:lnTo>
                    <a:pt x="20" y="100"/>
                  </a:lnTo>
                  <a:lnTo>
                    <a:pt x="0" y="179"/>
                  </a:lnTo>
                  <a:lnTo>
                    <a:pt x="0" y="179"/>
                  </a:lnTo>
                  <a:lnTo>
                    <a:pt x="20" y="219"/>
                  </a:lnTo>
                  <a:lnTo>
                    <a:pt x="40" y="278"/>
                  </a:lnTo>
                  <a:lnTo>
                    <a:pt x="79" y="318"/>
                  </a:lnTo>
                  <a:lnTo>
                    <a:pt x="139" y="338"/>
                  </a:lnTo>
                  <a:lnTo>
                    <a:pt x="139" y="16503"/>
                  </a:lnTo>
                  <a:lnTo>
                    <a:pt x="218" y="16503"/>
                  </a:lnTo>
                  <a:lnTo>
                    <a:pt x="218" y="338"/>
                  </a:lnTo>
                  <a:lnTo>
                    <a:pt x="218" y="338"/>
                  </a:lnTo>
                  <a:lnTo>
                    <a:pt x="258" y="318"/>
                  </a:lnTo>
                  <a:lnTo>
                    <a:pt x="297" y="278"/>
                  </a:lnTo>
                  <a:lnTo>
                    <a:pt x="337" y="219"/>
                  </a:lnTo>
                  <a:lnTo>
                    <a:pt x="337" y="179"/>
                  </a:lnTo>
                  <a:lnTo>
                    <a:pt x="337" y="179"/>
                  </a:lnTo>
                  <a:lnTo>
                    <a:pt x="317" y="100"/>
                  </a:lnTo>
                  <a:lnTo>
                    <a:pt x="297" y="60"/>
                  </a:lnTo>
                  <a:lnTo>
                    <a:pt x="238" y="21"/>
                  </a:lnTo>
                  <a:lnTo>
                    <a:pt x="178"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9"/>
            <p:cNvSpPr/>
            <p:nvPr/>
          </p:nvSpPr>
          <p:spPr>
            <a:xfrm>
              <a:off x="309425" y="1428400"/>
              <a:ext cx="54500" cy="1006400"/>
            </a:xfrm>
            <a:custGeom>
              <a:avLst/>
              <a:gdLst/>
              <a:ahLst/>
              <a:cxnLst/>
              <a:rect l="l" t="t" r="r" b="b"/>
              <a:pathLst>
                <a:path w="2180" h="40256" extrusionOk="0">
                  <a:moveTo>
                    <a:pt x="1942" y="0"/>
                  </a:moveTo>
                  <a:lnTo>
                    <a:pt x="1883" y="40"/>
                  </a:lnTo>
                  <a:lnTo>
                    <a:pt x="1843" y="99"/>
                  </a:lnTo>
                  <a:lnTo>
                    <a:pt x="1843" y="159"/>
                  </a:lnTo>
                  <a:lnTo>
                    <a:pt x="1843" y="218"/>
                  </a:lnTo>
                  <a:lnTo>
                    <a:pt x="1863" y="258"/>
                  </a:lnTo>
                  <a:lnTo>
                    <a:pt x="1903" y="297"/>
                  </a:lnTo>
                  <a:lnTo>
                    <a:pt x="1962" y="317"/>
                  </a:lnTo>
                  <a:lnTo>
                    <a:pt x="1962" y="7508"/>
                  </a:lnTo>
                  <a:lnTo>
                    <a:pt x="21" y="9469"/>
                  </a:lnTo>
                  <a:lnTo>
                    <a:pt x="40" y="9489"/>
                  </a:lnTo>
                  <a:lnTo>
                    <a:pt x="1" y="9489"/>
                  </a:lnTo>
                  <a:lnTo>
                    <a:pt x="1" y="40255"/>
                  </a:lnTo>
                  <a:lnTo>
                    <a:pt x="80" y="40255"/>
                  </a:lnTo>
                  <a:lnTo>
                    <a:pt x="80" y="9509"/>
                  </a:lnTo>
                  <a:lnTo>
                    <a:pt x="2041" y="7548"/>
                  </a:lnTo>
                  <a:lnTo>
                    <a:pt x="2041" y="317"/>
                  </a:lnTo>
                  <a:lnTo>
                    <a:pt x="2101" y="297"/>
                  </a:lnTo>
                  <a:lnTo>
                    <a:pt x="2140" y="258"/>
                  </a:lnTo>
                  <a:lnTo>
                    <a:pt x="2160" y="218"/>
                  </a:lnTo>
                  <a:lnTo>
                    <a:pt x="2180" y="159"/>
                  </a:lnTo>
                  <a:lnTo>
                    <a:pt x="2160" y="99"/>
                  </a:lnTo>
                  <a:lnTo>
                    <a:pt x="2120" y="40"/>
                  </a:lnTo>
                  <a:lnTo>
                    <a:pt x="2061"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9"/>
            <p:cNvSpPr/>
            <p:nvPr/>
          </p:nvSpPr>
          <p:spPr>
            <a:xfrm>
              <a:off x="309425" y="1428400"/>
              <a:ext cx="54500" cy="1006400"/>
            </a:xfrm>
            <a:custGeom>
              <a:avLst/>
              <a:gdLst/>
              <a:ahLst/>
              <a:cxnLst/>
              <a:rect l="l" t="t" r="r" b="b"/>
              <a:pathLst>
                <a:path w="2180" h="40256" fill="none" extrusionOk="0">
                  <a:moveTo>
                    <a:pt x="2002" y="0"/>
                  </a:moveTo>
                  <a:lnTo>
                    <a:pt x="2002" y="0"/>
                  </a:lnTo>
                  <a:lnTo>
                    <a:pt x="2002" y="0"/>
                  </a:lnTo>
                  <a:lnTo>
                    <a:pt x="2002" y="0"/>
                  </a:lnTo>
                  <a:lnTo>
                    <a:pt x="1942" y="0"/>
                  </a:lnTo>
                  <a:lnTo>
                    <a:pt x="1883" y="40"/>
                  </a:lnTo>
                  <a:lnTo>
                    <a:pt x="1843" y="99"/>
                  </a:lnTo>
                  <a:lnTo>
                    <a:pt x="1843" y="159"/>
                  </a:lnTo>
                  <a:lnTo>
                    <a:pt x="1843" y="159"/>
                  </a:lnTo>
                  <a:lnTo>
                    <a:pt x="1843" y="218"/>
                  </a:lnTo>
                  <a:lnTo>
                    <a:pt x="1863" y="258"/>
                  </a:lnTo>
                  <a:lnTo>
                    <a:pt x="1903" y="297"/>
                  </a:lnTo>
                  <a:lnTo>
                    <a:pt x="1962" y="317"/>
                  </a:lnTo>
                  <a:lnTo>
                    <a:pt x="1962" y="7508"/>
                  </a:lnTo>
                  <a:lnTo>
                    <a:pt x="21" y="9469"/>
                  </a:lnTo>
                  <a:lnTo>
                    <a:pt x="40" y="9489"/>
                  </a:lnTo>
                  <a:lnTo>
                    <a:pt x="1" y="9489"/>
                  </a:lnTo>
                  <a:lnTo>
                    <a:pt x="1" y="40255"/>
                  </a:lnTo>
                  <a:lnTo>
                    <a:pt x="80" y="40255"/>
                  </a:lnTo>
                  <a:lnTo>
                    <a:pt x="80" y="9509"/>
                  </a:lnTo>
                  <a:lnTo>
                    <a:pt x="2041" y="7548"/>
                  </a:lnTo>
                  <a:lnTo>
                    <a:pt x="2041" y="317"/>
                  </a:lnTo>
                  <a:lnTo>
                    <a:pt x="2041" y="317"/>
                  </a:lnTo>
                  <a:lnTo>
                    <a:pt x="2101" y="297"/>
                  </a:lnTo>
                  <a:lnTo>
                    <a:pt x="2140" y="258"/>
                  </a:lnTo>
                  <a:lnTo>
                    <a:pt x="2160" y="218"/>
                  </a:lnTo>
                  <a:lnTo>
                    <a:pt x="2180" y="159"/>
                  </a:lnTo>
                  <a:lnTo>
                    <a:pt x="2180" y="159"/>
                  </a:lnTo>
                  <a:lnTo>
                    <a:pt x="2160" y="99"/>
                  </a:lnTo>
                  <a:lnTo>
                    <a:pt x="2120" y="40"/>
                  </a:lnTo>
                  <a:lnTo>
                    <a:pt x="2061" y="0"/>
                  </a:lnTo>
                  <a:lnTo>
                    <a:pt x="2002"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9"/>
            <p:cNvSpPr/>
            <p:nvPr/>
          </p:nvSpPr>
          <p:spPr>
            <a:xfrm>
              <a:off x="404525" y="1687900"/>
              <a:ext cx="119875" cy="746900"/>
            </a:xfrm>
            <a:custGeom>
              <a:avLst/>
              <a:gdLst/>
              <a:ahLst/>
              <a:cxnLst/>
              <a:rect l="l" t="t" r="r" b="b"/>
              <a:pathLst>
                <a:path w="4795" h="29876" extrusionOk="0">
                  <a:moveTo>
                    <a:pt x="4636" y="1"/>
                  </a:moveTo>
                  <a:lnTo>
                    <a:pt x="4577" y="21"/>
                  </a:lnTo>
                  <a:lnTo>
                    <a:pt x="4517" y="60"/>
                  </a:lnTo>
                  <a:lnTo>
                    <a:pt x="4478" y="120"/>
                  </a:lnTo>
                  <a:lnTo>
                    <a:pt x="4478" y="179"/>
                  </a:lnTo>
                  <a:lnTo>
                    <a:pt x="4478" y="239"/>
                  </a:lnTo>
                  <a:lnTo>
                    <a:pt x="4497" y="278"/>
                  </a:lnTo>
                  <a:lnTo>
                    <a:pt x="4537" y="318"/>
                  </a:lnTo>
                  <a:lnTo>
                    <a:pt x="4596" y="338"/>
                  </a:lnTo>
                  <a:lnTo>
                    <a:pt x="4596" y="6736"/>
                  </a:lnTo>
                  <a:lnTo>
                    <a:pt x="199" y="11115"/>
                  </a:lnTo>
                  <a:lnTo>
                    <a:pt x="199" y="5825"/>
                  </a:lnTo>
                  <a:lnTo>
                    <a:pt x="258" y="5805"/>
                  </a:lnTo>
                  <a:lnTo>
                    <a:pt x="298" y="5766"/>
                  </a:lnTo>
                  <a:lnTo>
                    <a:pt x="317" y="5706"/>
                  </a:lnTo>
                  <a:lnTo>
                    <a:pt x="337" y="5667"/>
                  </a:lnTo>
                  <a:lnTo>
                    <a:pt x="317" y="5587"/>
                  </a:lnTo>
                  <a:lnTo>
                    <a:pt x="278" y="5548"/>
                  </a:lnTo>
                  <a:lnTo>
                    <a:pt x="218" y="5508"/>
                  </a:lnTo>
                  <a:lnTo>
                    <a:pt x="159" y="5488"/>
                  </a:lnTo>
                  <a:lnTo>
                    <a:pt x="99" y="5508"/>
                  </a:lnTo>
                  <a:lnTo>
                    <a:pt x="40" y="5548"/>
                  </a:lnTo>
                  <a:lnTo>
                    <a:pt x="0" y="5587"/>
                  </a:lnTo>
                  <a:lnTo>
                    <a:pt x="0" y="5667"/>
                  </a:lnTo>
                  <a:lnTo>
                    <a:pt x="0" y="5706"/>
                  </a:lnTo>
                  <a:lnTo>
                    <a:pt x="20" y="5766"/>
                  </a:lnTo>
                  <a:lnTo>
                    <a:pt x="60" y="5805"/>
                  </a:lnTo>
                  <a:lnTo>
                    <a:pt x="119" y="5825"/>
                  </a:lnTo>
                  <a:lnTo>
                    <a:pt x="119" y="29875"/>
                  </a:lnTo>
                  <a:lnTo>
                    <a:pt x="199" y="29875"/>
                  </a:lnTo>
                  <a:lnTo>
                    <a:pt x="199" y="11233"/>
                  </a:lnTo>
                  <a:lnTo>
                    <a:pt x="4676" y="6756"/>
                  </a:lnTo>
                  <a:lnTo>
                    <a:pt x="4676" y="338"/>
                  </a:lnTo>
                  <a:lnTo>
                    <a:pt x="4735" y="318"/>
                  </a:lnTo>
                  <a:lnTo>
                    <a:pt x="4775" y="278"/>
                  </a:lnTo>
                  <a:lnTo>
                    <a:pt x="4795" y="239"/>
                  </a:lnTo>
                  <a:lnTo>
                    <a:pt x="4795" y="179"/>
                  </a:lnTo>
                  <a:lnTo>
                    <a:pt x="4795" y="120"/>
                  </a:lnTo>
                  <a:lnTo>
                    <a:pt x="4755" y="60"/>
                  </a:lnTo>
                  <a:lnTo>
                    <a:pt x="4696" y="21"/>
                  </a:lnTo>
                  <a:lnTo>
                    <a:pt x="4636"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9"/>
            <p:cNvSpPr/>
            <p:nvPr/>
          </p:nvSpPr>
          <p:spPr>
            <a:xfrm>
              <a:off x="404525" y="1687900"/>
              <a:ext cx="119875" cy="746900"/>
            </a:xfrm>
            <a:custGeom>
              <a:avLst/>
              <a:gdLst/>
              <a:ahLst/>
              <a:cxnLst/>
              <a:rect l="l" t="t" r="r" b="b"/>
              <a:pathLst>
                <a:path w="4795" h="29876" fill="none" extrusionOk="0">
                  <a:moveTo>
                    <a:pt x="4636" y="1"/>
                  </a:moveTo>
                  <a:lnTo>
                    <a:pt x="4636" y="1"/>
                  </a:lnTo>
                  <a:lnTo>
                    <a:pt x="4577" y="21"/>
                  </a:lnTo>
                  <a:lnTo>
                    <a:pt x="4517" y="60"/>
                  </a:lnTo>
                  <a:lnTo>
                    <a:pt x="4478" y="120"/>
                  </a:lnTo>
                  <a:lnTo>
                    <a:pt x="4478" y="179"/>
                  </a:lnTo>
                  <a:lnTo>
                    <a:pt x="4478" y="179"/>
                  </a:lnTo>
                  <a:lnTo>
                    <a:pt x="4478" y="239"/>
                  </a:lnTo>
                  <a:lnTo>
                    <a:pt x="4497" y="278"/>
                  </a:lnTo>
                  <a:lnTo>
                    <a:pt x="4537" y="318"/>
                  </a:lnTo>
                  <a:lnTo>
                    <a:pt x="4596" y="338"/>
                  </a:lnTo>
                  <a:lnTo>
                    <a:pt x="4596" y="6736"/>
                  </a:lnTo>
                  <a:lnTo>
                    <a:pt x="199" y="11115"/>
                  </a:lnTo>
                  <a:lnTo>
                    <a:pt x="199" y="5825"/>
                  </a:lnTo>
                  <a:lnTo>
                    <a:pt x="199" y="5825"/>
                  </a:lnTo>
                  <a:lnTo>
                    <a:pt x="258" y="5805"/>
                  </a:lnTo>
                  <a:lnTo>
                    <a:pt x="298" y="5766"/>
                  </a:lnTo>
                  <a:lnTo>
                    <a:pt x="317" y="5706"/>
                  </a:lnTo>
                  <a:lnTo>
                    <a:pt x="337" y="5667"/>
                  </a:lnTo>
                  <a:lnTo>
                    <a:pt x="337" y="5667"/>
                  </a:lnTo>
                  <a:lnTo>
                    <a:pt x="317" y="5587"/>
                  </a:lnTo>
                  <a:lnTo>
                    <a:pt x="278" y="5548"/>
                  </a:lnTo>
                  <a:lnTo>
                    <a:pt x="218" y="5508"/>
                  </a:lnTo>
                  <a:lnTo>
                    <a:pt x="159" y="5488"/>
                  </a:lnTo>
                  <a:lnTo>
                    <a:pt x="159" y="5488"/>
                  </a:lnTo>
                  <a:lnTo>
                    <a:pt x="159" y="5488"/>
                  </a:lnTo>
                  <a:lnTo>
                    <a:pt x="159" y="5488"/>
                  </a:lnTo>
                  <a:lnTo>
                    <a:pt x="99" y="5508"/>
                  </a:lnTo>
                  <a:lnTo>
                    <a:pt x="40" y="5548"/>
                  </a:lnTo>
                  <a:lnTo>
                    <a:pt x="0" y="5587"/>
                  </a:lnTo>
                  <a:lnTo>
                    <a:pt x="0" y="5667"/>
                  </a:lnTo>
                  <a:lnTo>
                    <a:pt x="0" y="5667"/>
                  </a:lnTo>
                  <a:lnTo>
                    <a:pt x="0" y="5706"/>
                  </a:lnTo>
                  <a:lnTo>
                    <a:pt x="20" y="5766"/>
                  </a:lnTo>
                  <a:lnTo>
                    <a:pt x="60" y="5805"/>
                  </a:lnTo>
                  <a:lnTo>
                    <a:pt x="119" y="5825"/>
                  </a:lnTo>
                  <a:lnTo>
                    <a:pt x="119" y="29875"/>
                  </a:lnTo>
                  <a:lnTo>
                    <a:pt x="199" y="29875"/>
                  </a:lnTo>
                  <a:lnTo>
                    <a:pt x="199" y="11233"/>
                  </a:lnTo>
                  <a:lnTo>
                    <a:pt x="4676" y="6756"/>
                  </a:lnTo>
                  <a:lnTo>
                    <a:pt x="4676" y="338"/>
                  </a:lnTo>
                  <a:lnTo>
                    <a:pt x="4676" y="338"/>
                  </a:lnTo>
                  <a:lnTo>
                    <a:pt x="4735" y="318"/>
                  </a:lnTo>
                  <a:lnTo>
                    <a:pt x="4775" y="278"/>
                  </a:lnTo>
                  <a:lnTo>
                    <a:pt x="4795" y="239"/>
                  </a:lnTo>
                  <a:lnTo>
                    <a:pt x="4795" y="179"/>
                  </a:lnTo>
                  <a:lnTo>
                    <a:pt x="4795" y="179"/>
                  </a:lnTo>
                  <a:lnTo>
                    <a:pt x="4795" y="120"/>
                  </a:lnTo>
                  <a:lnTo>
                    <a:pt x="4755" y="60"/>
                  </a:lnTo>
                  <a:lnTo>
                    <a:pt x="4696" y="21"/>
                  </a:lnTo>
                  <a:lnTo>
                    <a:pt x="4636"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9"/>
            <p:cNvSpPr/>
            <p:nvPr/>
          </p:nvSpPr>
          <p:spPr>
            <a:xfrm>
              <a:off x="434250" y="1977150"/>
              <a:ext cx="55975" cy="457650"/>
            </a:xfrm>
            <a:custGeom>
              <a:avLst/>
              <a:gdLst/>
              <a:ahLst/>
              <a:cxnLst/>
              <a:rect l="l" t="t" r="r" b="b"/>
              <a:pathLst>
                <a:path w="2239" h="18306" extrusionOk="0">
                  <a:moveTo>
                    <a:pt x="178" y="0"/>
                  </a:moveTo>
                  <a:lnTo>
                    <a:pt x="99" y="20"/>
                  </a:lnTo>
                  <a:lnTo>
                    <a:pt x="59" y="60"/>
                  </a:lnTo>
                  <a:lnTo>
                    <a:pt x="20" y="99"/>
                  </a:lnTo>
                  <a:lnTo>
                    <a:pt x="0" y="178"/>
                  </a:lnTo>
                  <a:lnTo>
                    <a:pt x="20" y="238"/>
                  </a:lnTo>
                  <a:lnTo>
                    <a:pt x="59" y="297"/>
                  </a:lnTo>
                  <a:lnTo>
                    <a:pt x="99" y="317"/>
                  </a:lnTo>
                  <a:lnTo>
                    <a:pt x="178" y="337"/>
                  </a:lnTo>
                  <a:lnTo>
                    <a:pt x="218" y="337"/>
                  </a:lnTo>
                  <a:lnTo>
                    <a:pt x="258" y="317"/>
                  </a:lnTo>
                  <a:lnTo>
                    <a:pt x="2140" y="2199"/>
                  </a:lnTo>
                  <a:lnTo>
                    <a:pt x="2140" y="18305"/>
                  </a:lnTo>
                  <a:lnTo>
                    <a:pt x="2239" y="18305"/>
                  </a:lnTo>
                  <a:lnTo>
                    <a:pt x="2239" y="2179"/>
                  </a:lnTo>
                  <a:lnTo>
                    <a:pt x="317" y="258"/>
                  </a:lnTo>
                  <a:lnTo>
                    <a:pt x="337" y="218"/>
                  </a:lnTo>
                  <a:lnTo>
                    <a:pt x="337" y="178"/>
                  </a:lnTo>
                  <a:lnTo>
                    <a:pt x="317" y="99"/>
                  </a:lnTo>
                  <a:lnTo>
                    <a:pt x="297" y="60"/>
                  </a:lnTo>
                  <a:lnTo>
                    <a:pt x="238" y="20"/>
                  </a:lnTo>
                  <a:lnTo>
                    <a:pt x="178"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9"/>
            <p:cNvSpPr/>
            <p:nvPr/>
          </p:nvSpPr>
          <p:spPr>
            <a:xfrm>
              <a:off x="434250" y="1977150"/>
              <a:ext cx="55975" cy="457650"/>
            </a:xfrm>
            <a:custGeom>
              <a:avLst/>
              <a:gdLst/>
              <a:ahLst/>
              <a:cxnLst/>
              <a:rect l="l" t="t" r="r" b="b"/>
              <a:pathLst>
                <a:path w="2239" h="18306" fill="none" extrusionOk="0">
                  <a:moveTo>
                    <a:pt x="178" y="0"/>
                  </a:moveTo>
                  <a:lnTo>
                    <a:pt x="178" y="0"/>
                  </a:lnTo>
                  <a:lnTo>
                    <a:pt x="178" y="0"/>
                  </a:lnTo>
                  <a:lnTo>
                    <a:pt x="178" y="0"/>
                  </a:lnTo>
                  <a:lnTo>
                    <a:pt x="99" y="20"/>
                  </a:lnTo>
                  <a:lnTo>
                    <a:pt x="59" y="60"/>
                  </a:lnTo>
                  <a:lnTo>
                    <a:pt x="20" y="99"/>
                  </a:lnTo>
                  <a:lnTo>
                    <a:pt x="0" y="178"/>
                  </a:lnTo>
                  <a:lnTo>
                    <a:pt x="0" y="178"/>
                  </a:lnTo>
                  <a:lnTo>
                    <a:pt x="20" y="238"/>
                  </a:lnTo>
                  <a:lnTo>
                    <a:pt x="59" y="297"/>
                  </a:lnTo>
                  <a:lnTo>
                    <a:pt x="99" y="317"/>
                  </a:lnTo>
                  <a:lnTo>
                    <a:pt x="178" y="337"/>
                  </a:lnTo>
                  <a:lnTo>
                    <a:pt x="178" y="337"/>
                  </a:lnTo>
                  <a:lnTo>
                    <a:pt x="218" y="337"/>
                  </a:lnTo>
                  <a:lnTo>
                    <a:pt x="258" y="317"/>
                  </a:lnTo>
                  <a:lnTo>
                    <a:pt x="2140" y="2199"/>
                  </a:lnTo>
                  <a:lnTo>
                    <a:pt x="2140" y="18305"/>
                  </a:lnTo>
                  <a:lnTo>
                    <a:pt x="2239" y="18305"/>
                  </a:lnTo>
                  <a:lnTo>
                    <a:pt x="2239" y="2179"/>
                  </a:lnTo>
                  <a:lnTo>
                    <a:pt x="317" y="258"/>
                  </a:lnTo>
                  <a:lnTo>
                    <a:pt x="317" y="258"/>
                  </a:lnTo>
                  <a:lnTo>
                    <a:pt x="337" y="218"/>
                  </a:lnTo>
                  <a:lnTo>
                    <a:pt x="337" y="178"/>
                  </a:lnTo>
                  <a:lnTo>
                    <a:pt x="337" y="178"/>
                  </a:lnTo>
                  <a:lnTo>
                    <a:pt x="317" y="99"/>
                  </a:lnTo>
                  <a:lnTo>
                    <a:pt x="297" y="60"/>
                  </a:lnTo>
                  <a:lnTo>
                    <a:pt x="238" y="20"/>
                  </a:lnTo>
                  <a:lnTo>
                    <a:pt x="178"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9"/>
            <p:cNvSpPr/>
            <p:nvPr/>
          </p:nvSpPr>
          <p:spPr>
            <a:xfrm>
              <a:off x="891875" y="1444725"/>
              <a:ext cx="120375" cy="990075"/>
            </a:xfrm>
            <a:custGeom>
              <a:avLst/>
              <a:gdLst/>
              <a:ahLst/>
              <a:cxnLst/>
              <a:rect l="l" t="t" r="r" b="b"/>
              <a:pathLst>
                <a:path w="4815" h="39603" extrusionOk="0">
                  <a:moveTo>
                    <a:pt x="178" y="1"/>
                  </a:moveTo>
                  <a:lnTo>
                    <a:pt x="119" y="21"/>
                  </a:lnTo>
                  <a:lnTo>
                    <a:pt x="60" y="60"/>
                  </a:lnTo>
                  <a:lnTo>
                    <a:pt x="20" y="100"/>
                  </a:lnTo>
                  <a:lnTo>
                    <a:pt x="0" y="179"/>
                  </a:lnTo>
                  <a:lnTo>
                    <a:pt x="20" y="219"/>
                  </a:lnTo>
                  <a:lnTo>
                    <a:pt x="40" y="278"/>
                  </a:lnTo>
                  <a:lnTo>
                    <a:pt x="79" y="318"/>
                  </a:lnTo>
                  <a:lnTo>
                    <a:pt x="139" y="338"/>
                  </a:lnTo>
                  <a:lnTo>
                    <a:pt x="139" y="6756"/>
                  </a:lnTo>
                  <a:lnTo>
                    <a:pt x="4616" y="11233"/>
                  </a:lnTo>
                  <a:lnTo>
                    <a:pt x="4616" y="39602"/>
                  </a:lnTo>
                  <a:lnTo>
                    <a:pt x="4695" y="39602"/>
                  </a:lnTo>
                  <a:lnTo>
                    <a:pt x="4695" y="5805"/>
                  </a:lnTo>
                  <a:lnTo>
                    <a:pt x="4735" y="5785"/>
                  </a:lnTo>
                  <a:lnTo>
                    <a:pt x="4775" y="5766"/>
                  </a:lnTo>
                  <a:lnTo>
                    <a:pt x="4814" y="5706"/>
                  </a:lnTo>
                  <a:lnTo>
                    <a:pt x="4814" y="5647"/>
                  </a:lnTo>
                  <a:lnTo>
                    <a:pt x="4814" y="5587"/>
                  </a:lnTo>
                  <a:lnTo>
                    <a:pt x="4775" y="5528"/>
                  </a:lnTo>
                  <a:lnTo>
                    <a:pt x="4715" y="5508"/>
                  </a:lnTo>
                  <a:lnTo>
                    <a:pt x="4656" y="5488"/>
                  </a:lnTo>
                  <a:lnTo>
                    <a:pt x="4576" y="5508"/>
                  </a:lnTo>
                  <a:lnTo>
                    <a:pt x="4537" y="5528"/>
                  </a:lnTo>
                  <a:lnTo>
                    <a:pt x="4497" y="5587"/>
                  </a:lnTo>
                  <a:lnTo>
                    <a:pt x="4477" y="5647"/>
                  </a:lnTo>
                  <a:lnTo>
                    <a:pt x="4497" y="5706"/>
                  </a:lnTo>
                  <a:lnTo>
                    <a:pt x="4517" y="5766"/>
                  </a:lnTo>
                  <a:lnTo>
                    <a:pt x="4557" y="5785"/>
                  </a:lnTo>
                  <a:lnTo>
                    <a:pt x="4616" y="5805"/>
                  </a:lnTo>
                  <a:lnTo>
                    <a:pt x="4616" y="11115"/>
                  </a:lnTo>
                  <a:lnTo>
                    <a:pt x="218" y="6717"/>
                  </a:lnTo>
                  <a:lnTo>
                    <a:pt x="218" y="338"/>
                  </a:lnTo>
                  <a:lnTo>
                    <a:pt x="258" y="318"/>
                  </a:lnTo>
                  <a:lnTo>
                    <a:pt x="297" y="278"/>
                  </a:lnTo>
                  <a:lnTo>
                    <a:pt x="337" y="219"/>
                  </a:lnTo>
                  <a:lnTo>
                    <a:pt x="337" y="179"/>
                  </a:lnTo>
                  <a:lnTo>
                    <a:pt x="337" y="100"/>
                  </a:lnTo>
                  <a:lnTo>
                    <a:pt x="297" y="60"/>
                  </a:lnTo>
                  <a:lnTo>
                    <a:pt x="238" y="21"/>
                  </a:lnTo>
                  <a:lnTo>
                    <a:pt x="178"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9"/>
            <p:cNvSpPr/>
            <p:nvPr/>
          </p:nvSpPr>
          <p:spPr>
            <a:xfrm>
              <a:off x="891875" y="1444725"/>
              <a:ext cx="120375" cy="990075"/>
            </a:xfrm>
            <a:custGeom>
              <a:avLst/>
              <a:gdLst/>
              <a:ahLst/>
              <a:cxnLst/>
              <a:rect l="l" t="t" r="r" b="b"/>
              <a:pathLst>
                <a:path w="4815" h="39603" fill="none" extrusionOk="0">
                  <a:moveTo>
                    <a:pt x="178" y="1"/>
                  </a:moveTo>
                  <a:lnTo>
                    <a:pt x="178" y="1"/>
                  </a:lnTo>
                  <a:lnTo>
                    <a:pt x="119" y="21"/>
                  </a:lnTo>
                  <a:lnTo>
                    <a:pt x="60" y="60"/>
                  </a:lnTo>
                  <a:lnTo>
                    <a:pt x="20" y="100"/>
                  </a:lnTo>
                  <a:lnTo>
                    <a:pt x="0" y="179"/>
                  </a:lnTo>
                  <a:lnTo>
                    <a:pt x="0" y="179"/>
                  </a:lnTo>
                  <a:lnTo>
                    <a:pt x="20" y="219"/>
                  </a:lnTo>
                  <a:lnTo>
                    <a:pt x="40" y="278"/>
                  </a:lnTo>
                  <a:lnTo>
                    <a:pt x="79" y="318"/>
                  </a:lnTo>
                  <a:lnTo>
                    <a:pt x="139" y="338"/>
                  </a:lnTo>
                  <a:lnTo>
                    <a:pt x="139" y="6756"/>
                  </a:lnTo>
                  <a:lnTo>
                    <a:pt x="4616" y="11233"/>
                  </a:lnTo>
                  <a:lnTo>
                    <a:pt x="4616" y="39602"/>
                  </a:lnTo>
                  <a:lnTo>
                    <a:pt x="4695" y="39602"/>
                  </a:lnTo>
                  <a:lnTo>
                    <a:pt x="4695" y="5805"/>
                  </a:lnTo>
                  <a:lnTo>
                    <a:pt x="4695" y="5805"/>
                  </a:lnTo>
                  <a:lnTo>
                    <a:pt x="4735" y="5785"/>
                  </a:lnTo>
                  <a:lnTo>
                    <a:pt x="4775" y="5766"/>
                  </a:lnTo>
                  <a:lnTo>
                    <a:pt x="4814" y="5706"/>
                  </a:lnTo>
                  <a:lnTo>
                    <a:pt x="4814" y="5647"/>
                  </a:lnTo>
                  <a:lnTo>
                    <a:pt x="4814" y="5647"/>
                  </a:lnTo>
                  <a:lnTo>
                    <a:pt x="4814" y="5587"/>
                  </a:lnTo>
                  <a:lnTo>
                    <a:pt x="4775" y="5528"/>
                  </a:lnTo>
                  <a:lnTo>
                    <a:pt x="4715" y="5508"/>
                  </a:lnTo>
                  <a:lnTo>
                    <a:pt x="4656" y="5488"/>
                  </a:lnTo>
                  <a:lnTo>
                    <a:pt x="4656" y="5488"/>
                  </a:lnTo>
                  <a:lnTo>
                    <a:pt x="4576" y="5508"/>
                  </a:lnTo>
                  <a:lnTo>
                    <a:pt x="4537" y="5528"/>
                  </a:lnTo>
                  <a:lnTo>
                    <a:pt x="4497" y="5587"/>
                  </a:lnTo>
                  <a:lnTo>
                    <a:pt x="4477" y="5647"/>
                  </a:lnTo>
                  <a:lnTo>
                    <a:pt x="4477" y="5647"/>
                  </a:lnTo>
                  <a:lnTo>
                    <a:pt x="4497" y="5706"/>
                  </a:lnTo>
                  <a:lnTo>
                    <a:pt x="4517" y="5766"/>
                  </a:lnTo>
                  <a:lnTo>
                    <a:pt x="4557" y="5785"/>
                  </a:lnTo>
                  <a:lnTo>
                    <a:pt x="4616" y="5805"/>
                  </a:lnTo>
                  <a:lnTo>
                    <a:pt x="4616" y="11115"/>
                  </a:lnTo>
                  <a:lnTo>
                    <a:pt x="218" y="6717"/>
                  </a:lnTo>
                  <a:lnTo>
                    <a:pt x="218" y="338"/>
                  </a:lnTo>
                  <a:lnTo>
                    <a:pt x="218" y="338"/>
                  </a:lnTo>
                  <a:lnTo>
                    <a:pt x="258" y="318"/>
                  </a:lnTo>
                  <a:lnTo>
                    <a:pt x="297" y="278"/>
                  </a:lnTo>
                  <a:lnTo>
                    <a:pt x="337" y="219"/>
                  </a:lnTo>
                  <a:lnTo>
                    <a:pt x="337" y="179"/>
                  </a:lnTo>
                  <a:lnTo>
                    <a:pt x="337" y="179"/>
                  </a:lnTo>
                  <a:lnTo>
                    <a:pt x="337" y="100"/>
                  </a:lnTo>
                  <a:lnTo>
                    <a:pt x="297" y="60"/>
                  </a:lnTo>
                  <a:lnTo>
                    <a:pt x="238" y="21"/>
                  </a:lnTo>
                  <a:lnTo>
                    <a:pt x="178"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9"/>
            <p:cNvSpPr/>
            <p:nvPr/>
          </p:nvSpPr>
          <p:spPr>
            <a:xfrm>
              <a:off x="382725" y="1322400"/>
              <a:ext cx="54500" cy="1112400"/>
            </a:xfrm>
            <a:custGeom>
              <a:avLst/>
              <a:gdLst/>
              <a:ahLst/>
              <a:cxnLst/>
              <a:rect l="l" t="t" r="r" b="b"/>
              <a:pathLst>
                <a:path w="2180" h="44496" extrusionOk="0">
                  <a:moveTo>
                    <a:pt x="1942" y="1"/>
                  </a:moveTo>
                  <a:lnTo>
                    <a:pt x="1903" y="40"/>
                  </a:lnTo>
                  <a:lnTo>
                    <a:pt x="1863" y="100"/>
                  </a:lnTo>
                  <a:lnTo>
                    <a:pt x="1843" y="159"/>
                  </a:lnTo>
                  <a:lnTo>
                    <a:pt x="1863" y="218"/>
                  </a:lnTo>
                  <a:lnTo>
                    <a:pt x="1883" y="258"/>
                  </a:lnTo>
                  <a:lnTo>
                    <a:pt x="1922" y="298"/>
                  </a:lnTo>
                  <a:lnTo>
                    <a:pt x="1982" y="318"/>
                  </a:lnTo>
                  <a:lnTo>
                    <a:pt x="1982" y="12957"/>
                  </a:lnTo>
                  <a:lnTo>
                    <a:pt x="1" y="14918"/>
                  </a:lnTo>
                  <a:lnTo>
                    <a:pt x="1" y="44495"/>
                  </a:lnTo>
                  <a:lnTo>
                    <a:pt x="100" y="44495"/>
                  </a:lnTo>
                  <a:lnTo>
                    <a:pt x="100" y="14958"/>
                  </a:lnTo>
                  <a:lnTo>
                    <a:pt x="2061" y="12996"/>
                  </a:lnTo>
                  <a:lnTo>
                    <a:pt x="2061" y="318"/>
                  </a:lnTo>
                  <a:lnTo>
                    <a:pt x="2101" y="298"/>
                  </a:lnTo>
                  <a:lnTo>
                    <a:pt x="2140" y="258"/>
                  </a:lnTo>
                  <a:lnTo>
                    <a:pt x="2180" y="218"/>
                  </a:lnTo>
                  <a:lnTo>
                    <a:pt x="2180" y="159"/>
                  </a:lnTo>
                  <a:lnTo>
                    <a:pt x="2160" y="100"/>
                  </a:lnTo>
                  <a:lnTo>
                    <a:pt x="2140" y="40"/>
                  </a:lnTo>
                  <a:lnTo>
                    <a:pt x="2081"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9"/>
            <p:cNvSpPr/>
            <p:nvPr/>
          </p:nvSpPr>
          <p:spPr>
            <a:xfrm>
              <a:off x="382725" y="1322400"/>
              <a:ext cx="54500" cy="1112400"/>
            </a:xfrm>
            <a:custGeom>
              <a:avLst/>
              <a:gdLst/>
              <a:ahLst/>
              <a:cxnLst/>
              <a:rect l="l" t="t" r="r" b="b"/>
              <a:pathLst>
                <a:path w="2180" h="44496" fill="none" extrusionOk="0">
                  <a:moveTo>
                    <a:pt x="2021" y="1"/>
                  </a:moveTo>
                  <a:lnTo>
                    <a:pt x="2021" y="1"/>
                  </a:lnTo>
                  <a:lnTo>
                    <a:pt x="1942" y="1"/>
                  </a:lnTo>
                  <a:lnTo>
                    <a:pt x="1903" y="40"/>
                  </a:lnTo>
                  <a:lnTo>
                    <a:pt x="1863" y="100"/>
                  </a:lnTo>
                  <a:lnTo>
                    <a:pt x="1843" y="159"/>
                  </a:lnTo>
                  <a:lnTo>
                    <a:pt x="1843" y="159"/>
                  </a:lnTo>
                  <a:lnTo>
                    <a:pt x="1863" y="218"/>
                  </a:lnTo>
                  <a:lnTo>
                    <a:pt x="1883" y="258"/>
                  </a:lnTo>
                  <a:lnTo>
                    <a:pt x="1922" y="298"/>
                  </a:lnTo>
                  <a:lnTo>
                    <a:pt x="1982" y="318"/>
                  </a:lnTo>
                  <a:lnTo>
                    <a:pt x="1982" y="12957"/>
                  </a:lnTo>
                  <a:lnTo>
                    <a:pt x="1" y="14918"/>
                  </a:lnTo>
                  <a:lnTo>
                    <a:pt x="1" y="44495"/>
                  </a:lnTo>
                  <a:lnTo>
                    <a:pt x="100" y="44495"/>
                  </a:lnTo>
                  <a:lnTo>
                    <a:pt x="100" y="14958"/>
                  </a:lnTo>
                  <a:lnTo>
                    <a:pt x="2061" y="12996"/>
                  </a:lnTo>
                  <a:lnTo>
                    <a:pt x="2061" y="318"/>
                  </a:lnTo>
                  <a:lnTo>
                    <a:pt x="2061" y="318"/>
                  </a:lnTo>
                  <a:lnTo>
                    <a:pt x="2101" y="298"/>
                  </a:lnTo>
                  <a:lnTo>
                    <a:pt x="2140" y="258"/>
                  </a:lnTo>
                  <a:lnTo>
                    <a:pt x="2180" y="218"/>
                  </a:lnTo>
                  <a:lnTo>
                    <a:pt x="2180" y="159"/>
                  </a:lnTo>
                  <a:lnTo>
                    <a:pt x="2180" y="159"/>
                  </a:lnTo>
                  <a:lnTo>
                    <a:pt x="2160" y="100"/>
                  </a:lnTo>
                  <a:lnTo>
                    <a:pt x="2140" y="40"/>
                  </a:lnTo>
                  <a:lnTo>
                    <a:pt x="2081" y="1"/>
                  </a:lnTo>
                  <a:lnTo>
                    <a:pt x="2021"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9"/>
            <p:cNvSpPr/>
            <p:nvPr/>
          </p:nvSpPr>
          <p:spPr>
            <a:xfrm>
              <a:off x="358475" y="1269400"/>
              <a:ext cx="54500" cy="1165400"/>
            </a:xfrm>
            <a:custGeom>
              <a:avLst/>
              <a:gdLst/>
              <a:ahLst/>
              <a:cxnLst/>
              <a:rect l="l" t="t" r="r" b="b"/>
              <a:pathLst>
                <a:path w="2180" h="46616" extrusionOk="0">
                  <a:moveTo>
                    <a:pt x="1941" y="1"/>
                  </a:moveTo>
                  <a:lnTo>
                    <a:pt x="1882" y="40"/>
                  </a:lnTo>
                  <a:lnTo>
                    <a:pt x="1842" y="100"/>
                  </a:lnTo>
                  <a:lnTo>
                    <a:pt x="1842" y="159"/>
                  </a:lnTo>
                  <a:lnTo>
                    <a:pt x="1842" y="219"/>
                  </a:lnTo>
                  <a:lnTo>
                    <a:pt x="1862" y="258"/>
                  </a:lnTo>
                  <a:lnTo>
                    <a:pt x="1902" y="298"/>
                  </a:lnTo>
                  <a:lnTo>
                    <a:pt x="1961" y="318"/>
                  </a:lnTo>
                  <a:lnTo>
                    <a:pt x="1961" y="14680"/>
                  </a:lnTo>
                  <a:lnTo>
                    <a:pt x="0" y="16642"/>
                  </a:lnTo>
                  <a:lnTo>
                    <a:pt x="0" y="46615"/>
                  </a:lnTo>
                  <a:lnTo>
                    <a:pt x="79" y="46615"/>
                  </a:lnTo>
                  <a:lnTo>
                    <a:pt x="79" y="16662"/>
                  </a:lnTo>
                  <a:lnTo>
                    <a:pt x="2041" y="14700"/>
                  </a:lnTo>
                  <a:lnTo>
                    <a:pt x="2041" y="318"/>
                  </a:lnTo>
                  <a:lnTo>
                    <a:pt x="2100" y="298"/>
                  </a:lnTo>
                  <a:lnTo>
                    <a:pt x="2140" y="258"/>
                  </a:lnTo>
                  <a:lnTo>
                    <a:pt x="2159" y="219"/>
                  </a:lnTo>
                  <a:lnTo>
                    <a:pt x="2179" y="159"/>
                  </a:lnTo>
                  <a:lnTo>
                    <a:pt x="2159" y="100"/>
                  </a:lnTo>
                  <a:lnTo>
                    <a:pt x="2120" y="40"/>
                  </a:lnTo>
                  <a:lnTo>
                    <a:pt x="2060"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9"/>
            <p:cNvSpPr/>
            <p:nvPr/>
          </p:nvSpPr>
          <p:spPr>
            <a:xfrm>
              <a:off x="358475" y="1269400"/>
              <a:ext cx="54500" cy="1165400"/>
            </a:xfrm>
            <a:custGeom>
              <a:avLst/>
              <a:gdLst/>
              <a:ahLst/>
              <a:cxnLst/>
              <a:rect l="l" t="t" r="r" b="b"/>
              <a:pathLst>
                <a:path w="2180" h="46616" fill="none" extrusionOk="0">
                  <a:moveTo>
                    <a:pt x="2001" y="1"/>
                  </a:moveTo>
                  <a:lnTo>
                    <a:pt x="2001" y="1"/>
                  </a:lnTo>
                  <a:lnTo>
                    <a:pt x="2001" y="1"/>
                  </a:lnTo>
                  <a:lnTo>
                    <a:pt x="2001" y="1"/>
                  </a:lnTo>
                  <a:lnTo>
                    <a:pt x="1941" y="1"/>
                  </a:lnTo>
                  <a:lnTo>
                    <a:pt x="1882" y="40"/>
                  </a:lnTo>
                  <a:lnTo>
                    <a:pt x="1842" y="100"/>
                  </a:lnTo>
                  <a:lnTo>
                    <a:pt x="1842" y="159"/>
                  </a:lnTo>
                  <a:lnTo>
                    <a:pt x="1842" y="159"/>
                  </a:lnTo>
                  <a:lnTo>
                    <a:pt x="1842" y="219"/>
                  </a:lnTo>
                  <a:lnTo>
                    <a:pt x="1862" y="258"/>
                  </a:lnTo>
                  <a:lnTo>
                    <a:pt x="1902" y="298"/>
                  </a:lnTo>
                  <a:lnTo>
                    <a:pt x="1961" y="318"/>
                  </a:lnTo>
                  <a:lnTo>
                    <a:pt x="1961" y="14680"/>
                  </a:lnTo>
                  <a:lnTo>
                    <a:pt x="0" y="16642"/>
                  </a:lnTo>
                  <a:lnTo>
                    <a:pt x="0" y="46615"/>
                  </a:lnTo>
                  <a:lnTo>
                    <a:pt x="79" y="46615"/>
                  </a:lnTo>
                  <a:lnTo>
                    <a:pt x="79" y="16662"/>
                  </a:lnTo>
                  <a:lnTo>
                    <a:pt x="2041" y="14700"/>
                  </a:lnTo>
                  <a:lnTo>
                    <a:pt x="2041" y="318"/>
                  </a:lnTo>
                  <a:lnTo>
                    <a:pt x="2041" y="318"/>
                  </a:lnTo>
                  <a:lnTo>
                    <a:pt x="2100" y="298"/>
                  </a:lnTo>
                  <a:lnTo>
                    <a:pt x="2140" y="258"/>
                  </a:lnTo>
                  <a:lnTo>
                    <a:pt x="2159" y="219"/>
                  </a:lnTo>
                  <a:lnTo>
                    <a:pt x="2179" y="159"/>
                  </a:lnTo>
                  <a:lnTo>
                    <a:pt x="2179" y="159"/>
                  </a:lnTo>
                  <a:lnTo>
                    <a:pt x="2159" y="100"/>
                  </a:lnTo>
                  <a:lnTo>
                    <a:pt x="2120" y="40"/>
                  </a:lnTo>
                  <a:lnTo>
                    <a:pt x="2060" y="1"/>
                  </a:lnTo>
                  <a:lnTo>
                    <a:pt x="2001"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9"/>
            <p:cNvSpPr/>
            <p:nvPr/>
          </p:nvSpPr>
          <p:spPr>
            <a:xfrm>
              <a:off x="979525" y="1779025"/>
              <a:ext cx="8450" cy="655775"/>
            </a:xfrm>
            <a:custGeom>
              <a:avLst/>
              <a:gdLst/>
              <a:ahLst/>
              <a:cxnLst/>
              <a:rect l="l" t="t" r="r" b="b"/>
              <a:pathLst>
                <a:path w="338" h="26231" extrusionOk="0">
                  <a:moveTo>
                    <a:pt x="100" y="1"/>
                  </a:moveTo>
                  <a:lnTo>
                    <a:pt x="40" y="41"/>
                  </a:lnTo>
                  <a:lnTo>
                    <a:pt x="1" y="100"/>
                  </a:lnTo>
                  <a:lnTo>
                    <a:pt x="1" y="159"/>
                  </a:lnTo>
                  <a:lnTo>
                    <a:pt x="1" y="219"/>
                  </a:lnTo>
                  <a:lnTo>
                    <a:pt x="40" y="258"/>
                  </a:lnTo>
                  <a:lnTo>
                    <a:pt x="80" y="298"/>
                  </a:lnTo>
                  <a:lnTo>
                    <a:pt x="120" y="318"/>
                  </a:lnTo>
                  <a:lnTo>
                    <a:pt x="120" y="26230"/>
                  </a:lnTo>
                  <a:lnTo>
                    <a:pt x="199" y="26230"/>
                  </a:lnTo>
                  <a:lnTo>
                    <a:pt x="199" y="318"/>
                  </a:lnTo>
                  <a:lnTo>
                    <a:pt x="258" y="298"/>
                  </a:lnTo>
                  <a:lnTo>
                    <a:pt x="298" y="258"/>
                  </a:lnTo>
                  <a:lnTo>
                    <a:pt x="318" y="219"/>
                  </a:lnTo>
                  <a:lnTo>
                    <a:pt x="337" y="159"/>
                  </a:lnTo>
                  <a:lnTo>
                    <a:pt x="318" y="100"/>
                  </a:lnTo>
                  <a:lnTo>
                    <a:pt x="278" y="41"/>
                  </a:lnTo>
                  <a:lnTo>
                    <a:pt x="219"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9"/>
            <p:cNvSpPr/>
            <p:nvPr/>
          </p:nvSpPr>
          <p:spPr>
            <a:xfrm>
              <a:off x="979525" y="1779025"/>
              <a:ext cx="8450" cy="655775"/>
            </a:xfrm>
            <a:custGeom>
              <a:avLst/>
              <a:gdLst/>
              <a:ahLst/>
              <a:cxnLst/>
              <a:rect l="l" t="t" r="r" b="b"/>
              <a:pathLst>
                <a:path w="338" h="26231" fill="none" extrusionOk="0">
                  <a:moveTo>
                    <a:pt x="159" y="1"/>
                  </a:moveTo>
                  <a:lnTo>
                    <a:pt x="159" y="1"/>
                  </a:lnTo>
                  <a:lnTo>
                    <a:pt x="100" y="1"/>
                  </a:lnTo>
                  <a:lnTo>
                    <a:pt x="40" y="41"/>
                  </a:lnTo>
                  <a:lnTo>
                    <a:pt x="1" y="100"/>
                  </a:lnTo>
                  <a:lnTo>
                    <a:pt x="1" y="159"/>
                  </a:lnTo>
                  <a:lnTo>
                    <a:pt x="1" y="159"/>
                  </a:lnTo>
                  <a:lnTo>
                    <a:pt x="1" y="219"/>
                  </a:lnTo>
                  <a:lnTo>
                    <a:pt x="40" y="258"/>
                  </a:lnTo>
                  <a:lnTo>
                    <a:pt x="80" y="298"/>
                  </a:lnTo>
                  <a:lnTo>
                    <a:pt x="120" y="318"/>
                  </a:lnTo>
                  <a:lnTo>
                    <a:pt x="120" y="26230"/>
                  </a:lnTo>
                  <a:lnTo>
                    <a:pt x="199" y="26230"/>
                  </a:lnTo>
                  <a:lnTo>
                    <a:pt x="199" y="318"/>
                  </a:lnTo>
                  <a:lnTo>
                    <a:pt x="199" y="318"/>
                  </a:lnTo>
                  <a:lnTo>
                    <a:pt x="258" y="298"/>
                  </a:lnTo>
                  <a:lnTo>
                    <a:pt x="298" y="258"/>
                  </a:lnTo>
                  <a:lnTo>
                    <a:pt x="318" y="219"/>
                  </a:lnTo>
                  <a:lnTo>
                    <a:pt x="337" y="159"/>
                  </a:lnTo>
                  <a:lnTo>
                    <a:pt x="337" y="159"/>
                  </a:lnTo>
                  <a:lnTo>
                    <a:pt x="318" y="100"/>
                  </a:lnTo>
                  <a:lnTo>
                    <a:pt x="278" y="41"/>
                  </a:lnTo>
                  <a:lnTo>
                    <a:pt x="219" y="1"/>
                  </a:lnTo>
                  <a:lnTo>
                    <a:pt x="159"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9"/>
            <p:cNvSpPr/>
            <p:nvPr/>
          </p:nvSpPr>
          <p:spPr>
            <a:xfrm>
              <a:off x="538750" y="1510100"/>
              <a:ext cx="54000" cy="924700"/>
            </a:xfrm>
            <a:custGeom>
              <a:avLst/>
              <a:gdLst/>
              <a:ahLst/>
              <a:cxnLst/>
              <a:rect l="l" t="t" r="r" b="b"/>
              <a:pathLst>
                <a:path w="2160" h="36988" extrusionOk="0">
                  <a:moveTo>
                    <a:pt x="159" y="1"/>
                  </a:moveTo>
                  <a:lnTo>
                    <a:pt x="99" y="21"/>
                  </a:lnTo>
                  <a:lnTo>
                    <a:pt x="40" y="40"/>
                  </a:lnTo>
                  <a:lnTo>
                    <a:pt x="0" y="100"/>
                  </a:lnTo>
                  <a:lnTo>
                    <a:pt x="0" y="159"/>
                  </a:lnTo>
                  <a:lnTo>
                    <a:pt x="0" y="219"/>
                  </a:lnTo>
                  <a:lnTo>
                    <a:pt x="40" y="278"/>
                  </a:lnTo>
                  <a:lnTo>
                    <a:pt x="79" y="298"/>
                  </a:lnTo>
                  <a:lnTo>
                    <a:pt x="119" y="318"/>
                  </a:lnTo>
                  <a:lnTo>
                    <a:pt x="119" y="3270"/>
                  </a:lnTo>
                  <a:lnTo>
                    <a:pt x="2080" y="5231"/>
                  </a:lnTo>
                  <a:lnTo>
                    <a:pt x="2080" y="36987"/>
                  </a:lnTo>
                  <a:lnTo>
                    <a:pt x="2159" y="36987"/>
                  </a:lnTo>
                  <a:lnTo>
                    <a:pt x="2159" y="5191"/>
                  </a:lnTo>
                  <a:lnTo>
                    <a:pt x="198" y="3230"/>
                  </a:lnTo>
                  <a:lnTo>
                    <a:pt x="198" y="318"/>
                  </a:lnTo>
                  <a:lnTo>
                    <a:pt x="258" y="298"/>
                  </a:lnTo>
                  <a:lnTo>
                    <a:pt x="297" y="278"/>
                  </a:lnTo>
                  <a:lnTo>
                    <a:pt x="317" y="219"/>
                  </a:lnTo>
                  <a:lnTo>
                    <a:pt x="337" y="159"/>
                  </a:lnTo>
                  <a:lnTo>
                    <a:pt x="317" y="100"/>
                  </a:lnTo>
                  <a:lnTo>
                    <a:pt x="277" y="40"/>
                  </a:lnTo>
                  <a:lnTo>
                    <a:pt x="218" y="21"/>
                  </a:lnTo>
                  <a:lnTo>
                    <a:pt x="159"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9"/>
            <p:cNvSpPr/>
            <p:nvPr/>
          </p:nvSpPr>
          <p:spPr>
            <a:xfrm>
              <a:off x="538750" y="1510100"/>
              <a:ext cx="54000" cy="924700"/>
            </a:xfrm>
            <a:custGeom>
              <a:avLst/>
              <a:gdLst/>
              <a:ahLst/>
              <a:cxnLst/>
              <a:rect l="l" t="t" r="r" b="b"/>
              <a:pathLst>
                <a:path w="2160" h="36988" fill="none" extrusionOk="0">
                  <a:moveTo>
                    <a:pt x="159" y="1"/>
                  </a:moveTo>
                  <a:lnTo>
                    <a:pt x="159" y="1"/>
                  </a:lnTo>
                  <a:lnTo>
                    <a:pt x="99" y="21"/>
                  </a:lnTo>
                  <a:lnTo>
                    <a:pt x="40" y="40"/>
                  </a:lnTo>
                  <a:lnTo>
                    <a:pt x="0" y="100"/>
                  </a:lnTo>
                  <a:lnTo>
                    <a:pt x="0" y="159"/>
                  </a:lnTo>
                  <a:lnTo>
                    <a:pt x="0" y="159"/>
                  </a:lnTo>
                  <a:lnTo>
                    <a:pt x="0" y="219"/>
                  </a:lnTo>
                  <a:lnTo>
                    <a:pt x="40" y="278"/>
                  </a:lnTo>
                  <a:lnTo>
                    <a:pt x="79" y="298"/>
                  </a:lnTo>
                  <a:lnTo>
                    <a:pt x="119" y="318"/>
                  </a:lnTo>
                  <a:lnTo>
                    <a:pt x="119" y="3270"/>
                  </a:lnTo>
                  <a:lnTo>
                    <a:pt x="2080" y="5231"/>
                  </a:lnTo>
                  <a:lnTo>
                    <a:pt x="2080" y="36987"/>
                  </a:lnTo>
                  <a:lnTo>
                    <a:pt x="2159" y="36987"/>
                  </a:lnTo>
                  <a:lnTo>
                    <a:pt x="2159" y="5191"/>
                  </a:lnTo>
                  <a:lnTo>
                    <a:pt x="198" y="3230"/>
                  </a:lnTo>
                  <a:lnTo>
                    <a:pt x="198" y="318"/>
                  </a:lnTo>
                  <a:lnTo>
                    <a:pt x="198" y="318"/>
                  </a:lnTo>
                  <a:lnTo>
                    <a:pt x="258" y="298"/>
                  </a:lnTo>
                  <a:lnTo>
                    <a:pt x="297" y="278"/>
                  </a:lnTo>
                  <a:lnTo>
                    <a:pt x="317" y="219"/>
                  </a:lnTo>
                  <a:lnTo>
                    <a:pt x="337" y="159"/>
                  </a:lnTo>
                  <a:lnTo>
                    <a:pt x="337" y="159"/>
                  </a:lnTo>
                  <a:lnTo>
                    <a:pt x="317" y="100"/>
                  </a:lnTo>
                  <a:lnTo>
                    <a:pt x="277" y="40"/>
                  </a:lnTo>
                  <a:lnTo>
                    <a:pt x="218" y="21"/>
                  </a:lnTo>
                  <a:lnTo>
                    <a:pt x="159"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9"/>
            <p:cNvSpPr/>
            <p:nvPr/>
          </p:nvSpPr>
          <p:spPr>
            <a:xfrm>
              <a:off x="516450" y="1278825"/>
              <a:ext cx="54025" cy="1155975"/>
            </a:xfrm>
            <a:custGeom>
              <a:avLst/>
              <a:gdLst/>
              <a:ahLst/>
              <a:cxnLst/>
              <a:rect l="l" t="t" r="r" b="b"/>
              <a:pathLst>
                <a:path w="2161" h="46239" extrusionOk="0">
                  <a:moveTo>
                    <a:pt x="159" y="0"/>
                  </a:moveTo>
                  <a:lnTo>
                    <a:pt x="100" y="20"/>
                  </a:lnTo>
                  <a:lnTo>
                    <a:pt x="40" y="60"/>
                  </a:lnTo>
                  <a:lnTo>
                    <a:pt x="1" y="99"/>
                  </a:lnTo>
                  <a:lnTo>
                    <a:pt x="1" y="179"/>
                  </a:lnTo>
                  <a:lnTo>
                    <a:pt x="1" y="218"/>
                  </a:lnTo>
                  <a:lnTo>
                    <a:pt x="20" y="278"/>
                  </a:lnTo>
                  <a:lnTo>
                    <a:pt x="60" y="297"/>
                  </a:lnTo>
                  <a:lnTo>
                    <a:pt x="119" y="337"/>
                  </a:lnTo>
                  <a:lnTo>
                    <a:pt x="119" y="12996"/>
                  </a:lnTo>
                  <a:lnTo>
                    <a:pt x="2081" y="14957"/>
                  </a:lnTo>
                  <a:lnTo>
                    <a:pt x="2081" y="46238"/>
                  </a:lnTo>
                  <a:lnTo>
                    <a:pt x="2160" y="46238"/>
                  </a:lnTo>
                  <a:lnTo>
                    <a:pt x="2160" y="14918"/>
                  </a:lnTo>
                  <a:lnTo>
                    <a:pt x="199" y="12956"/>
                  </a:lnTo>
                  <a:lnTo>
                    <a:pt x="199" y="337"/>
                  </a:lnTo>
                  <a:lnTo>
                    <a:pt x="258" y="297"/>
                  </a:lnTo>
                  <a:lnTo>
                    <a:pt x="298" y="278"/>
                  </a:lnTo>
                  <a:lnTo>
                    <a:pt x="318" y="218"/>
                  </a:lnTo>
                  <a:lnTo>
                    <a:pt x="318" y="179"/>
                  </a:lnTo>
                  <a:lnTo>
                    <a:pt x="318" y="99"/>
                  </a:lnTo>
                  <a:lnTo>
                    <a:pt x="278" y="60"/>
                  </a:lnTo>
                  <a:lnTo>
                    <a:pt x="219" y="20"/>
                  </a:lnTo>
                  <a:lnTo>
                    <a:pt x="159"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9"/>
            <p:cNvSpPr/>
            <p:nvPr/>
          </p:nvSpPr>
          <p:spPr>
            <a:xfrm>
              <a:off x="516450" y="1278825"/>
              <a:ext cx="54025" cy="1155975"/>
            </a:xfrm>
            <a:custGeom>
              <a:avLst/>
              <a:gdLst/>
              <a:ahLst/>
              <a:cxnLst/>
              <a:rect l="l" t="t" r="r" b="b"/>
              <a:pathLst>
                <a:path w="2161" h="46239" fill="none" extrusionOk="0">
                  <a:moveTo>
                    <a:pt x="159" y="0"/>
                  </a:moveTo>
                  <a:lnTo>
                    <a:pt x="159" y="0"/>
                  </a:lnTo>
                  <a:lnTo>
                    <a:pt x="100" y="20"/>
                  </a:lnTo>
                  <a:lnTo>
                    <a:pt x="40" y="60"/>
                  </a:lnTo>
                  <a:lnTo>
                    <a:pt x="1" y="99"/>
                  </a:lnTo>
                  <a:lnTo>
                    <a:pt x="1" y="179"/>
                  </a:lnTo>
                  <a:lnTo>
                    <a:pt x="1" y="179"/>
                  </a:lnTo>
                  <a:lnTo>
                    <a:pt x="1" y="218"/>
                  </a:lnTo>
                  <a:lnTo>
                    <a:pt x="20" y="278"/>
                  </a:lnTo>
                  <a:lnTo>
                    <a:pt x="60" y="297"/>
                  </a:lnTo>
                  <a:lnTo>
                    <a:pt x="119" y="337"/>
                  </a:lnTo>
                  <a:lnTo>
                    <a:pt x="119" y="12996"/>
                  </a:lnTo>
                  <a:lnTo>
                    <a:pt x="2081" y="14957"/>
                  </a:lnTo>
                  <a:lnTo>
                    <a:pt x="2081" y="46238"/>
                  </a:lnTo>
                  <a:lnTo>
                    <a:pt x="2160" y="46238"/>
                  </a:lnTo>
                  <a:lnTo>
                    <a:pt x="2160" y="14918"/>
                  </a:lnTo>
                  <a:lnTo>
                    <a:pt x="199" y="12956"/>
                  </a:lnTo>
                  <a:lnTo>
                    <a:pt x="199" y="337"/>
                  </a:lnTo>
                  <a:lnTo>
                    <a:pt x="199" y="337"/>
                  </a:lnTo>
                  <a:lnTo>
                    <a:pt x="258" y="297"/>
                  </a:lnTo>
                  <a:lnTo>
                    <a:pt x="298" y="278"/>
                  </a:lnTo>
                  <a:lnTo>
                    <a:pt x="318" y="218"/>
                  </a:lnTo>
                  <a:lnTo>
                    <a:pt x="318" y="179"/>
                  </a:lnTo>
                  <a:lnTo>
                    <a:pt x="318" y="179"/>
                  </a:lnTo>
                  <a:lnTo>
                    <a:pt x="318" y="99"/>
                  </a:lnTo>
                  <a:lnTo>
                    <a:pt x="278" y="60"/>
                  </a:lnTo>
                  <a:lnTo>
                    <a:pt x="219" y="20"/>
                  </a:lnTo>
                  <a:lnTo>
                    <a:pt x="159"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9"/>
            <p:cNvSpPr/>
            <p:nvPr/>
          </p:nvSpPr>
          <p:spPr>
            <a:xfrm>
              <a:off x="611550" y="1825100"/>
              <a:ext cx="8450" cy="609700"/>
            </a:xfrm>
            <a:custGeom>
              <a:avLst/>
              <a:gdLst/>
              <a:ahLst/>
              <a:cxnLst/>
              <a:rect l="l" t="t" r="r" b="b"/>
              <a:pathLst>
                <a:path w="338" h="24388" extrusionOk="0">
                  <a:moveTo>
                    <a:pt x="159" y="0"/>
                  </a:moveTo>
                  <a:lnTo>
                    <a:pt x="99" y="20"/>
                  </a:lnTo>
                  <a:lnTo>
                    <a:pt x="40" y="60"/>
                  </a:lnTo>
                  <a:lnTo>
                    <a:pt x="20" y="99"/>
                  </a:lnTo>
                  <a:lnTo>
                    <a:pt x="0" y="179"/>
                  </a:lnTo>
                  <a:lnTo>
                    <a:pt x="0" y="218"/>
                  </a:lnTo>
                  <a:lnTo>
                    <a:pt x="40" y="278"/>
                  </a:lnTo>
                  <a:lnTo>
                    <a:pt x="80" y="317"/>
                  </a:lnTo>
                  <a:lnTo>
                    <a:pt x="119" y="337"/>
                  </a:lnTo>
                  <a:lnTo>
                    <a:pt x="119" y="24387"/>
                  </a:lnTo>
                  <a:lnTo>
                    <a:pt x="198" y="24387"/>
                  </a:lnTo>
                  <a:lnTo>
                    <a:pt x="198" y="337"/>
                  </a:lnTo>
                  <a:lnTo>
                    <a:pt x="258" y="317"/>
                  </a:lnTo>
                  <a:lnTo>
                    <a:pt x="297" y="278"/>
                  </a:lnTo>
                  <a:lnTo>
                    <a:pt x="317" y="218"/>
                  </a:lnTo>
                  <a:lnTo>
                    <a:pt x="337" y="179"/>
                  </a:lnTo>
                  <a:lnTo>
                    <a:pt x="317" y="99"/>
                  </a:lnTo>
                  <a:lnTo>
                    <a:pt x="278" y="60"/>
                  </a:lnTo>
                  <a:lnTo>
                    <a:pt x="238" y="20"/>
                  </a:lnTo>
                  <a:lnTo>
                    <a:pt x="159"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9"/>
            <p:cNvSpPr/>
            <p:nvPr/>
          </p:nvSpPr>
          <p:spPr>
            <a:xfrm>
              <a:off x="611550" y="1825100"/>
              <a:ext cx="8450" cy="609700"/>
            </a:xfrm>
            <a:custGeom>
              <a:avLst/>
              <a:gdLst/>
              <a:ahLst/>
              <a:cxnLst/>
              <a:rect l="l" t="t" r="r" b="b"/>
              <a:pathLst>
                <a:path w="338" h="24388" fill="none" extrusionOk="0">
                  <a:moveTo>
                    <a:pt x="159" y="0"/>
                  </a:moveTo>
                  <a:lnTo>
                    <a:pt x="159" y="0"/>
                  </a:lnTo>
                  <a:lnTo>
                    <a:pt x="99" y="20"/>
                  </a:lnTo>
                  <a:lnTo>
                    <a:pt x="40" y="60"/>
                  </a:lnTo>
                  <a:lnTo>
                    <a:pt x="20" y="99"/>
                  </a:lnTo>
                  <a:lnTo>
                    <a:pt x="0" y="179"/>
                  </a:lnTo>
                  <a:lnTo>
                    <a:pt x="0" y="179"/>
                  </a:lnTo>
                  <a:lnTo>
                    <a:pt x="0" y="218"/>
                  </a:lnTo>
                  <a:lnTo>
                    <a:pt x="40" y="278"/>
                  </a:lnTo>
                  <a:lnTo>
                    <a:pt x="80" y="317"/>
                  </a:lnTo>
                  <a:lnTo>
                    <a:pt x="119" y="337"/>
                  </a:lnTo>
                  <a:lnTo>
                    <a:pt x="119" y="24387"/>
                  </a:lnTo>
                  <a:lnTo>
                    <a:pt x="198" y="24387"/>
                  </a:lnTo>
                  <a:lnTo>
                    <a:pt x="198" y="337"/>
                  </a:lnTo>
                  <a:lnTo>
                    <a:pt x="198" y="337"/>
                  </a:lnTo>
                  <a:lnTo>
                    <a:pt x="258" y="317"/>
                  </a:lnTo>
                  <a:lnTo>
                    <a:pt x="297" y="278"/>
                  </a:lnTo>
                  <a:lnTo>
                    <a:pt x="317" y="218"/>
                  </a:lnTo>
                  <a:lnTo>
                    <a:pt x="337" y="179"/>
                  </a:lnTo>
                  <a:lnTo>
                    <a:pt x="337" y="179"/>
                  </a:lnTo>
                  <a:lnTo>
                    <a:pt x="317" y="99"/>
                  </a:lnTo>
                  <a:lnTo>
                    <a:pt x="278" y="60"/>
                  </a:lnTo>
                  <a:lnTo>
                    <a:pt x="238" y="20"/>
                  </a:lnTo>
                  <a:lnTo>
                    <a:pt x="159"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9"/>
            <p:cNvSpPr/>
            <p:nvPr/>
          </p:nvSpPr>
          <p:spPr>
            <a:xfrm>
              <a:off x="926525" y="1733975"/>
              <a:ext cx="56000" cy="700825"/>
            </a:xfrm>
            <a:custGeom>
              <a:avLst/>
              <a:gdLst/>
              <a:ahLst/>
              <a:cxnLst/>
              <a:rect l="l" t="t" r="r" b="b"/>
              <a:pathLst>
                <a:path w="2240" h="28033" extrusionOk="0">
                  <a:moveTo>
                    <a:pt x="2061" y="0"/>
                  </a:moveTo>
                  <a:lnTo>
                    <a:pt x="2002" y="20"/>
                  </a:lnTo>
                  <a:lnTo>
                    <a:pt x="1942" y="40"/>
                  </a:lnTo>
                  <a:lnTo>
                    <a:pt x="1903" y="99"/>
                  </a:lnTo>
                  <a:lnTo>
                    <a:pt x="1903" y="159"/>
                  </a:lnTo>
                  <a:lnTo>
                    <a:pt x="1903" y="218"/>
                  </a:lnTo>
                  <a:lnTo>
                    <a:pt x="1923" y="258"/>
                  </a:lnTo>
                  <a:lnTo>
                    <a:pt x="1" y="2160"/>
                  </a:lnTo>
                  <a:lnTo>
                    <a:pt x="1" y="28032"/>
                  </a:lnTo>
                  <a:lnTo>
                    <a:pt x="80" y="28032"/>
                  </a:lnTo>
                  <a:lnTo>
                    <a:pt x="80" y="2199"/>
                  </a:lnTo>
                  <a:lnTo>
                    <a:pt x="1982" y="317"/>
                  </a:lnTo>
                  <a:lnTo>
                    <a:pt x="2022" y="337"/>
                  </a:lnTo>
                  <a:lnTo>
                    <a:pt x="2061" y="337"/>
                  </a:lnTo>
                  <a:lnTo>
                    <a:pt x="2121" y="317"/>
                  </a:lnTo>
                  <a:lnTo>
                    <a:pt x="2180" y="278"/>
                  </a:lnTo>
                  <a:lnTo>
                    <a:pt x="2220" y="238"/>
                  </a:lnTo>
                  <a:lnTo>
                    <a:pt x="2240" y="159"/>
                  </a:lnTo>
                  <a:lnTo>
                    <a:pt x="2220" y="99"/>
                  </a:lnTo>
                  <a:lnTo>
                    <a:pt x="2180" y="40"/>
                  </a:lnTo>
                  <a:lnTo>
                    <a:pt x="2121" y="20"/>
                  </a:lnTo>
                  <a:lnTo>
                    <a:pt x="2061"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9"/>
            <p:cNvSpPr/>
            <p:nvPr/>
          </p:nvSpPr>
          <p:spPr>
            <a:xfrm>
              <a:off x="926525" y="1733975"/>
              <a:ext cx="56000" cy="700825"/>
            </a:xfrm>
            <a:custGeom>
              <a:avLst/>
              <a:gdLst/>
              <a:ahLst/>
              <a:cxnLst/>
              <a:rect l="l" t="t" r="r" b="b"/>
              <a:pathLst>
                <a:path w="2240" h="28033" fill="none" extrusionOk="0">
                  <a:moveTo>
                    <a:pt x="2061" y="0"/>
                  </a:moveTo>
                  <a:lnTo>
                    <a:pt x="2061" y="0"/>
                  </a:lnTo>
                  <a:lnTo>
                    <a:pt x="2002" y="20"/>
                  </a:lnTo>
                  <a:lnTo>
                    <a:pt x="1942" y="40"/>
                  </a:lnTo>
                  <a:lnTo>
                    <a:pt x="1903" y="99"/>
                  </a:lnTo>
                  <a:lnTo>
                    <a:pt x="1903" y="159"/>
                  </a:lnTo>
                  <a:lnTo>
                    <a:pt x="1903" y="159"/>
                  </a:lnTo>
                  <a:lnTo>
                    <a:pt x="1903" y="218"/>
                  </a:lnTo>
                  <a:lnTo>
                    <a:pt x="1923" y="258"/>
                  </a:lnTo>
                  <a:lnTo>
                    <a:pt x="1" y="2160"/>
                  </a:lnTo>
                  <a:lnTo>
                    <a:pt x="1" y="28032"/>
                  </a:lnTo>
                  <a:lnTo>
                    <a:pt x="80" y="28032"/>
                  </a:lnTo>
                  <a:lnTo>
                    <a:pt x="80" y="2199"/>
                  </a:lnTo>
                  <a:lnTo>
                    <a:pt x="1982" y="317"/>
                  </a:lnTo>
                  <a:lnTo>
                    <a:pt x="1982" y="317"/>
                  </a:lnTo>
                  <a:lnTo>
                    <a:pt x="2022" y="337"/>
                  </a:lnTo>
                  <a:lnTo>
                    <a:pt x="2061" y="337"/>
                  </a:lnTo>
                  <a:lnTo>
                    <a:pt x="2061" y="337"/>
                  </a:lnTo>
                  <a:lnTo>
                    <a:pt x="2121" y="317"/>
                  </a:lnTo>
                  <a:lnTo>
                    <a:pt x="2180" y="278"/>
                  </a:lnTo>
                  <a:lnTo>
                    <a:pt x="2220" y="238"/>
                  </a:lnTo>
                  <a:lnTo>
                    <a:pt x="2240" y="159"/>
                  </a:lnTo>
                  <a:lnTo>
                    <a:pt x="2240" y="159"/>
                  </a:lnTo>
                  <a:lnTo>
                    <a:pt x="2220" y="99"/>
                  </a:lnTo>
                  <a:lnTo>
                    <a:pt x="2180" y="40"/>
                  </a:lnTo>
                  <a:lnTo>
                    <a:pt x="2121" y="20"/>
                  </a:lnTo>
                  <a:lnTo>
                    <a:pt x="2061"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9"/>
            <p:cNvSpPr/>
            <p:nvPr/>
          </p:nvSpPr>
          <p:spPr>
            <a:xfrm>
              <a:off x="472875" y="1899875"/>
              <a:ext cx="49550" cy="534925"/>
            </a:xfrm>
            <a:custGeom>
              <a:avLst/>
              <a:gdLst/>
              <a:ahLst/>
              <a:cxnLst/>
              <a:rect l="l" t="t" r="r" b="b"/>
              <a:pathLst>
                <a:path w="1982" h="21397" extrusionOk="0">
                  <a:moveTo>
                    <a:pt x="1744" y="1"/>
                  </a:moveTo>
                  <a:lnTo>
                    <a:pt x="1684" y="40"/>
                  </a:lnTo>
                  <a:lnTo>
                    <a:pt x="1664" y="100"/>
                  </a:lnTo>
                  <a:lnTo>
                    <a:pt x="1645" y="159"/>
                  </a:lnTo>
                  <a:lnTo>
                    <a:pt x="1645" y="199"/>
                  </a:lnTo>
                  <a:lnTo>
                    <a:pt x="1664" y="258"/>
                  </a:lnTo>
                  <a:lnTo>
                    <a:pt x="0" y="1922"/>
                  </a:lnTo>
                  <a:lnTo>
                    <a:pt x="0" y="3111"/>
                  </a:lnTo>
                  <a:lnTo>
                    <a:pt x="1763" y="4874"/>
                  </a:lnTo>
                  <a:lnTo>
                    <a:pt x="1763" y="21396"/>
                  </a:lnTo>
                  <a:lnTo>
                    <a:pt x="1862" y="21396"/>
                  </a:lnTo>
                  <a:lnTo>
                    <a:pt x="1862" y="4834"/>
                  </a:lnTo>
                  <a:lnTo>
                    <a:pt x="1862" y="2735"/>
                  </a:lnTo>
                  <a:lnTo>
                    <a:pt x="1902" y="2715"/>
                  </a:lnTo>
                  <a:lnTo>
                    <a:pt x="1942" y="2675"/>
                  </a:lnTo>
                  <a:lnTo>
                    <a:pt x="1962" y="2636"/>
                  </a:lnTo>
                  <a:lnTo>
                    <a:pt x="1981" y="2576"/>
                  </a:lnTo>
                  <a:lnTo>
                    <a:pt x="1962" y="2517"/>
                  </a:lnTo>
                  <a:lnTo>
                    <a:pt x="1922" y="2457"/>
                  </a:lnTo>
                  <a:lnTo>
                    <a:pt x="1882" y="2418"/>
                  </a:lnTo>
                  <a:lnTo>
                    <a:pt x="1744" y="2418"/>
                  </a:lnTo>
                  <a:lnTo>
                    <a:pt x="1684" y="2457"/>
                  </a:lnTo>
                  <a:lnTo>
                    <a:pt x="1664" y="2517"/>
                  </a:lnTo>
                  <a:lnTo>
                    <a:pt x="1645" y="2576"/>
                  </a:lnTo>
                  <a:lnTo>
                    <a:pt x="1645" y="2636"/>
                  </a:lnTo>
                  <a:lnTo>
                    <a:pt x="1684" y="2675"/>
                  </a:lnTo>
                  <a:lnTo>
                    <a:pt x="1724" y="2715"/>
                  </a:lnTo>
                  <a:lnTo>
                    <a:pt x="1763" y="2735"/>
                  </a:lnTo>
                  <a:lnTo>
                    <a:pt x="1763" y="4755"/>
                  </a:lnTo>
                  <a:lnTo>
                    <a:pt x="80" y="3071"/>
                  </a:lnTo>
                  <a:lnTo>
                    <a:pt x="80" y="1962"/>
                  </a:lnTo>
                  <a:lnTo>
                    <a:pt x="1744" y="298"/>
                  </a:lnTo>
                  <a:lnTo>
                    <a:pt x="1803" y="318"/>
                  </a:lnTo>
                  <a:lnTo>
                    <a:pt x="1882" y="318"/>
                  </a:lnTo>
                  <a:lnTo>
                    <a:pt x="1922" y="278"/>
                  </a:lnTo>
                  <a:lnTo>
                    <a:pt x="1962" y="219"/>
                  </a:lnTo>
                  <a:lnTo>
                    <a:pt x="1981" y="159"/>
                  </a:lnTo>
                  <a:lnTo>
                    <a:pt x="1962" y="100"/>
                  </a:lnTo>
                  <a:lnTo>
                    <a:pt x="1922" y="40"/>
                  </a:lnTo>
                  <a:lnTo>
                    <a:pt x="1882"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9"/>
            <p:cNvSpPr/>
            <p:nvPr/>
          </p:nvSpPr>
          <p:spPr>
            <a:xfrm>
              <a:off x="472875" y="1899875"/>
              <a:ext cx="49550" cy="534925"/>
            </a:xfrm>
            <a:custGeom>
              <a:avLst/>
              <a:gdLst/>
              <a:ahLst/>
              <a:cxnLst/>
              <a:rect l="l" t="t" r="r" b="b"/>
              <a:pathLst>
                <a:path w="1982" h="21397" fill="none" extrusionOk="0">
                  <a:moveTo>
                    <a:pt x="1803" y="1"/>
                  </a:moveTo>
                  <a:lnTo>
                    <a:pt x="1803" y="1"/>
                  </a:lnTo>
                  <a:lnTo>
                    <a:pt x="1744" y="1"/>
                  </a:lnTo>
                  <a:lnTo>
                    <a:pt x="1684" y="40"/>
                  </a:lnTo>
                  <a:lnTo>
                    <a:pt x="1664" y="100"/>
                  </a:lnTo>
                  <a:lnTo>
                    <a:pt x="1645" y="159"/>
                  </a:lnTo>
                  <a:lnTo>
                    <a:pt x="1645" y="159"/>
                  </a:lnTo>
                  <a:lnTo>
                    <a:pt x="1645" y="199"/>
                  </a:lnTo>
                  <a:lnTo>
                    <a:pt x="1664" y="258"/>
                  </a:lnTo>
                  <a:lnTo>
                    <a:pt x="0" y="1922"/>
                  </a:lnTo>
                  <a:lnTo>
                    <a:pt x="0" y="3111"/>
                  </a:lnTo>
                  <a:lnTo>
                    <a:pt x="1763" y="4874"/>
                  </a:lnTo>
                  <a:lnTo>
                    <a:pt x="1763" y="21396"/>
                  </a:lnTo>
                  <a:lnTo>
                    <a:pt x="1862" y="21396"/>
                  </a:lnTo>
                  <a:lnTo>
                    <a:pt x="1862" y="4834"/>
                  </a:lnTo>
                  <a:lnTo>
                    <a:pt x="1862" y="2735"/>
                  </a:lnTo>
                  <a:lnTo>
                    <a:pt x="1862" y="2735"/>
                  </a:lnTo>
                  <a:lnTo>
                    <a:pt x="1902" y="2715"/>
                  </a:lnTo>
                  <a:lnTo>
                    <a:pt x="1942" y="2675"/>
                  </a:lnTo>
                  <a:lnTo>
                    <a:pt x="1962" y="2636"/>
                  </a:lnTo>
                  <a:lnTo>
                    <a:pt x="1981" y="2576"/>
                  </a:lnTo>
                  <a:lnTo>
                    <a:pt x="1981" y="2576"/>
                  </a:lnTo>
                  <a:lnTo>
                    <a:pt x="1962" y="2517"/>
                  </a:lnTo>
                  <a:lnTo>
                    <a:pt x="1922" y="2457"/>
                  </a:lnTo>
                  <a:lnTo>
                    <a:pt x="1882" y="2418"/>
                  </a:lnTo>
                  <a:lnTo>
                    <a:pt x="1803" y="2418"/>
                  </a:lnTo>
                  <a:lnTo>
                    <a:pt x="1803" y="2418"/>
                  </a:lnTo>
                  <a:lnTo>
                    <a:pt x="1744" y="2418"/>
                  </a:lnTo>
                  <a:lnTo>
                    <a:pt x="1684" y="2457"/>
                  </a:lnTo>
                  <a:lnTo>
                    <a:pt x="1664" y="2517"/>
                  </a:lnTo>
                  <a:lnTo>
                    <a:pt x="1645" y="2576"/>
                  </a:lnTo>
                  <a:lnTo>
                    <a:pt x="1645" y="2576"/>
                  </a:lnTo>
                  <a:lnTo>
                    <a:pt x="1645" y="2636"/>
                  </a:lnTo>
                  <a:lnTo>
                    <a:pt x="1684" y="2675"/>
                  </a:lnTo>
                  <a:lnTo>
                    <a:pt x="1724" y="2715"/>
                  </a:lnTo>
                  <a:lnTo>
                    <a:pt x="1763" y="2735"/>
                  </a:lnTo>
                  <a:lnTo>
                    <a:pt x="1763" y="4755"/>
                  </a:lnTo>
                  <a:lnTo>
                    <a:pt x="80" y="3071"/>
                  </a:lnTo>
                  <a:lnTo>
                    <a:pt x="80" y="1962"/>
                  </a:lnTo>
                  <a:lnTo>
                    <a:pt x="1744" y="298"/>
                  </a:lnTo>
                  <a:lnTo>
                    <a:pt x="1744" y="298"/>
                  </a:lnTo>
                  <a:lnTo>
                    <a:pt x="1803" y="318"/>
                  </a:lnTo>
                  <a:lnTo>
                    <a:pt x="1803" y="318"/>
                  </a:lnTo>
                  <a:lnTo>
                    <a:pt x="1882" y="318"/>
                  </a:lnTo>
                  <a:lnTo>
                    <a:pt x="1922" y="278"/>
                  </a:lnTo>
                  <a:lnTo>
                    <a:pt x="1962" y="219"/>
                  </a:lnTo>
                  <a:lnTo>
                    <a:pt x="1981" y="159"/>
                  </a:lnTo>
                  <a:lnTo>
                    <a:pt x="1981" y="159"/>
                  </a:lnTo>
                  <a:lnTo>
                    <a:pt x="1962" y="100"/>
                  </a:lnTo>
                  <a:lnTo>
                    <a:pt x="1922" y="40"/>
                  </a:lnTo>
                  <a:lnTo>
                    <a:pt x="1882" y="1"/>
                  </a:lnTo>
                  <a:lnTo>
                    <a:pt x="1803"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9"/>
            <p:cNvSpPr/>
            <p:nvPr/>
          </p:nvSpPr>
          <p:spPr>
            <a:xfrm>
              <a:off x="635825" y="1904825"/>
              <a:ext cx="8425" cy="529975"/>
            </a:xfrm>
            <a:custGeom>
              <a:avLst/>
              <a:gdLst/>
              <a:ahLst/>
              <a:cxnLst/>
              <a:rect l="l" t="t" r="r" b="b"/>
              <a:pathLst>
                <a:path w="337" h="21199" extrusionOk="0">
                  <a:moveTo>
                    <a:pt x="119" y="1"/>
                  </a:moveTo>
                  <a:lnTo>
                    <a:pt x="59" y="40"/>
                  </a:lnTo>
                  <a:lnTo>
                    <a:pt x="20" y="100"/>
                  </a:lnTo>
                  <a:lnTo>
                    <a:pt x="0" y="159"/>
                  </a:lnTo>
                  <a:lnTo>
                    <a:pt x="20" y="219"/>
                  </a:lnTo>
                  <a:lnTo>
                    <a:pt x="40" y="258"/>
                  </a:lnTo>
                  <a:lnTo>
                    <a:pt x="79" y="298"/>
                  </a:lnTo>
                  <a:lnTo>
                    <a:pt x="139" y="318"/>
                  </a:lnTo>
                  <a:lnTo>
                    <a:pt x="139" y="21198"/>
                  </a:lnTo>
                  <a:lnTo>
                    <a:pt x="218" y="21198"/>
                  </a:lnTo>
                  <a:lnTo>
                    <a:pt x="218" y="318"/>
                  </a:lnTo>
                  <a:lnTo>
                    <a:pt x="277" y="298"/>
                  </a:lnTo>
                  <a:lnTo>
                    <a:pt x="317" y="258"/>
                  </a:lnTo>
                  <a:lnTo>
                    <a:pt x="337" y="219"/>
                  </a:lnTo>
                  <a:lnTo>
                    <a:pt x="337" y="159"/>
                  </a:lnTo>
                  <a:lnTo>
                    <a:pt x="337" y="100"/>
                  </a:lnTo>
                  <a:lnTo>
                    <a:pt x="297" y="40"/>
                  </a:lnTo>
                  <a:lnTo>
                    <a:pt x="238"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9"/>
            <p:cNvSpPr/>
            <p:nvPr/>
          </p:nvSpPr>
          <p:spPr>
            <a:xfrm>
              <a:off x="635825" y="1904825"/>
              <a:ext cx="8425" cy="529975"/>
            </a:xfrm>
            <a:custGeom>
              <a:avLst/>
              <a:gdLst/>
              <a:ahLst/>
              <a:cxnLst/>
              <a:rect l="l" t="t" r="r" b="b"/>
              <a:pathLst>
                <a:path w="337" h="21199" fill="none" extrusionOk="0">
                  <a:moveTo>
                    <a:pt x="178" y="1"/>
                  </a:moveTo>
                  <a:lnTo>
                    <a:pt x="178" y="1"/>
                  </a:lnTo>
                  <a:lnTo>
                    <a:pt x="119" y="1"/>
                  </a:lnTo>
                  <a:lnTo>
                    <a:pt x="59" y="40"/>
                  </a:lnTo>
                  <a:lnTo>
                    <a:pt x="20" y="100"/>
                  </a:lnTo>
                  <a:lnTo>
                    <a:pt x="0" y="159"/>
                  </a:lnTo>
                  <a:lnTo>
                    <a:pt x="0" y="159"/>
                  </a:lnTo>
                  <a:lnTo>
                    <a:pt x="20" y="219"/>
                  </a:lnTo>
                  <a:lnTo>
                    <a:pt x="40" y="258"/>
                  </a:lnTo>
                  <a:lnTo>
                    <a:pt x="79" y="298"/>
                  </a:lnTo>
                  <a:lnTo>
                    <a:pt x="139" y="318"/>
                  </a:lnTo>
                  <a:lnTo>
                    <a:pt x="139" y="21198"/>
                  </a:lnTo>
                  <a:lnTo>
                    <a:pt x="218" y="21198"/>
                  </a:lnTo>
                  <a:lnTo>
                    <a:pt x="218" y="318"/>
                  </a:lnTo>
                  <a:lnTo>
                    <a:pt x="218" y="318"/>
                  </a:lnTo>
                  <a:lnTo>
                    <a:pt x="277" y="298"/>
                  </a:lnTo>
                  <a:lnTo>
                    <a:pt x="317" y="258"/>
                  </a:lnTo>
                  <a:lnTo>
                    <a:pt x="337" y="219"/>
                  </a:lnTo>
                  <a:lnTo>
                    <a:pt x="337" y="159"/>
                  </a:lnTo>
                  <a:lnTo>
                    <a:pt x="337" y="159"/>
                  </a:lnTo>
                  <a:lnTo>
                    <a:pt x="337" y="100"/>
                  </a:lnTo>
                  <a:lnTo>
                    <a:pt x="297" y="40"/>
                  </a:lnTo>
                  <a:lnTo>
                    <a:pt x="238" y="1"/>
                  </a:lnTo>
                  <a:lnTo>
                    <a:pt x="178"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9"/>
            <p:cNvSpPr/>
            <p:nvPr/>
          </p:nvSpPr>
          <p:spPr>
            <a:xfrm>
              <a:off x="469900" y="1333800"/>
              <a:ext cx="78275" cy="1101000"/>
            </a:xfrm>
            <a:custGeom>
              <a:avLst/>
              <a:gdLst/>
              <a:ahLst/>
              <a:cxnLst/>
              <a:rect l="l" t="t" r="r" b="b"/>
              <a:pathLst>
                <a:path w="3131" h="44040" extrusionOk="0">
                  <a:moveTo>
                    <a:pt x="179" y="0"/>
                  </a:moveTo>
                  <a:lnTo>
                    <a:pt x="119" y="20"/>
                  </a:lnTo>
                  <a:lnTo>
                    <a:pt x="60" y="60"/>
                  </a:lnTo>
                  <a:lnTo>
                    <a:pt x="20" y="119"/>
                  </a:lnTo>
                  <a:lnTo>
                    <a:pt x="0" y="178"/>
                  </a:lnTo>
                  <a:lnTo>
                    <a:pt x="20" y="238"/>
                  </a:lnTo>
                  <a:lnTo>
                    <a:pt x="40" y="278"/>
                  </a:lnTo>
                  <a:lnTo>
                    <a:pt x="80" y="317"/>
                  </a:lnTo>
                  <a:lnTo>
                    <a:pt x="139" y="337"/>
                  </a:lnTo>
                  <a:lnTo>
                    <a:pt x="139" y="1684"/>
                  </a:lnTo>
                  <a:lnTo>
                    <a:pt x="1090" y="2635"/>
                  </a:lnTo>
                  <a:lnTo>
                    <a:pt x="1090" y="11272"/>
                  </a:lnTo>
                  <a:lnTo>
                    <a:pt x="3051" y="13234"/>
                  </a:lnTo>
                  <a:lnTo>
                    <a:pt x="3051" y="44039"/>
                  </a:lnTo>
                  <a:lnTo>
                    <a:pt x="3131" y="44039"/>
                  </a:lnTo>
                  <a:lnTo>
                    <a:pt x="3131" y="13194"/>
                  </a:lnTo>
                  <a:lnTo>
                    <a:pt x="1169" y="11233"/>
                  </a:lnTo>
                  <a:lnTo>
                    <a:pt x="1169" y="2595"/>
                  </a:lnTo>
                  <a:lnTo>
                    <a:pt x="218" y="1644"/>
                  </a:lnTo>
                  <a:lnTo>
                    <a:pt x="218" y="337"/>
                  </a:lnTo>
                  <a:lnTo>
                    <a:pt x="278" y="317"/>
                  </a:lnTo>
                  <a:lnTo>
                    <a:pt x="317" y="278"/>
                  </a:lnTo>
                  <a:lnTo>
                    <a:pt x="337" y="238"/>
                  </a:lnTo>
                  <a:lnTo>
                    <a:pt x="337" y="178"/>
                  </a:lnTo>
                  <a:lnTo>
                    <a:pt x="337" y="119"/>
                  </a:lnTo>
                  <a:lnTo>
                    <a:pt x="298" y="60"/>
                  </a:lnTo>
                  <a:lnTo>
                    <a:pt x="238" y="20"/>
                  </a:lnTo>
                  <a:lnTo>
                    <a:pt x="179"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9"/>
            <p:cNvSpPr/>
            <p:nvPr/>
          </p:nvSpPr>
          <p:spPr>
            <a:xfrm>
              <a:off x="469900" y="1333800"/>
              <a:ext cx="78275" cy="1101000"/>
            </a:xfrm>
            <a:custGeom>
              <a:avLst/>
              <a:gdLst/>
              <a:ahLst/>
              <a:cxnLst/>
              <a:rect l="l" t="t" r="r" b="b"/>
              <a:pathLst>
                <a:path w="3131" h="44040" fill="none" extrusionOk="0">
                  <a:moveTo>
                    <a:pt x="179" y="0"/>
                  </a:moveTo>
                  <a:lnTo>
                    <a:pt x="179" y="0"/>
                  </a:lnTo>
                  <a:lnTo>
                    <a:pt x="119" y="20"/>
                  </a:lnTo>
                  <a:lnTo>
                    <a:pt x="60" y="60"/>
                  </a:lnTo>
                  <a:lnTo>
                    <a:pt x="20" y="119"/>
                  </a:lnTo>
                  <a:lnTo>
                    <a:pt x="0" y="178"/>
                  </a:lnTo>
                  <a:lnTo>
                    <a:pt x="0" y="178"/>
                  </a:lnTo>
                  <a:lnTo>
                    <a:pt x="20" y="238"/>
                  </a:lnTo>
                  <a:lnTo>
                    <a:pt x="40" y="278"/>
                  </a:lnTo>
                  <a:lnTo>
                    <a:pt x="80" y="317"/>
                  </a:lnTo>
                  <a:lnTo>
                    <a:pt x="139" y="337"/>
                  </a:lnTo>
                  <a:lnTo>
                    <a:pt x="139" y="1684"/>
                  </a:lnTo>
                  <a:lnTo>
                    <a:pt x="1090" y="2635"/>
                  </a:lnTo>
                  <a:lnTo>
                    <a:pt x="1090" y="11272"/>
                  </a:lnTo>
                  <a:lnTo>
                    <a:pt x="3051" y="13234"/>
                  </a:lnTo>
                  <a:lnTo>
                    <a:pt x="3051" y="44039"/>
                  </a:lnTo>
                  <a:lnTo>
                    <a:pt x="3131" y="44039"/>
                  </a:lnTo>
                  <a:lnTo>
                    <a:pt x="3131" y="13194"/>
                  </a:lnTo>
                  <a:lnTo>
                    <a:pt x="1169" y="11233"/>
                  </a:lnTo>
                  <a:lnTo>
                    <a:pt x="1169" y="2595"/>
                  </a:lnTo>
                  <a:lnTo>
                    <a:pt x="218" y="1644"/>
                  </a:lnTo>
                  <a:lnTo>
                    <a:pt x="218" y="337"/>
                  </a:lnTo>
                  <a:lnTo>
                    <a:pt x="218" y="337"/>
                  </a:lnTo>
                  <a:lnTo>
                    <a:pt x="278" y="317"/>
                  </a:lnTo>
                  <a:lnTo>
                    <a:pt x="317" y="278"/>
                  </a:lnTo>
                  <a:lnTo>
                    <a:pt x="337" y="238"/>
                  </a:lnTo>
                  <a:lnTo>
                    <a:pt x="337" y="178"/>
                  </a:lnTo>
                  <a:lnTo>
                    <a:pt x="337" y="178"/>
                  </a:lnTo>
                  <a:lnTo>
                    <a:pt x="337" y="119"/>
                  </a:lnTo>
                  <a:lnTo>
                    <a:pt x="298" y="60"/>
                  </a:lnTo>
                  <a:lnTo>
                    <a:pt x="238" y="20"/>
                  </a:lnTo>
                  <a:lnTo>
                    <a:pt x="179"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9"/>
            <p:cNvSpPr/>
            <p:nvPr/>
          </p:nvSpPr>
          <p:spPr>
            <a:xfrm>
              <a:off x="868600" y="1090625"/>
              <a:ext cx="77775" cy="1344175"/>
            </a:xfrm>
            <a:custGeom>
              <a:avLst/>
              <a:gdLst/>
              <a:ahLst/>
              <a:cxnLst/>
              <a:rect l="l" t="t" r="r" b="b"/>
              <a:pathLst>
                <a:path w="3111" h="53767" extrusionOk="0">
                  <a:moveTo>
                    <a:pt x="2952" y="0"/>
                  </a:moveTo>
                  <a:lnTo>
                    <a:pt x="2892" y="20"/>
                  </a:lnTo>
                  <a:lnTo>
                    <a:pt x="2833" y="60"/>
                  </a:lnTo>
                  <a:lnTo>
                    <a:pt x="2793" y="99"/>
                  </a:lnTo>
                  <a:lnTo>
                    <a:pt x="2774" y="178"/>
                  </a:lnTo>
                  <a:lnTo>
                    <a:pt x="2793" y="218"/>
                  </a:lnTo>
                  <a:lnTo>
                    <a:pt x="2813" y="278"/>
                  </a:lnTo>
                  <a:lnTo>
                    <a:pt x="2853" y="317"/>
                  </a:lnTo>
                  <a:lnTo>
                    <a:pt x="2912" y="337"/>
                  </a:lnTo>
                  <a:lnTo>
                    <a:pt x="2912" y="1644"/>
                  </a:lnTo>
                  <a:lnTo>
                    <a:pt x="1961" y="2595"/>
                  </a:lnTo>
                  <a:lnTo>
                    <a:pt x="1961" y="11233"/>
                  </a:lnTo>
                  <a:lnTo>
                    <a:pt x="0" y="13194"/>
                  </a:lnTo>
                  <a:lnTo>
                    <a:pt x="0" y="53766"/>
                  </a:lnTo>
                  <a:lnTo>
                    <a:pt x="79" y="53766"/>
                  </a:lnTo>
                  <a:lnTo>
                    <a:pt x="79" y="13234"/>
                  </a:lnTo>
                  <a:lnTo>
                    <a:pt x="2041" y="11272"/>
                  </a:lnTo>
                  <a:lnTo>
                    <a:pt x="2041" y="2635"/>
                  </a:lnTo>
                  <a:lnTo>
                    <a:pt x="2991" y="1684"/>
                  </a:lnTo>
                  <a:lnTo>
                    <a:pt x="2991" y="337"/>
                  </a:lnTo>
                  <a:lnTo>
                    <a:pt x="3051" y="317"/>
                  </a:lnTo>
                  <a:lnTo>
                    <a:pt x="3091" y="278"/>
                  </a:lnTo>
                  <a:lnTo>
                    <a:pt x="3110" y="218"/>
                  </a:lnTo>
                  <a:lnTo>
                    <a:pt x="3110" y="178"/>
                  </a:lnTo>
                  <a:lnTo>
                    <a:pt x="3110" y="99"/>
                  </a:lnTo>
                  <a:lnTo>
                    <a:pt x="3071" y="60"/>
                  </a:lnTo>
                  <a:lnTo>
                    <a:pt x="3011" y="20"/>
                  </a:lnTo>
                  <a:lnTo>
                    <a:pt x="2952"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9"/>
            <p:cNvSpPr/>
            <p:nvPr/>
          </p:nvSpPr>
          <p:spPr>
            <a:xfrm>
              <a:off x="868600" y="1090625"/>
              <a:ext cx="77775" cy="1344175"/>
            </a:xfrm>
            <a:custGeom>
              <a:avLst/>
              <a:gdLst/>
              <a:ahLst/>
              <a:cxnLst/>
              <a:rect l="l" t="t" r="r" b="b"/>
              <a:pathLst>
                <a:path w="3111" h="53767" fill="none" extrusionOk="0">
                  <a:moveTo>
                    <a:pt x="2952" y="0"/>
                  </a:moveTo>
                  <a:lnTo>
                    <a:pt x="2952" y="0"/>
                  </a:lnTo>
                  <a:lnTo>
                    <a:pt x="2892" y="20"/>
                  </a:lnTo>
                  <a:lnTo>
                    <a:pt x="2833" y="60"/>
                  </a:lnTo>
                  <a:lnTo>
                    <a:pt x="2793" y="99"/>
                  </a:lnTo>
                  <a:lnTo>
                    <a:pt x="2774" y="178"/>
                  </a:lnTo>
                  <a:lnTo>
                    <a:pt x="2774" y="178"/>
                  </a:lnTo>
                  <a:lnTo>
                    <a:pt x="2793" y="218"/>
                  </a:lnTo>
                  <a:lnTo>
                    <a:pt x="2813" y="278"/>
                  </a:lnTo>
                  <a:lnTo>
                    <a:pt x="2853" y="317"/>
                  </a:lnTo>
                  <a:lnTo>
                    <a:pt x="2912" y="337"/>
                  </a:lnTo>
                  <a:lnTo>
                    <a:pt x="2912" y="1644"/>
                  </a:lnTo>
                  <a:lnTo>
                    <a:pt x="1961" y="2595"/>
                  </a:lnTo>
                  <a:lnTo>
                    <a:pt x="1961" y="11233"/>
                  </a:lnTo>
                  <a:lnTo>
                    <a:pt x="0" y="13194"/>
                  </a:lnTo>
                  <a:lnTo>
                    <a:pt x="0" y="53766"/>
                  </a:lnTo>
                  <a:lnTo>
                    <a:pt x="79" y="53766"/>
                  </a:lnTo>
                  <a:lnTo>
                    <a:pt x="79" y="13234"/>
                  </a:lnTo>
                  <a:lnTo>
                    <a:pt x="2041" y="11272"/>
                  </a:lnTo>
                  <a:lnTo>
                    <a:pt x="2041" y="2635"/>
                  </a:lnTo>
                  <a:lnTo>
                    <a:pt x="2991" y="1684"/>
                  </a:lnTo>
                  <a:lnTo>
                    <a:pt x="2991" y="337"/>
                  </a:lnTo>
                  <a:lnTo>
                    <a:pt x="2991" y="337"/>
                  </a:lnTo>
                  <a:lnTo>
                    <a:pt x="3051" y="317"/>
                  </a:lnTo>
                  <a:lnTo>
                    <a:pt x="3091" y="278"/>
                  </a:lnTo>
                  <a:lnTo>
                    <a:pt x="3110" y="218"/>
                  </a:lnTo>
                  <a:lnTo>
                    <a:pt x="3110" y="178"/>
                  </a:lnTo>
                  <a:lnTo>
                    <a:pt x="3110" y="178"/>
                  </a:lnTo>
                  <a:lnTo>
                    <a:pt x="3110" y="99"/>
                  </a:lnTo>
                  <a:lnTo>
                    <a:pt x="3071" y="60"/>
                  </a:lnTo>
                  <a:lnTo>
                    <a:pt x="3011" y="20"/>
                  </a:lnTo>
                  <a:lnTo>
                    <a:pt x="2952"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9"/>
            <p:cNvSpPr/>
            <p:nvPr/>
          </p:nvSpPr>
          <p:spPr>
            <a:xfrm>
              <a:off x="894350" y="1656700"/>
              <a:ext cx="49550" cy="778100"/>
            </a:xfrm>
            <a:custGeom>
              <a:avLst/>
              <a:gdLst/>
              <a:ahLst/>
              <a:cxnLst/>
              <a:rect l="l" t="t" r="r" b="b"/>
              <a:pathLst>
                <a:path w="1982" h="31124" extrusionOk="0">
                  <a:moveTo>
                    <a:pt x="159" y="1"/>
                  </a:moveTo>
                  <a:lnTo>
                    <a:pt x="99" y="21"/>
                  </a:lnTo>
                  <a:lnTo>
                    <a:pt x="40" y="40"/>
                  </a:lnTo>
                  <a:lnTo>
                    <a:pt x="20" y="100"/>
                  </a:lnTo>
                  <a:lnTo>
                    <a:pt x="0" y="159"/>
                  </a:lnTo>
                  <a:lnTo>
                    <a:pt x="20" y="238"/>
                  </a:lnTo>
                  <a:lnTo>
                    <a:pt x="40" y="278"/>
                  </a:lnTo>
                  <a:lnTo>
                    <a:pt x="99" y="318"/>
                  </a:lnTo>
                  <a:lnTo>
                    <a:pt x="159" y="337"/>
                  </a:lnTo>
                  <a:lnTo>
                    <a:pt x="218" y="337"/>
                  </a:lnTo>
                  <a:lnTo>
                    <a:pt x="258" y="318"/>
                  </a:lnTo>
                  <a:lnTo>
                    <a:pt x="1902" y="1962"/>
                  </a:lnTo>
                  <a:lnTo>
                    <a:pt x="1902" y="3071"/>
                  </a:lnTo>
                  <a:lnTo>
                    <a:pt x="218" y="4755"/>
                  </a:lnTo>
                  <a:lnTo>
                    <a:pt x="218" y="2735"/>
                  </a:lnTo>
                  <a:lnTo>
                    <a:pt x="258" y="2715"/>
                  </a:lnTo>
                  <a:lnTo>
                    <a:pt x="297" y="2675"/>
                  </a:lnTo>
                  <a:lnTo>
                    <a:pt x="317" y="2616"/>
                  </a:lnTo>
                  <a:lnTo>
                    <a:pt x="337" y="2576"/>
                  </a:lnTo>
                  <a:lnTo>
                    <a:pt x="317" y="2497"/>
                  </a:lnTo>
                  <a:lnTo>
                    <a:pt x="278" y="2457"/>
                  </a:lnTo>
                  <a:lnTo>
                    <a:pt x="238" y="2418"/>
                  </a:lnTo>
                  <a:lnTo>
                    <a:pt x="159" y="2398"/>
                  </a:lnTo>
                  <a:lnTo>
                    <a:pt x="99" y="2418"/>
                  </a:lnTo>
                  <a:lnTo>
                    <a:pt x="40" y="2457"/>
                  </a:lnTo>
                  <a:lnTo>
                    <a:pt x="20" y="2497"/>
                  </a:lnTo>
                  <a:lnTo>
                    <a:pt x="0" y="2576"/>
                  </a:lnTo>
                  <a:lnTo>
                    <a:pt x="0" y="2616"/>
                  </a:lnTo>
                  <a:lnTo>
                    <a:pt x="40" y="2675"/>
                  </a:lnTo>
                  <a:lnTo>
                    <a:pt x="79" y="2715"/>
                  </a:lnTo>
                  <a:lnTo>
                    <a:pt x="119" y="2735"/>
                  </a:lnTo>
                  <a:lnTo>
                    <a:pt x="119" y="31123"/>
                  </a:lnTo>
                  <a:lnTo>
                    <a:pt x="218" y="31123"/>
                  </a:lnTo>
                  <a:lnTo>
                    <a:pt x="218" y="4874"/>
                  </a:lnTo>
                  <a:lnTo>
                    <a:pt x="1981" y="3091"/>
                  </a:lnTo>
                  <a:lnTo>
                    <a:pt x="1981" y="1922"/>
                  </a:lnTo>
                  <a:lnTo>
                    <a:pt x="317" y="258"/>
                  </a:lnTo>
                  <a:lnTo>
                    <a:pt x="337" y="219"/>
                  </a:lnTo>
                  <a:lnTo>
                    <a:pt x="337" y="159"/>
                  </a:lnTo>
                  <a:lnTo>
                    <a:pt x="317" y="100"/>
                  </a:lnTo>
                  <a:lnTo>
                    <a:pt x="278" y="40"/>
                  </a:lnTo>
                  <a:lnTo>
                    <a:pt x="238" y="21"/>
                  </a:lnTo>
                  <a:lnTo>
                    <a:pt x="159"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9"/>
            <p:cNvSpPr/>
            <p:nvPr/>
          </p:nvSpPr>
          <p:spPr>
            <a:xfrm>
              <a:off x="894350" y="1656700"/>
              <a:ext cx="49550" cy="778100"/>
            </a:xfrm>
            <a:custGeom>
              <a:avLst/>
              <a:gdLst/>
              <a:ahLst/>
              <a:cxnLst/>
              <a:rect l="l" t="t" r="r" b="b"/>
              <a:pathLst>
                <a:path w="1982" h="31124" fill="none" extrusionOk="0">
                  <a:moveTo>
                    <a:pt x="159" y="1"/>
                  </a:moveTo>
                  <a:lnTo>
                    <a:pt x="159" y="1"/>
                  </a:lnTo>
                  <a:lnTo>
                    <a:pt x="159" y="1"/>
                  </a:lnTo>
                  <a:lnTo>
                    <a:pt x="159" y="1"/>
                  </a:lnTo>
                  <a:lnTo>
                    <a:pt x="99" y="21"/>
                  </a:lnTo>
                  <a:lnTo>
                    <a:pt x="40" y="40"/>
                  </a:lnTo>
                  <a:lnTo>
                    <a:pt x="20" y="100"/>
                  </a:lnTo>
                  <a:lnTo>
                    <a:pt x="0" y="159"/>
                  </a:lnTo>
                  <a:lnTo>
                    <a:pt x="0" y="159"/>
                  </a:lnTo>
                  <a:lnTo>
                    <a:pt x="20" y="238"/>
                  </a:lnTo>
                  <a:lnTo>
                    <a:pt x="40" y="278"/>
                  </a:lnTo>
                  <a:lnTo>
                    <a:pt x="99" y="318"/>
                  </a:lnTo>
                  <a:lnTo>
                    <a:pt x="159" y="337"/>
                  </a:lnTo>
                  <a:lnTo>
                    <a:pt x="159" y="337"/>
                  </a:lnTo>
                  <a:lnTo>
                    <a:pt x="218" y="337"/>
                  </a:lnTo>
                  <a:lnTo>
                    <a:pt x="258" y="318"/>
                  </a:lnTo>
                  <a:lnTo>
                    <a:pt x="1902" y="1962"/>
                  </a:lnTo>
                  <a:lnTo>
                    <a:pt x="1902" y="3071"/>
                  </a:lnTo>
                  <a:lnTo>
                    <a:pt x="218" y="4755"/>
                  </a:lnTo>
                  <a:lnTo>
                    <a:pt x="218" y="2735"/>
                  </a:lnTo>
                  <a:lnTo>
                    <a:pt x="218" y="2735"/>
                  </a:lnTo>
                  <a:lnTo>
                    <a:pt x="258" y="2715"/>
                  </a:lnTo>
                  <a:lnTo>
                    <a:pt x="297" y="2675"/>
                  </a:lnTo>
                  <a:lnTo>
                    <a:pt x="317" y="2616"/>
                  </a:lnTo>
                  <a:lnTo>
                    <a:pt x="337" y="2576"/>
                  </a:lnTo>
                  <a:lnTo>
                    <a:pt x="337" y="2576"/>
                  </a:lnTo>
                  <a:lnTo>
                    <a:pt x="317" y="2497"/>
                  </a:lnTo>
                  <a:lnTo>
                    <a:pt x="278" y="2457"/>
                  </a:lnTo>
                  <a:lnTo>
                    <a:pt x="238" y="2418"/>
                  </a:lnTo>
                  <a:lnTo>
                    <a:pt x="159" y="2398"/>
                  </a:lnTo>
                  <a:lnTo>
                    <a:pt x="159" y="2398"/>
                  </a:lnTo>
                  <a:lnTo>
                    <a:pt x="99" y="2418"/>
                  </a:lnTo>
                  <a:lnTo>
                    <a:pt x="40" y="2457"/>
                  </a:lnTo>
                  <a:lnTo>
                    <a:pt x="20" y="2497"/>
                  </a:lnTo>
                  <a:lnTo>
                    <a:pt x="0" y="2576"/>
                  </a:lnTo>
                  <a:lnTo>
                    <a:pt x="0" y="2576"/>
                  </a:lnTo>
                  <a:lnTo>
                    <a:pt x="0" y="2616"/>
                  </a:lnTo>
                  <a:lnTo>
                    <a:pt x="40" y="2675"/>
                  </a:lnTo>
                  <a:lnTo>
                    <a:pt x="79" y="2715"/>
                  </a:lnTo>
                  <a:lnTo>
                    <a:pt x="119" y="2735"/>
                  </a:lnTo>
                  <a:lnTo>
                    <a:pt x="119" y="31123"/>
                  </a:lnTo>
                  <a:lnTo>
                    <a:pt x="218" y="31123"/>
                  </a:lnTo>
                  <a:lnTo>
                    <a:pt x="218" y="4874"/>
                  </a:lnTo>
                  <a:lnTo>
                    <a:pt x="1981" y="3091"/>
                  </a:lnTo>
                  <a:lnTo>
                    <a:pt x="1981" y="1922"/>
                  </a:lnTo>
                  <a:lnTo>
                    <a:pt x="317" y="258"/>
                  </a:lnTo>
                  <a:lnTo>
                    <a:pt x="317" y="258"/>
                  </a:lnTo>
                  <a:lnTo>
                    <a:pt x="337" y="219"/>
                  </a:lnTo>
                  <a:lnTo>
                    <a:pt x="337" y="159"/>
                  </a:lnTo>
                  <a:lnTo>
                    <a:pt x="337" y="159"/>
                  </a:lnTo>
                  <a:lnTo>
                    <a:pt x="317" y="100"/>
                  </a:lnTo>
                  <a:lnTo>
                    <a:pt x="278" y="40"/>
                  </a:lnTo>
                  <a:lnTo>
                    <a:pt x="238" y="21"/>
                  </a:lnTo>
                  <a:lnTo>
                    <a:pt x="159"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9"/>
            <p:cNvSpPr/>
            <p:nvPr/>
          </p:nvSpPr>
          <p:spPr>
            <a:xfrm>
              <a:off x="614525" y="1073275"/>
              <a:ext cx="187725" cy="1361525"/>
            </a:xfrm>
            <a:custGeom>
              <a:avLst/>
              <a:gdLst/>
              <a:ahLst/>
              <a:cxnLst/>
              <a:rect l="l" t="t" r="r" b="b"/>
              <a:pathLst>
                <a:path w="7509" h="54461" extrusionOk="0">
                  <a:moveTo>
                    <a:pt x="5488" y="1"/>
                  </a:moveTo>
                  <a:lnTo>
                    <a:pt x="5428" y="21"/>
                  </a:lnTo>
                  <a:lnTo>
                    <a:pt x="5369" y="60"/>
                  </a:lnTo>
                  <a:lnTo>
                    <a:pt x="5349" y="120"/>
                  </a:lnTo>
                  <a:lnTo>
                    <a:pt x="5329" y="179"/>
                  </a:lnTo>
                  <a:lnTo>
                    <a:pt x="5329" y="239"/>
                  </a:lnTo>
                  <a:lnTo>
                    <a:pt x="5369" y="278"/>
                  </a:lnTo>
                  <a:lnTo>
                    <a:pt x="5408" y="318"/>
                  </a:lnTo>
                  <a:lnTo>
                    <a:pt x="5448" y="338"/>
                  </a:lnTo>
                  <a:lnTo>
                    <a:pt x="5448" y="8143"/>
                  </a:lnTo>
                  <a:lnTo>
                    <a:pt x="7409" y="10104"/>
                  </a:lnTo>
                  <a:lnTo>
                    <a:pt x="7409" y="17216"/>
                  </a:lnTo>
                  <a:lnTo>
                    <a:pt x="5448" y="19177"/>
                  </a:lnTo>
                  <a:lnTo>
                    <a:pt x="5448" y="27122"/>
                  </a:lnTo>
                  <a:lnTo>
                    <a:pt x="3011" y="29558"/>
                  </a:lnTo>
                  <a:lnTo>
                    <a:pt x="3011" y="34412"/>
                  </a:lnTo>
                  <a:lnTo>
                    <a:pt x="4418" y="35818"/>
                  </a:lnTo>
                  <a:lnTo>
                    <a:pt x="4418" y="39206"/>
                  </a:lnTo>
                  <a:lnTo>
                    <a:pt x="2060" y="36849"/>
                  </a:lnTo>
                  <a:lnTo>
                    <a:pt x="2060" y="28904"/>
                  </a:lnTo>
                  <a:lnTo>
                    <a:pt x="79" y="26943"/>
                  </a:lnTo>
                  <a:lnTo>
                    <a:pt x="79" y="19831"/>
                  </a:lnTo>
                  <a:lnTo>
                    <a:pt x="2060" y="17870"/>
                  </a:lnTo>
                  <a:lnTo>
                    <a:pt x="2060" y="10065"/>
                  </a:lnTo>
                  <a:lnTo>
                    <a:pt x="2100" y="10045"/>
                  </a:lnTo>
                  <a:lnTo>
                    <a:pt x="2140" y="10005"/>
                  </a:lnTo>
                  <a:lnTo>
                    <a:pt x="2179" y="9966"/>
                  </a:lnTo>
                  <a:lnTo>
                    <a:pt x="2179" y="9906"/>
                  </a:lnTo>
                  <a:lnTo>
                    <a:pt x="2160" y="9847"/>
                  </a:lnTo>
                  <a:lnTo>
                    <a:pt x="2140" y="9787"/>
                  </a:lnTo>
                  <a:lnTo>
                    <a:pt x="2080" y="9748"/>
                  </a:lnTo>
                  <a:lnTo>
                    <a:pt x="1942" y="9748"/>
                  </a:lnTo>
                  <a:lnTo>
                    <a:pt x="1902" y="9787"/>
                  </a:lnTo>
                  <a:lnTo>
                    <a:pt x="1862" y="9847"/>
                  </a:lnTo>
                  <a:lnTo>
                    <a:pt x="1843" y="9906"/>
                  </a:lnTo>
                  <a:lnTo>
                    <a:pt x="1862" y="9966"/>
                  </a:lnTo>
                  <a:lnTo>
                    <a:pt x="1882" y="10005"/>
                  </a:lnTo>
                  <a:lnTo>
                    <a:pt x="1922" y="10045"/>
                  </a:lnTo>
                  <a:lnTo>
                    <a:pt x="1961" y="10065"/>
                  </a:lnTo>
                  <a:lnTo>
                    <a:pt x="1961" y="17830"/>
                  </a:lnTo>
                  <a:lnTo>
                    <a:pt x="0" y="19792"/>
                  </a:lnTo>
                  <a:lnTo>
                    <a:pt x="0" y="26983"/>
                  </a:lnTo>
                  <a:lnTo>
                    <a:pt x="1961" y="28944"/>
                  </a:lnTo>
                  <a:lnTo>
                    <a:pt x="1961" y="36888"/>
                  </a:lnTo>
                  <a:lnTo>
                    <a:pt x="4418" y="39325"/>
                  </a:lnTo>
                  <a:lnTo>
                    <a:pt x="4418" y="54460"/>
                  </a:lnTo>
                  <a:lnTo>
                    <a:pt x="4497" y="54460"/>
                  </a:lnTo>
                  <a:lnTo>
                    <a:pt x="4497" y="39285"/>
                  </a:lnTo>
                  <a:lnTo>
                    <a:pt x="4497" y="33540"/>
                  </a:lnTo>
                  <a:lnTo>
                    <a:pt x="7508" y="30529"/>
                  </a:lnTo>
                  <a:lnTo>
                    <a:pt x="7508" y="20505"/>
                  </a:lnTo>
                  <a:lnTo>
                    <a:pt x="7409" y="20505"/>
                  </a:lnTo>
                  <a:lnTo>
                    <a:pt x="7409" y="30509"/>
                  </a:lnTo>
                  <a:lnTo>
                    <a:pt x="4497" y="33421"/>
                  </a:lnTo>
                  <a:lnTo>
                    <a:pt x="4497" y="32530"/>
                  </a:lnTo>
                  <a:lnTo>
                    <a:pt x="6518" y="30529"/>
                  </a:lnTo>
                  <a:lnTo>
                    <a:pt x="6518" y="23694"/>
                  </a:lnTo>
                  <a:lnTo>
                    <a:pt x="6439" y="23694"/>
                  </a:lnTo>
                  <a:lnTo>
                    <a:pt x="6439" y="30509"/>
                  </a:lnTo>
                  <a:lnTo>
                    <a:pt x="4418" y="32510"/>
                  </a:lnTo>
                  <a:lnTo>
                    <a:pt x="4418" y="35700"/>
                  </a:lnTo>
                  <a:lnTo>
                    <a:pt x="3091" y="34392"/>
                  </a:lnTo>
                  <a:lnTo>
                    <a:pt x="3091" y="29598"/>
                  </a:lnTo>
                  <a:lnTo>
                    <a:pt x="5547" y="27161"/>
                  </a:lnTo>
                  <a:lnTo>
                    <a:pt x="5547" y="19217"/>
                  </a:lnTo>
                  <a:lnTo>
                    <a:pt x="7508" y="17256"/>
                  </a:lnTo>
                  <a:lnTo>
                    <a:pt x="7508" y="10065"/>
                  </a:lnTo>
                  <a:lnTo>
                    <a:pt x="5547" y="8103"/>
                  </a:lnTo>
                  <a:lnTo>
                    <a:pt x="5547" y="338"/>
                  </a:lnTo>
                  <a:lnTo>
                    <a:pt x="5587" y="318"/>
                  </a:lnTo>
                  <a:lnTo>
                    <a:pt x="5626" y="278"/>
                  </a:lnTo>
                  <a:lnTo>
                    <a:pt x="5646" y="239"/>
                  </a:lnTo>
                  <a:lnTo>
                    <a:pt x="5666" y="179"/>
                  </a:lnTo>
                  <a:lnTo>
                    <a:pt x="5646" y="120"/>
                  </a:lnTo>
                  <a:lnTo>
                    <a:pt x="5607" y="60"/>
                  </a:lnTo>
                  <a:lnTo>
                    <a:pt x="5567" y="21"/>
                  </a:lnTo>
                  <a:lnTo>
                    <a:pt x="5488"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9"/>
            <p:cNvSpPr/>
            <p:nvPr/>
          </p:nvSpPr>
          <p:spPr>
            <a:xfrm>
              <a:off x="614525" y="1073275"/>
              <a:ext cx="187725" cy="1361525"/>
            </a:xfrm>
            <a:custGeom>
              <a:avLst/>
              <a:gdLst/>
              <a:ahLst/>
              <a:cxnLst/>
              <a:rect l="l" t="t" r="r" b="b"/>
              <a:pathLst>
                <a:path w="7509" h="54461" fill="none" extrusionOk="0">
                  <a:moveTo>
                    <a:pt x="5488" y="1"/>
                  </a:moveTo>
                  <a:lnTo>
                    <a:pt x="5488" y="1"/>
                  </a:lnTo>
                  <a:lnTo>
                    <a:pt x="5428" y="21"/>
                  </a:lnTo>
                  <a:lnTo>
                    <a:pt x="5369" y="60"/>
                  </a:lnTo>
                  <a:lnTo>
                    <a:pt x="5349" y="120"/>
                  </a:lnTo>
                  <a:lnTo>
                    <a:pt x="5329" y="179"/>
                  </a:lnTo>
                  <a:lnTo>
                    <a:pt x="5329" y="179"/>
                  </a:lnTo>
                  <a:lnTo>
                    <a:pt x="5329" y="239"/>
                  </a:lnTo>
                  <a:lnTo>
                    <a:pt x="5369" y="278"/>
                  </a:lnTo>
                  <a:lnTo>
                    <a:pt x="5408" y="318"/>
                  </a:lnTo>
                  <a:lnTo>
                    <a:pt x="5448" y="338"/>
                  </a:lnTo>
                  <a:lnTo>
                    <a:pt x="5448" y="8143"/>
                  </a:lnTo>
                  <a:lnTo>
                    <a:pt x="7409" y="10104"/>
                  </a:lnTo>
                  <a:lnTo>
                    <a:pt x="7409" y="17216"/>
                  </a:lnTo>
                  <a:lnTo>
                    <a:pt x="5448" y="19177"/>
                  </a:lnTo>
                  <a:lnTo>
                    <a:pt x="5448" y="27122"/>
                  </a:lnTo>
                  <a:lnTo>
                    <a:pt x="3011" y="29558"/>
                  </a:lnTo>
                  <a:lnTo>
                    <a:pt x="3011" y="34412"/>
                  </a:lnTo>
                  <a:lnTo>
                    <a:pt x="4418" y="35818"/>
                  </a:lnTo>
                  <a:lnTo>
                    <a:pt x="4418" y="39206"/>
                  </a:lnTo>
                  <a:lnTo>
                    <a:pt x="2060" y="36849"/>
                  </a:lnTo>
                  <a:lnTo>
                    <a:pt x="2060" y="28904"/>
                  </a:lnTo>
                  <a:lnTo>
                    <a:pt x="79" y="26943"/>
                  </a:lnTo>
                  <a:lnTo>
                    <a:pt x="79" y="19831"/>
                  </a:lnTo>
                  <a:lnTo>
                    <a:pt x="2060" y="17870"/>
                  </a:lnTo>
                  <a:lnTo>
                    <a:pt x="2060" y="10065"/>
                  </a:lnTo>
                  <a:lnTo>
                    <a:pt x="2060" y="10065"/>
                  </a:lnTo>
                  <a:lnTo>
                    <a:pt x="2100" y="10045"/>
                  </a:lnTo>
                  <a:lnTo>
                    <a:pt x="2140" y="10005"/>
                  </a:lnTo>
                  <a:lnTo>
                    <a:pt x="2179" y="9966"/>
                  </a:lnTo>
                  <a:lnTo>
                    <a:pt x="2179" y="9906"/>
                  </a:lnTo>
                  <a:lnTo>
                    <a:pt x="2179" y="9906"/>
                  </a:lnTo>
                  <a:lnTo>
                    <a:pt x="2160" y="9847"/>
                  </a:lnTo>
                  <a:lnTo>
                    <a:pt x="2140" y="9787"/>
                  </a:lnTo>
                  <a:lnTo>
                    <a:pt x="2080" y="9748"/>
                  </a:lnTo>
                  <a:lnTo>
                    <a:pt x="2021" y="9748"/>
                  </a:lnTo>
                  <a:lnTo>
                    <a:pt x="2021" y="9748"/>
                  </a:lnTo>
                  <a:lnTo>
                    <a:pt x="1942" y="9748"/>
                  </a:lnTo>
                  <a:lnTo>
                    <a:pt x="1902" y="9787"/>
                  </a:lnTo>
                  <a:lnTo>
                    <a:pt x="1862" y="9847"/>
                  </a:lnTo>
                  <a:lnTo>
                    <a:pt x="1843" y="9906"/>
                  </a:lnTo>
                  <a:lnTo>
                    <a:pt x="1843" y="9906"/>
                  </a:lnTo>
                  <a:lnTo>
                    <a:pt x="1862" y="9966"/>
                  </a:lnTo>
                  <a:lnTo>
                    <a:pt x="1882" y="10005"/>
                  </a:lnTo>
                  <a:lnTo>
                    <a:pt x="1922" y="10045"/>
                  </a:lnTo>
                  <a:lnTo>
                    <a:pt x="1961" y="10065"/>
                  </a:lnTo>
                  <a:lnTo>
                    <a:pt x="1961" y="17830"/>
                  </a:lnTo>
                  <a:lnTo>
                    <a:pt x="0" y="19792"/>
                  </a:lnTo>
                  <a:lnTo>
                    <a:pt x="0" y="26983"/>
                  </a:lnTo>
                  <a:lnTo>
                    <a:pt x="1961" y="28944"/>
                  </a:lnTo>
                  <a:lnTo>
                    <a:pt x="1961" y="36888"/>
                  </a:lnTo>
                  <a:lnTo>
                    <a:pt x="4418" y="39325"/>
                  </a:lnTo>
                  <a:lnTo>
                    <a:pt x="4418" y="54460"/>
                  </a:lnTo>
                  <a:lnTo>
                    <a:pt x="4497" y="54460"/>
                  </a:lnTo>
                  <a:lnTo>
                    <a:pt x="4497" y="39285"/>
                  </a:lnTo>
                  <a:lnTo>
                    <a:pt x="4497" y="33540"/>
                  </a:lnTo>
                  <a:lnTo>
                    <a:pt x="7508" y="30529"/>
                  </a:lnTo>
                  <a:lnTo>
                    <a:pt x="7508" y="20505"/>
                  </a:lnTo>
                  <a:lnTo>
                    <a:pt x="7409" y="20505"/>
                  </a:lnTo>
                  <a:lnTo>
                    <a:pt x="7409" y="30509"/>
                  </a:lnTo>
                  <a:lnTo>
                    <a:pt x="4497" y="33421"/>
                  </a:lnTo>
                  <a:lnTo>
                    <a:pt x="4497" y="32530"/>
                  </a:lnTo>
                  <a:lnTo>
                    <a:pt x="6518" y="30529"/>
                  </a:lnTo>
                  <a:lnTo>
                    <a:pt x="6518" y="23694"/>
                  </a:lnTo>
                  <a:lnTo>
                    <a:pt x="6439" y="23694"/>
                  </a:lnTo>
                  <a:lnTo>
                    <a:pt x="6439" y="30509"/>
                  </a:lnTo>
                  <a:lnTo>
                    <a:pt x="4418" y="32510"/>
                  </a:lnTo>
                  <a:lnTo>
                    <a:pt x="4418" y="35700"/>
                  </a:lnTo>
                  <a:lnTo>
                    <a:pt x="3091" y="34392"/>
                  </a:lnTo>
                  <a:lnTo>
                    <a:pt x="3091" y="29598"/>
                  </a:lnTo>
                  <a:lnTo>
                    <a:pt x="5547" y="27161"/>
                  </a:lnTo>
                  <a:lnTo>
                    <a:pt x="5547" y="19217"/>
                  </a:lnTo>
                  <a:lnTo>
                    <a:pt x="7508" y="17256"/>
                  </a:lnTo>
                  <a:lnTo>
                    <a:pt x="7508" y="10065"/>
                  </a:lnTo>
                  <a:lnTo>
                    <a:pt x="5547" y="8103"/>
                  </a:lnTo>
                  <a:lnTo>
                    <a:pt x="5547" y="338"/>
                  </a:lnTo>
                  <a:lnTo>
                    <a:pt x="5547" y="338"/>
                  </a:lnTo>
                  <a:lnTo>
                    <a:pt x="5587" y="318"/>
                  </a:lnTo>
                  <a:lnTo>
                    <a:pt x="5626" y="278"/>
                  </a:lnTo>
                  <a:lnTo>
                    <a:pt x="5646" y="239"/>
                  </a:lnTo>
                  <a:lnTo>
                    <a:pt x="5666" y="179"/>
                  </a:lnTo>
                  <a:lnTo>
                    <a:pt x="5666" y="179"/>
                  </a:lnTo>
                  <a:lnTo>
                    <a:pt x="5646" y="120"/>
                  </a:lnTo>
                  <a:lnTo>
                    <a:pt x="5607" y="60"/>
                  </a:lnTo>
                  <a:lnTo>
                    <a:pt x="5567" y="21"/>
                  </a:lnTo>
                  <a:lnTo>
                    <a:pt x="5488"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9"/>
            <p:cNvSpPr/>
            <p:nvPr/>
          </p:nvSpPr>
          <p:spPr>
            <a:xfrm>
              <a:off x="771025" y="1035650"/>
              <a:ext cx="129275" cy="1399150"/>
            </a:xfrm>
            <a:custGeom>
              <a:avLst/>
              <a:gdLst/>
              <a:ahLst/>
              <a:cxnLst/>
              <a:rect l="l" t="t" r="r" b="b"/>
              <a:pathLst>
                <a:path w="5171" h="55966" extrusionOk="0">
                  <a:moveTo>
                    <a:pt x="4953" y="0"/>
                  </a:moveTo>
                  <a:lnTo>
                    <a:pt x="4894" y="40"/>
                  </a:lnTo>
                  <a:lnTo>
                    <a:pt x="4854" y="99"/>
                  </a:lnTo>
                  <a:lnTo>
                    <a:pt x="4834" y="159"/>
                  </a:lnTo>
                  <a:lnTo>
                    <a:pt x="4854" y="218"/>
                  </a:lnTo>
                  <a:lnTo>
                    <a:pt x="4874" y="258"/>
                  </a:lnTo>
                  <a:lnTo>
                    <a:pt x="4913" y="297"/>
                  </a:lnTo>
                  <a:lnTo>
                    <a:pt x="4973" y="317"/>
                  </a:lnTo>
                  <a:lnTo>
                    <a:pt x="4973" y="12956"/>
                  </a:lnTo>
                  <a:lnTo>
                    <a:pt x="3012" y="14918"/>
                  </a:lnTo>
                  <a:lnTo>
                    <a:pt x="3012" y="32014"/>
                  </a:lnTo>
                  <a:lnTo>
                    <a:pt x="0" y="35006"/>
                  </a:lnTo>
                  <a:lnTo>
                    <a:pt x="0" y="55965"/>
                  </a:lnTo>
                  <a:lnTo>
                    <a:pt x="80" y="55965"/>
                  </a:lnTo>
                  <a:lnTo>
                    <a:pt x="80" y="35045"/>
                  </a:lnTo>
                  <a:lnTo>
                    <a:pt x="3091" y="32034"/>
                  </a:lnTo>
                  <a:lnTo>
                    <a:pt x="3091" y="14957"/>
                  </a:lnTo>
                  <a:lnTo>
                    <a:pt x="5052" y="12996"/>
                  </a:lnTo>
                  <a:lnTo>
                    <a:pt x="5052" y="317"/>
                  </a:lnTo>
                  <a:lnTo>
                    <a:pt x="5092" y="297"/>
                  </a:lnTo>
                  <a:lnTo>
                    <a:pt x="5131" y="258"/>
                  </a:lnTo>
                  <a:lnTo>
                    <a:pt x="5171" y="218"/>
                  </a:lnTo>
                  <a:lnTo>
                    <a:pt x="5171" y="159"/>
                  </a:lnTo>
                  <a:lnTo>
                    <a:pt x="5171" y="99"/>
                  </a:lnTo>
                  <a:lnTo>
                    <a:pt x="5131" y="40"/>
                  </a:lnTo>
                  <a:lnTo>
                    <a:pt x="5072"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9"/>
            <p:cNvSpPr/>
            <p:nvPr/>
          </p:nvSpPr>
          <p:spPr>
            <a:xfrm>
              <a:off x="771025" y="1035650"/>
              <a:ext cx="129275" cy="1399150"/>
            </a:xfrm>
            <a:custGeom>
              <a:avLst/>
              <a:gdLst/>
              <a:ahLst/>
              <a:cxnLst/>
              <a:rect l="l" t="t" r="r" b="b"/>
              <a:pathLst>
                <a:path w="5171" h="55966" fill="none" extrusionOk="0">
                  <a:moveTo>
                    <a:pt x="5012" y="0"/>
                  </a:moveTo>
                  <a:lnTo>
                    <a:pt x="5012" y="0"/>
                  </a:lnTo>
                  <a:lnTo>
                    <a:pt x="4953" y="0"/>
                  </a:lnTo>
                  <a:lnTo>
                    <a:pt x="4894" y="40"/>
                  </a:lnTo>
                  <a:lnTo>
                    <a:pt x="4854" y="99"/>
                  </a:lnTo>
                  <a:lnTo>
                    <a:pt x="4834" y="159"/>
                  </a:lnTo>
                  <a:lnTo>
                    <a:pt x="4834" y="159"/>
                  </a:lnTo>
                  <a:lnTo>
                    <a:pt x="4854" y="218"/>
                  </a:lnTo>
                  <a:lnTo>
                    <a:pt x="4874" y="258"/>
                  </a:lnTo>
                  <a:lnTo>
                    <a:pt x="4913" y="297"/>
                  </a:lnTo>
                  <a:lnTo>
                    <a:pt x="4973" y="317"/>
                  </a:lnTo>
                  <a:lnTo>
                    <a:pt x="4973" y="12956"/>
                  </a:lnTo>
                  <a:lnTo>
                    <a:pt x="3012" y="14918"/>
                  </a:lnTo>
                  <a:lnTo>
                    <a:pt x="3012" y="32014"/>
                  </a:lnTo>
                  <a:lnTo>
                    <a:pt x="0" y="35006"/>
                  </a:lnTo>
                  <a:lnTo>
                    <a:pt x="0" y="55965"/>
                  </a:lnTo>
                  <a:lnTo>
                    <a:pt x="80" y="55965"/>
                  </a:lnTo>
                  <a:lnTo>
                    <a:pt x="80" y="35045"/>
                  </a:lnTo>
                  <a:lnTo>
                    <a:pt x="3091" y="32034"/>
                  </a:lnTo>
                  <a:lnTo>
                    <a:pt x="3091" y="14957"/>
                  </a:lnTo>
                  <a:lnTo>
                    <a:pt x="5052" y="12996"/>
                  </a:lnTo>
                  <a:lnTo>
                    <a:pt x="5052" y="317"/>
                  </a:lnTo>
                  <a:lnTo>
                    <a:pt x="5052" y="317"/>
                  </a:lnTo>
                  <a:lnTo>
                    <a:pt x="5092" y="297"/>
                  </a:lnTo>
                  <a:lnTo>
                    <a:pt x="5131" y="258"/>
                  </a:lnTo>
                  <a:lnTo>
                    <a:pt x="5171" y="218"/>
                  </a:lnTo>
                  <a:lnTo>
                    <a:pt x="5171" y="159"/>
                  </a:lnTo>
                  <a:lnTo>
                    <a:pt x="5171" y="159"/>
                  </a:lnTo>
                  <a:lnTo>
                    <a:pt x="5171" y="99"/>
                  </a:lnTo>
                  <a:lnTo>
                    <a:pt x="5131" y="40"/>
                  </a:lnTo>
                  <a:lnTo>
                    <a:pt x="5072" y="0"/>
                  </a:lnTo>
                  <a:lnTo>
                    <a:pt x="5012"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9"/>
            <p:cNvSpPr/>
            <p:nvPr/>
          </p:nvSpPr>
          <p:spPr>
            <a:xfrm>
              <a:off x="747750" y="1264950"/>
              <a:ext cx="130275" cy="1169850"/>
            </a:xfrm>
            <a:custGeom>
              <a:avLst/>
              <a:gdLst/>
              <a:ahLst/>
              <a:cxnLst/>
              <a:rect l="l" t="t" r="r" b="b"/>
              <a:pathLst>
                <a:path w="5211" h="46794" extrusionOk="0">
                  <a:moveTo>
                    <a:pt x="5052" y="1"/>
                  </a:moveTo>
                  <a:lnTo>
                    <a:pt x="4973" y="20"/>
                  </a:lnTo>
                  <a:lnTo>
                    <a:pt x="4933" y="60"/>
                  </a:lnTo>
                  <a:lnTo>
                    <a:pt x="4893" y="100"/>
                  </a:lnTo>
                  <a:lnTo>
                    <a:pt x="4874" y="179"/>
                  </a:lnTo>
                  <a:lnTo>
                    <a:pt x="4874" y="218"/>
                  </a:lnTo>
                  <a:lnTo>
                    <a:pt x="4893" y="258"/>
                  </a:lnTo>
                  <a:lnTo>
                    <a:pt x="4953" y="317"/>
                  </a:lnTo>
                  <a:lnTo>
                    <a:pt x="4953" y="3349"/>
                  </a:lnTo>
                  <a:lnTo>
                    <a:pt x="2992" y="5310"/>
                  </a:lnTo>
                  <a:lnTo>
                    <a:pt x="2992" y="22882"/>
                  </a:lnTo>
                  <a:lnTo>
                    <a:pt x="0" y="25873"/>
                  </a:lnTo>
                  <a:lnTo>
                    <a:pt x="0" y="46793"/>
                  </a:lnTo>
                  <a:lnTo>
                    <a:pt x="99" y="46793"/>
                  </a:lnTo>
                  <a:lnTo>
                    <a:pt x="99" y="25913"/>
                  </a:lnTo>
                  <a:lnTo>
                    <a:pt x="3091" y="22921"/>
                  </a:lnTo>
                  <a:lnTo>
                    <a:pt x="3091" y="5349"/>
                  </a:lnTo>
                  <a:lnTo>
                    <a:pt x="5052" y="3388"/>
                  </a:lnTo>
                  <a:lnTo>
                    <a:pt x="5052" y="337"/>
                  </a:lnTo>
                  <a:lnTo>
                    <a:pt x="5111" y="317"/>
                  </a:lnTo>
                  <a:lnTo>
                    <a:pt x="5171" y="298"/>
                  </a:lnTo>
                  <a:lnTo>
                    <a:pt x="5191" y="238"/>
                  </a:lnTo>
                  <a:lnTo>
                    <a:pt x="5210" y="179"/>
                  </a:lnTo>
                  <a:lnTo>
                    <a:pt x="5191" y="100"/>
                  </a:lnTo>
                  <a:lnTo>
                    <a:pt x="5171" y="60"/>
                  </a:lnTo>
                  <a:lnTo>
                    <a:pt x="5111" y="20"/>
                  </a:lnTo>
                  <a:lnTo>
                    <a:pt x="5052"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9"/>
            <p:cNvSpPr/>
            <p:nvPr/>
          </p:nvSpPr>
          <p:spPr>
            <a:xfrm>
              <a:off x="747750" y="1264950"/>
              <a:ext cx="130275" cy="1169850"/>
            </a:xfrm>
            <a:custGeom>
              <a:avLst/>
              <a:gdLst/>
              <a:ahLst/>
              <a:cxnLst/>
              <a:rect l="l" t="t" r="r" b="b"/>
              <a:pathLst>
                <a:path w="5211" h="46794" fill="none" extrusionOk="0">
                  <a:moveTo>
                    <a:pt x="5052" y="1"/>
                  </a:moveTo>
                  <a:lnTo>
                    <a:pt x="5052" y="1"/>
                  </a:lnTo>
                  <a:lnTo>
                    <a:pt x="5052" y="1"/>
                  </a:lnTo>
                  <a:lnTo>
                    <a:pt x="5052" y="1"/>
                  </a:lnTo>
                  <a:lnTo>
                    <a:pt x="4973" y="20"/>
                  </a:lnTo>
                  <a:lnTo>
                    <a:pt x="4933" y="60"/>
                  </a:lnTo>
                  <a:lnTo>
                    <a:pt x="4893" y="100"/>
                  </a:lnTo>
                  <a:lnTo>
                    <a:pt x="4874" y="179"/>
                  </a:lnTo>
                  <a:lnTo>
                    <a:pt x="4874" y="179"/>
                  </a:lnTo>
                  <a:lnTo>
                    <a:pt x="4874" y="218"/>
                  </a:lnTo>
                  <a:lnTo>
                    <a:pt x="4893" y="258"/>
                  </a:lnTo>
                  <a:lnTo>
                    <a:pt x="4953" y="317"/>
                  </a:lnTo>
                  <a:lnTo>
                    <a:pt x="4953" y="3349"/>
                  </a:lnTo>
                  <a:lnTo>
                    <a:pt x="2992" y="5310"/>
                  </a:lnTo>
                  <a:lnTo>
                    <a:pt x="2992" y="22882"/>
                  </a:lnTo>
                  <a:lnTo>
                    <a:pt x="0" y="25873"/>
                  </a:lnTo>
                  <a:lnTo>
                    <a:pt x="0" y="46793"/>
                  </a:lnTo>
                  <a:lnTo>
                    <a:pt x="99" y="46793"/>
                  </a:lnTo>
                  <a:lnTo>
                    <a:pt x="99" y="25913"/>
                  </a:lnTo>
                  <a:lnTo>
                    <a:pt x="3091" y="22921"/>
                  </a:lnTo>
                  <a:lnTo>
                    <a:pt x="3091" y="5349"/>
                  </a:lnTo>
                  <a:lnTo>
                    <a:pt x="5052" y="3388"/>
                  </a:lnTo>
                  <a:lnTo>
                    <a:pt x="5052" y="337"/>
                  </a:lnTo>
                  <a:lnTo>
                    <a:pt x="5052" y="337"/>
                  </a:lnTo>
                  <a:lnTo>
                    <a:pt x="5111" y="317"/>
                  </a:lnTo>
                  <a:lnTo>
                    <a:pt x="5171" y="298"/>
                  </a:lnTo>
                  <a:lnTo>
                    <a:pt x="5191" y="238"/>
                  </a:lnTo>
                  <a:lnTo>
                    <a:pt x="5210" y="179"/>
                  </a:lnTo>
                  <a:lnTo>
                    <a:pt x="5210" y="179"/>
                  </a:lnTo>
                  <a:lnTo>
                    <a:pt x="5191" y="100"/>
                  </a:lnTo>
                  <a:lnTo>
                    <a:pt x="5171" y="60"/>
                  </a:lnTo>
                  <a:lnTo>
                    <a:pt x="5111" y="20"/>
                  </a:lnTo>
                  <a:lnTo>
                    <a:pt x="5052"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8" name="Google Shape;798;p9"/>
          <p:cNvGrpSpPr/>
          <p:nvPr/>
        </p:nvGrpSpPr>
        <p:grpSpPr>
          <a:xfrm>
            <a:off x="6685948" y="3264085"/>
            <a:ext cx="2638315" cy="4402295"/>
            <a:chOff x="238125" y="1025750"/>
            <a:chExt cx="844450" cy="1409050"/>
          </a:xfrm>
        </p:grpSpPr>
        <p:sp>
          <p:nvSpPr>
            <p:cNvPr id="799" name="Google Shape;799;p9"/>
            <p:cNvSpPr/>
            <p:nvPr/>
          </p:nvSpPr>
          <p:spPr>
            <a:xfrm>
              <a:off x="1028550" y="1271875"/>
              <a:ext cx="54025" cy="1162925"/>
            </a:xfrm>
            <a:custGeom>
              <a:avLst/>
              <a:gdLst/>
              <a:ahLst/>
              <a:cxnLst/>
              <a:rect l="l" t="t" r="r" b="b"/>
              <a:pathLst>
                <a:path w="2161" h="46517" extrusionOk="0">
                  <a:moveTo>
                    <a:pt x="159" y="1"/>
                  </a:moveTo>
                  <a:lnTo>
                    <a:pt x="100" y="21"/>
                  </a:lnTo>
                  <a:lnTo>
                    <a:pt x="41" y="60"/>
                  </a:lnTo>
                  <a:lnTo>
                    <a:pt x="1" y="100"/>
                  </a:lnTo>
                  <a:lnTo>
                    <a:pt x="1" y="179"/>
                  </a:lnTo>
                  <a:lnTo>
                    <a:pt x="1" y="219"/>
                  </a:lnTo>
                  <a:lnTo>
                    <a:pt x="41" y="278"/>
                  </a:lnTo>
                  <a:lnTo>
                    <a:pt x="80" y="298"/>
                  </a:lnTo>
                  <a:lnTo>
                    <a:pt x="120" y="338"/>
                  </a:lnTo>
                  <a:lnTo>
                    <a:pt x="120" y="4478"/>
                  </a:lnTo>
                  <a:lnTo>
                    <a:pt x="2081" y="6439"/>
                  </a:lnTo>
                  <a:lnTo>
                    <a:pt x="2081" y="46516"/>
                  </a:lnTo>
                  <a:lnTo>
                    <a:pt x="2160" y="46516"/>
                  </a:lnTo>
                  <a:lnTo>
                    <a:pt x="2160" y="6400"/>
                  </a:lnTo>
                  <a:lnTo>
                    <a:pt x="199" y="4438"/>
                  </a:lnTo>
                  <a:lnTo>
                    <a:pt x="199" y="338"/>
                  </a:lnTo>
                  <a:lnTo>
                    <a:pt x="258" y="298"/>
                  </a:lnTo>
                  <a:lnTo>
                    <a:pt x="298" y="278"/>
                  </a:lnTo>
                  <a:lnTo>
                    <a:pt x="318" y="219"/>
                  </a:lnTo>
                  <a:lnTo>
                    <a:pt x="338" y="179"/>
                  </a:lnTo>
                  <a:lnTo>
                    <a:pt x="318" y="100"/>
                  </a:lnTo>
                  <a:lnTo>
                    <a:pt x="278" y="60"/>
                  </a:lnTo>
                  <a:lnTo>
                    <a:pt x="239" y="21"/>
                  </a:lnTo>
                  <a:lnTo>
                    <a:pt x="159"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9"/>
            <p:cNvSpPr/>
            <p:nvPr/>
          </p:nvSpPr>
          <p:spPr>
            <a:xfrm>
              <a:off x="1028550" y="1271875"/>
              <a:ext cx="54025" cy="1162925"/>
            </a:xfrm>
            <a:custGeom>
              <a:avLst/>
              <a:gdLst/>
              <a:ahLst/>
              <a:cxnLst/>
              <a:rect l="l" t="t" r="r" b="b"/>
              <a:pathLst>
                <a:path w="2161" h="46517" fill="none" extrusionOk="0">
                  <a:moveTo>
                    <a:pt x="159" y="1"/>
                  </a:moveTo>
                  <a:lnTo>
                    <a:pt x="159" y="1"/>
                  </a:lnTo>
                  <a:lnTo>
                    <a:pt x="100" y="21"/>
                  </a:lnTo>
                  <a:lnTo>
                    <a:pt x="41" y="60"/>
                  </a:lnTo>
                  <a:lnTo>
                    <a:pt x="1" y="100"/>
                  </a:lnTo>
                  <a:lnTo>
                    <a:pt x="1" y="179"/>
                  </a:lnTo>
                  <a:lnTo>
                    <a:pt x="1" y="179"/>
                  </a:lnTo>
                  <a:lnTo>
                    <a:pt x="1" y="219"/>
                  </a:lnTo>
                  <a:lnTo>
                    <a:pt x="41" y="278"/>
                  </a:lnTo>
                  <a:lnTo>
                    <a:pt x="80" y="298"/>
                  </a:lnTo>
                  <a:lnTo>
                    <a:pt x="120" y="338"/>
                  </a:lnTo>
                  <a:lnTo>
                    <a:pt x="120" y="4478"/>
                  </a:lnTo>
                  <a:lnTo>
                    <a:pt x="2081" y="6439"/>
                  </a:lnTo>
                  <a:lnTo>
                    <a:pt x="2081" y="46516"/>
                  </a:lnTo>
                  <a:lnTo>
                    <a:pt x="2160" y="46516"/>
                  </a:lnTo>
                  <a:lnTo>
                    <a:pt x="2160" y="6400"/>
                  </a:lnTo>
                  <a:lnTo>
                    <a:pt x="199" y="4438"/>
                  </a:lnTo>
                  <a:lnTo>
                    <a:pt x="199" y="338"/>
                  </a:lnTo>
                  <a:lnTo>
                    <a:pt x="199" y="338"/>
                  </a:lnTo>
                  <a:lnTo>
                    <a:pt x="258" y="298"/>
                  </a:lnTo>
                  <a:lnTo>
                    <a:pt x="298" y="278"/>
                  </a:lnTo>
                  <a:lnTo>
                    <a:pt x="318" y="219"/>
                  </a:lnTo>
                  <a:lnTo>
                    <a:pt x="338" y="179"/>
                  </a:lnTo>
                  <a:lnTo>
                    <a:pt x="338" y="179"/>
                  </a:lnTo>
                  <a:lnTo>
                    <a:pt x="318" y="100"/>
                  </a:lnTo>
                  <a:lnTo>
                    <a:pt x="278" y="60"/>
                  </a:lnTo>
                  <a:lnTo>
                    <a:pt x="239" y="21"/>
                  </a:lnTo>
                  <a:lnTo>
                    <a:pt x="159"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9"/>
            <p:cNvSpPr/>
            <p:nvPr/>
          </p:nvSpPr>
          <p:spPr>
            <a:xfrm>
              <a:off x="333700" y="1515050"/>
              <a:ext cx="54500" cy="919750"/>
            </a:xfrm>
            <a:custGeom>
              <a:avLst/>
              <a:gdLst/>
              <a:ahLst/>
              <a:cxnLst/>
              <a:rect l="l" t="t" r="r" b="b"/>
              <a:pathLst>
                <a:path w="2180" h="36790" extrusionOk="0">
                  <a:moveTo>
                    <a:pt x="2021" y="1"/>
                  </a:moveTo>
                  <a:lnTo>
                    <a:pt x="1942" y="21"/>
                  </a:lnTo>
                  <a:lnTo>
                    <a:pt x="1902" y="60"/>
                  </a:lnTo>
                  <a:lnTo>
                    <a:pt x="1863" y="100"/>
                  </a:lnTo>
                  <a:lnTo>
                    <a:pt x="1843" y="179"/>
                  </a:lnTo>
                  <a:lnTo>
                    <a:pt x="1863" y="239"/>
                  </a:lnTo>
                  <a:lnTo>
                    <a:pt x="1882" y="278"/>
                  </a:lnTo>
                  <a:lnTo>
                    <a:pt x="1922" y="318"/>
                  </a:lnTo>
                  <a:lnTo>
                    <a:pt x="1962" y="338"/>
                  </a:lnTo>
                  <a:lnTo>
                    <a:pt x="1962" y="4458"/>
                  </a:lnTo>
                  <a:lnTo>
                    <a:pt x="0" y="6420"/>
                  </a:lnTo>
                  <a:lnTo>
                    <a:pt x="0" y="36789"/>
                  </a:lnTo>
                  <a:lnTo>
                    <a:pt x="100" y="36789"/>
                  </a:lnTo>
                  <a:lnTo>
                    <a:pt x="100" y="6439"/>
                  </a:lnTo>
                  <a:lnTo>
                    <a:pt x="2061" y="4478"/>
                  </a:lnTo>
                  <a:lnTo>
                    <a:pt x="2061" y="338"/>
                  </a:lnTo>
                  <a:lnTo>
                    <a:pt x="2100" y="318"/>
                  </a:lnTo>
                  <a:lnTo>
                    <a:pt x="2140" y="278"/>
                  </a:lnTo>
                  <a:lnTo>
                    <a:pt x="2180" y="239"/>
                  </a:lnTo>
                  <a:lnTo>
                    <a:pt x="2180" y="179"/>
                  </a:lnTo>
                  <a:lnTo>
                    <a:pt x="2160" y="120"/>
                  </a:lnTo>
                  <a:lnTo>
                    <a:pt x="2140" y="60"/>
                  </a:lnTo>
                  <a:lnTo>
                    <a:pt x="2081" y="21"/>
                  </a:lnTo>
                  <a:lnTo>
                    <a:pt x="2021"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9"/>
            <p:cNvSpPr/>
            <p:nvPr/>
          </p:nvSpPr>
          <p:spPr>
            <a:xfrm>
              <a:off x="333700" y="1515050"/>
              <a:ext cx="54500" cy="919750"/>
            </a:xfrm>
            <a:custGeom>
              <a:avLst/>
              <a:gdLst/>
              <a:ahLst/>
              <a:cxnLst/>
              <a:rect l="l" t="t" r="r" b="b"/>
              <a:pathLst>
                <a:path w="2180" h="36790" fill="none" extrusionOk="0">
                  <a:moveTo>
                    <a:pt x="2021" y="1"/>
                  </a:moveTo>
                  <a:lnTo>
                    <a:pt x="2021" y="1"/>
                  </a:lnTo>
                  <a:lnTo>
                    <a:pt x="1942" y="21"/>
                  </a:lnTo>
                  <a:lnTo>
                    <a:pt x="1902" y="60"/>
                  </a:lnTo>
                  <a:lnTo>
                    <a:pt x="1863" y="100"/>
                  </a:lnTo>
                  <a:lnTo>
                    <a:pt x="1843" y="179"/>
                  </a:lnTo>
                  <a:lnTo>
                    <a:pt x="1843" y="179"/>
                  </a:lnTo>
                  <a:lnTo>
                    <a:pt x="1863" y="239"/>
                  </a:lnTo>
                  <a:lnTo>
                    <a:pt x="1882" y="278"/>
                  </a:lnTo>
                  <a:lnTo>
                    <a:pt x="1922" y="318"/>
                  </a:lnTo>
                  <a:lnTo>
                    <a:pt x="1962" y="338"/>
                  </a:lnTo>
                  <a:lnTo>
                    <a:pt x="1962" y="4458"/>
                  </a:lnTo>
                  <a:lnTo>
                    <a:pt x="0" y="6420"/>
                  </a:lnTo>
                  <a:lnTo>
                    <a:pt x="0" y="36789"/>
                  </a:lnTo>
                  <a:lnTo>
                    <a:pt x="100" y="36789"/>
                  </a:lnTo>
                  <a:lnTo>
                    <a:pt x="100" y="6439"/>
                  </a:lnTo>
                  <a:lnTo>
                    <a:pt x="2061" y="4478"/>
                  </a:lnTo>
                  <a:lnTo>
                    <a:pt x="2061" y="338"/>
                  </a:lnTo>
                  <a:lnTo>
                    <a:pt x="2061" y="338"/>
                  </a:lnTo>
                  <a:lnTo>
                    <a:pt x="2100" y="318"/>
                  </a:lnTo>
                  <a:lnTo>
                    <a:pt x="2140" y="278"/>
                  </a:lnTo>
                  <a:lnTo>
                    <a:pt x="2180" y="239"/>
                  </a:lnTo>
                  <a:lnTo>
                    <a:pt x="2180" y="179"/>
                  </a:lnTo>
                  <a:lnTo>
                    <a:pt x="2180" y="179"/>
                  </a:lnTo>
                  <a:lnTo>
                    <a:pt x="2160" y="120"/>
                  </a:lnTo>
                  <a:lnTo>
                    <a:pt x="2140" y="60"/>
                  </a:lnTo>
                  <a:lnTo>
                    <a:pt x="2081" y="21"/>
                  </a:lnTo>
                  <a:lnTo>
                    <a:pt x="2021"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9"/>
            <p:cNvSpPr/>
            <p:nvPr/>
          </p:nvSpPr>
          <p:spPr>
            <a:xfrm>
              <a:off x="238125" y="1088150"/>
              <a:ext cx="76275" cy="1346650"/>
            </a:xfrm>
            <a:custGeom>
              <a:avLst/>
              <a:gdLst/>
              <a:ahLst/>
              <a:cxnLst/>
              <a:rect l="l" t="t" r="r" b="b"/>
              <a:pathLst>
                <a:path w="3051" h="53866" extrusionOk="0">
                  <a:moveTo>
                    <a:pt x="1525" y="0"/>
                  </a:moveTo>
                  <a:lnTo>
                    <a:pt x="1466" y="20"/>
                  </a:lnTo>
                  <a:lnTo>
                    <a:pt x="1407" y="60"/>
                  </a:lnTo>
                  <a:lnTo>
                    <a:pt x="1367" y="119"/>
                  </a:lnTo>
                  <a:lnTo>
                    <a:pt x="1367" y="178"/>
                  </a:lnTo>
                  <a:lnTo>
                    <a:pt x="1367" y="238"/>
                  </a:lnTo>
                  <a:lnTo>
                    <a:pt x="1407" y="277"/>
                  </a:lnTo>
                  <a:lnTo>
                    <a:pt x="1446" y="317"/>
                  </a:lnTo>
                  <a:lnTo>
                    <a:pt x="1506" y="337"/>
                  </a:lnTo>
                  <a:lnTo>
                    <a:pt x="1506" y="19731"/>
                  </a:lnTo>
                  <a:lnTo>
                    <a:pt x="198" y="21039"/>
                  </a:lnTo>
                  <a:lnTo>
                    <a:pt x="198" y="5488"/>
                  </a:lnTo>
                  <a:lnTo>
                    <a:pt x="258" y="5468"/>
                  </a:lnTo>
                  <a:lnTo>
                    <a:pt x="297" y="5428"/>
                  </a:lnTo>
                  <a:lnTo>
                    <a:pt x="317" y="5389"/>
                  </a:lnTo>
                  <a:lnTo>
                    <a:pt x="317" y="5329"/>
                  </a:lnTo>
                  <a:lnTo>
                    <a:pt x="317" y="5270"/>
                  </a:lnTo>
                  <a:lnTo>
                    <a:pt x="277" y="5210"/>
                  </a:lnTo>
                  <a:lnTo>
                    <a:pt x="218" y="5171"/>
                  </a:lnTo>
                  <a:lnTo>
                    <a:pt x="99" y="5171"/>
                  </a:lnTo>
                  <a:lnTo>
                    <a:pt x="40" y="5210"/>
                  </a:lnTo>
                  <a:lnTo>
                    <a:pt x="0" y="5270"/>
                  </a:lnTo>
                  <a:lnTo>
                    <a:pt x="0" y="5329"/>
                  </a:lnTo>
                  <a:lnTo>
                    <a:pt x="0" y="5389"/>
                  </a:lnTo>
                  <a:lnTo>
                    <a:pt x="20" y="5428"/>
                  </a:lnTo>
                  <a:lnTo>
                    <a:pt x="59" y="5468"/>
                  </a:lnTo>
                  <a:lnTo>
                    <a:pt x="119" y="5488"/>
                  </a:lnTo>
                  <a:lnTo>
                    <a:pt x="119" y="33975"/>
                  </a:lnTo>
                  <a:lnTo>
                    <a:pt x="1882" y="35738"/>
                  </a:lnTo>
                  <a:lnTo>
                    <a:pt x="1882" y="53865"/>
                  </a:lnTo>
                  <a:lnTo>
                    <a:pt x="1961" y="53865"/>
                  </a:lnTo>
                  <a:lnTo>
                    <a:pt x="1961" y="35719"/>
                  </a:lnTo>
                  <a:lnTo>
                    <a:pt x="198" y="33936"/>
                  </a:lnTo>
                  <a:lnTo>
                    <a:pt x="198" y="30370"/>
                  </a:lnTo>
                  <a:lnTo>
                    <a:pt x="1466" y="29102"/>
                  </a:lnTo>
                  <a:lnTo>
                    <a:pt x="1506" y="29102"/>
                  </a:lnTo>
                  <a:lnTo>
                    <a:pt x="1545" y="29122"/>
                  </a:lnTo>
                  <a:lnTo>
                    <a:pt x="1624" y="29102"/>
                  </a:lnTo>
                  <a:lnTo>
                    <a:pt x="1664" y="29062"/>
                  </a:lnTo>
                  <a:lnTo>
                    <a:pt x="1704" y="29023"/>
                  </a:lnTo>
                  <a:lnTo>
                    <a:pt x="1724" y="28943"/>
                  </a:lnTo>
                  <a:lnTo>
                    <a:pt x="1704" y="28884"/>
                  </a:lnTo>
                  <a:lnTo>
                    <a:pt x="1664" y="28825"/>
                  </a:lnTo>
                  <a:lnTo>
                    <a:pt x="1624" y="28805"/>
                  </a:lnTo>
                  <a:lnTo>
                    <a:pt x="1545" y="28785"/>
                  </a:lnTo>
                  <a:lnTo>
                    <a:pt x="1486" y="28805"/>
                  </a:lnTo>
                  <a:lnTo>
                    <a:pt x="1426" y="28825"/>
                  </a:lnTo>
                  <a:lnTo>
                    <a:pt x="1407" y="28884"/>
                  </a:lnTo>
                  <a:lnTo>
                    <a:pt x="1387" y="28943"/>
                  </a:lnTo>
                  <a:lnTo>
                    <a:pt x="1387" y="29003"/>
                  </a:lnTo>
                  <a:lnTo>
                    <a:pt x="1407" y="29042"/>
                  </a:lnTo>
                  <a:lnTo>
                    <a:pt x="198" y="30251"/>
                  </a:lnTo>
                  <a:lnTo>
                    <a:pt x="198" y="23119"/>
                  </a:lnTo>
                  <a:lnTo>
                    <a:pt x="2932" y="20385"/>
                  </a:lnTo>
                  <a:lnTo>
                    <a:pt x="2932" y="12481"/>
                  </a:lnTo>
                  <a:lnTo>
                    <a:pt x="2991" y="12461"/>
                  </a:lnTo>
                  <a:lnTo>
                    <a:pt x="3031" y="12421"/>
                  </a:lnTo>
                  <a:lnTo>
                    <a:pt x="3051" y="12382"/>
                  </a:lnTo>
                  <a:lnTo>
                    <a:pt x="3051" y="12322"/>
                  </a:lnTo>
                  <a:lnTo>
                    <a:pt x="3051" y="12263"/>
                  </a:lnTo>
                  <a:lnTo>
                    <a:pt x="3011" y="12203"/>
                  </a:lnTo>
                  <a:lnTo>
                    <a:pt x="2952" y="12164"/>
                  </a:lnTo>
                  <a:lnTo>
                    <a:pt x="2833" y="12164"/>
                  </a:lnTo>
                  <a:lnTo>
                    <a:pt x="2774" y="12203"/>
                  </a:lnTo>
                  <a:lnTo>
                    <a:pt x="2734" y="12263"/>
                  </a:lnTo>
                  <a:lnTo>
                    <a:pt x="2734" y="12322"/>
                  </a:lnTo>
                  <a:lnTo>
                    <a:pt x="2734" y="12382"/>
                  </a:lnTo>
                  <a:lnTo>
                    <a:pt x="2754" y="12421"/>
                  </a:lnTo>
                  <a:lnTo>
                    <a:pt x="2793" y="12461"/>
                  </a:lnTo>
                  <a:lnTo>
                    <a:pt x="2853" y="12481"/>
                  </a:lnTo>
                  <a:lnTo>
                    <a:pt x="2853" y="20346"/>
                  </a:lnTo>
                  <a:lnTo>
                    <a:pt x="198" y="23000"/>
                  </a:lnTo>
                  <a:lnTo>
                    <a:pt x="198" y="21158"/>
                  </a:lnTo>
                  <a:lnTo>
                    <a:pt x="1585" y="19771"/>
                  </a:lnTo>
                  <a:lnTo>
                    <a:pt x="1585" y="337"/>
                  </a:lnTo>
                  <a:lnTo>
                    <a:pt x="1624" y="317"/>
                  </a:lnTo>
                  <a:lnTo>
                    <a:pt x="1664" y="277"/>
                  </a:lnTo>
                  <a:lnTo>
                    <a:pt x="1684" y="238"/>
                  </a:lnTo>
                  <a:lnTo>
                    <a:pt x="1684" y="178"/>
                  </a:lnTo>
                  <a:lnTo>
                    <a:pt x="1684" y="119"/>
                  </a:lnTo>
                  <a:lnTo>
                    <a:pt x="1644" y="60"/>
                  </a:lnTo>
                  <a:lnTo>
                    <a:pt x="1585" y="20"/>
                  </a:lnTo>
                  <a:lnTo>
                    <a:pt x="1525"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9"/>
            <p:cNvSpPr/>
            <p:nvPr/>
          </p:nvSpPr>
          <p:spPr>
            <a:xfrm>
              <a:off x="238125" y="1088150"/>
              <a:ext cx="76275" cy="1346650"/>
            </a:xfrm>
            <a:custGeom>
              <a:avLst/>
              <a:gdLst/>
              <a:ahLst/>
              <a:cxnLst/>
              <a:rect l="l" t="t" r="r" b="b"/>
              <a:pathLst>
                <a:path w="3051" h="53866" fill="none" extrusionOk="0">
                  <a:moveTo>
                    <a:pt x="1525" y="0"/>
                  </a:moveTo>
                  <a:lnTo>
                    <a:pt x="1525" y="0"/>
                  </a:lnTo>
                  <a:lnTo>
                    <a:pt x="1466" y="20"/>
                  </a:lnTo>
                  <a:lnTo>
                    <a:pt x="1407" y="60"/>
                  </a:lnTo>
                  <a:lnTo>
                    <a:pt x="1367" y="119"/>
                  </a:lnTo>
                  <a:lnTo>
                    <a:pt x="1367" y="178"/>
                  </a:lnTo>
                  <a:lnTo>
                    <a:pt x="1367" y="178"/>
                  </a:lnTo>
                  <a:lnTo>
                    <a:pt x="1367" y="238"/>
                  </a:lnTo>
                  <a:lnTo>
                    <a:pt x="1407" y="277"/>
                  </a:lnTo>
                  <a:lnTo>
                    <a:pt x="1446" y="317"/>
                  </a:lnTo>
                  <a:lnTo>
                    <a:pt x="1506" y="337"/>
                  </a:lnTo>
                  <a:lnTo>
                    <a:pt x="1506" y="19731"/>
                  </a:lnTo>
                  <a:lnTo>
                    <a:pt x="198" y="21039"/>
                  </a:lnTo>
                  <a:lnTo>
                    <a:pt x="198" y="5488"/>
                  </a:lnTo>
                  <a:lnTo>
                    <a:pt x="198" y="5488"/>
                  </a:lnTo>
                  <a:lnTo>
                    <a:pt x="258" y="5468"/>
                  </a:lnTo>
                  <a:lnTo>
                    <a:pt x="297" y="5428"/>
                  </a:lnTo>
                  <a:lnTo>
                    <a:pt x="317" y="5389"/>
                  </a:lnTo>
                  <a:lnTo>
                    <a:pt x="317" y="5329"/>
                  </a:lnTo>
                  <a:lnTo>
                    <a:pt x="317" y="5329"/>
                  </a:lnTo>
                  <a:lnTo>
                    <a:pt x="317" y="5270"/>
                  </a:lnTo>
                  <a:lnTo>
                    <a:pt x="277" y="5210"/>
                  </a:lnTo>
                  <a:lnTo>
                    <a:pt x="218" y="5171"/>
                  </a:lnTo>
                  <a:lnTo>
                    <a:pt x="158" y="5171"/>
                  </a:lnTo>
                  <a:lnTo>
                    <a:pt x="158" y="5171"/>
                  </a:lnTo>
                  <a:lnTo>
                    <a:pt x="99" y="5171"/>
                  </a:lnTo>
                  <a:lnTo>
                    <a:pt x="40" y="5210"/>
                  </a:lnTo>
                  <a:lnTo>
                    <a:pt x="0" y="5270"/>
                  </a:lnTo>
                  <a:lnTo>
                    <a:pt x="0" y="5329"/>
                  </a:lnTo>
                  <a:lnTo>
                    <a:pt x="0" y="5329"/>
                  </a:lnTo>
                  <a:lnTo>
                    <a:pt x="0" y="5389"/>
                  </a:lnTo>
                  <a:lnTo>
                    <a:pt x="20" y="5428"/>
                  </a:lnTo>
                  <a:lnTo>
                    <a:pt x="59" y="5468"/>
                  </a:lnTo>
                  <a:lnTo>
                    <a:pt x="119" y="5488"/>
                  </a:lnTo>
                  <a:lnTo>
                    <a:pt x="119" y="33975"/>
                  </a:lnTo>
                  <a:lnTo>
                    <a:pt x="1882" y="35738"/>
                  </a:lnTo>
                  <a:lnTo>
                    <a:pt x="1882" y="53865"/>
                  </a:lnTo>
                  <a:lnTo>
                    <a:pt x="1961" y="53865"/>
                  </a:lnTo>
                  <a:lnTo>
                    <a:pt x="1961" y="35719"/>
                  </a:lnTo>
                  <a:lnTo>
                    <a:pt x="198" y="33936"/>
                  </a:lnTo>
                  <a:lnTo>
                    <a:pt x="198" y="30370"/>
                  </a:lnTo>
                  <a:lnTo>
                    <a:pt x="1466" y="29102"/>
                  </a:lnTo>
                  <a:lnTo>
                    <a:pt x="1466" y="29102"/>
                  </a:lnTo>
                  <a:lnTo>
                    <a:pt x="1506" y="29102"/>
                  </a:lnTo>
                  <a:lnTo>
                    <a:pt x="1545" y="29122"/>
                  </a:lnTo>
                  <a:lnTo>
                    <a:pt x="1545" y="29122"/>
                  </a:lnTo>
                  <a:lnTo>
                    <a:pt x="1624" y="29102"/>
                  </a:lnTo>
                  <a:lnTo>
                    <a:pt x="1664" y="29062"/>
                  </a:lnTo>
                  <a:lnTo>
                    <a:pt x="1704" y="29023"/>
                  </a:lnTo>
                  <a:lnTo>
                    <a:pt x="1724" y="28943"/>
                  </a:lnTo>
                  <a:lnTo>
                    <a:pt x="1724" y="28943"/>
                  </a:lnTo>
                  <a:lnTo>
                    <a:pt x="1704" y="28884"/>
                  </a:lnTo>
                  <a:lnTo>
                    <a:pt x="1664" y="28825"/>
                  </a:lnTo>
                  <a:lnTo>
                    <a:pt x="1624" y="28805"/>
                  </a:lnTo>
                  <a:lnTo>
                    <a:pt x="1545" y="28785"/>
                  </a:lnTo>
                  <a:lnTo>
                    <a:pt x="1545" y="28785"/>
                  </a:lnTo>
                  <a:lnTo>
                    <a:pt x="1486" y="28805"/>
                  </a:lnTo>
                  <a:lnTo>
                    <a:pt x="1426" y="28825"/>
                  </a:lnTo>
                  <a:lnTo>
                    <a:pt x="1407" y="28884"/>
                  </a:lnTo>
                  <a:lnTo>
                    <a:pt x="1387" y="28943"/>
                  </a:lnTo>
                  <a:lnTo>
                    <a:pt x="1387" y="28943"/>
                  </a:lnTo>
                  <a:lnTo>
                    <a:pt x="1387" y="29003"/>
                  </a:lnTo>
                  <a:lnTo>
                    <a:pt x="1407" y="29042"/>
                  </a:lnTo>
                  <a:lnTo>
                    <a:pt x="198" y="30251"/>
                  </a:lnTo>
                  <a:lnTo>
                    <a:pt x="198" y="23119"/>
                  </a:lnTo>
                  <a:lnTo>
                    <a:pt x="2932" y="20385"/>
                  </a:lnTo>
                  <a:lnTo>
                    <a:pt x="2932" y="12481"/>
                  </a:lnTo>
                  <a:lnTo>
                    <a:pt x="2932" y="12481"/>
                  </a:lnTo>
                  <a:lnTo>
                    <a:pt x="2991" y="12461"/>
                  </a:lnTo>
                  <a:lnTo>
                    <a:pt x="3031" y="12421"/>
                  </a:lnTo>
                  <a:lnTo>
                    <a:pt x="3051" y="12382"/>
                  </a:lnTo>
                  <a:lnTo>
                    <a:pt x="3051" y="12322"/>
                  </a:lnTo>
                  <a:lnTo>
                    <a:pt x="3051" y="12322"/>
                  </a:lnTo>
                  <a:lnTo>
                    <a:pt x="3051" y="12263"/>
                  </a:lnTo>
                  <a:lnTo>
                    <a:pt x="3011" y="12203"/>
                  </a:lnTo>
                  <a:lnTo>
                    <a:pt x="2952" y="12164"/>
                  </a:lnTo>
                  <a:lnTo>
                    <a:pt x="2892" y="12164"/>
                  </a:lnTo>
                  <a:lnTo>
                    <a:pt x="2892" y="12164"/>
                  </a:lnTo>
                  <a:lnTo>
                    <a:pt x="2892" y="12164"/>
                  </a:lnTo>
                  <a:lnTo>
                    <a:pt x="2892" y="12164"/>
                  </a:lnTo>
                  <a:lnTo>
                    <a:pt x="2833" y="12164"/>
                  </a:lnTo>
                  <a:lnTo>
                    <a:pt x="2774" y="12203"/>
                  </a:lnTo>
                  <a:lnTo>
                    <a:pt x="2734" y="12263"/>
                  </a:lnTo>
                  <a:lnTo>
                    <a:pt x="2734" y="12322"/>
                  </a:lnTo>
                  <a:lnTo>
                    <a:pt x="2734" y="12322"/>
                  </a:lnTo>
                  <a:lnTo>
                    <a:pt x="2734" y="12382"/>
                  </a:lnTo>
                  <a:lnTo>
                    <a:pt x="2754" y="12421"/>
                  </a:lnTo>
                  <a:lnTo>
                    <a:pt x="2793" y="12461"/>
                  </a:lnTo>
                  <a:lnTo>
                    <a:pt x="2853" y="12481"/>
                  </a:lnTo>
                  <a:lnTo>
                    <a:pt x="2853" y="20346"/>
                  </a:lnTo>
                  <a:lnTo>
                    <a:pt x="198" y="23000"/>
                  </a:lnTo>
                  <a:lnTo>
                    <a:pt x="198" y="21158"/>
                  </a:lnTo>
                  <a:lnTo>
                    <a:pt x="1585" y="19771"/>
                  </a:lnTo>
                  <a:lnTo>
                    <a:pt x="1585" y="337"/>
                  </a:lnTo>
                  <a:lnTo>
                    <a:pt x="1585" y="337"/>
                  </a:lnTo>
                  <a:lnTo>
                    <a:pt x="1624" y="317"/>
                  </a:lnTo>
                  <a:lnTo>
                    <a:pt x="1664" y="277"/>
                  </a:lnTo>
                  <a:lnTo>
                    <a:pt x="1684" y="238"/>
                  </a:lnTo>
                  <a:lnTo>
                    <a:pt x="1684" y="178"/>
                  </a:lnTo>
                  <a:lnTo>
                    <a:pt x="1684" y="178"/>
                  </a:lnTo>
                  <a:lnTo>
                    <a:pt x="1684" y="119"/>
                  </a:lnTo>
                  <a:lnTo>
                    <a:pt x="1644" y="60"/>
                  </a:lnTo>
                  <a:lnTo>
                    <a:pt x="1585" y="20"/>
                  </a:lnTo>
                  <a:lnTo>
                    <a:pt x="1525"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9"/>
            <p:cNvSpPr/>
            <p:nvPr/>
          </p:nvSpPr>
          <p:spPr>
            <a:xfrm>
              <a:off x="979525" y="1078725"/>
              <a:ext cx="54025" cy="1356075"/>
            </a:xfrm>
            <a:custGeom>
              <a:avLst/>
              <a:gdLst/>
              <a:ahLst/>
              <a:cxnLst/>
              <a:rect l="l" t="t" r="r" b="b"/>
              <a:pathLst>
                <a:path w="2161" h="54243" extrusionOk="0">
                  <a:moveTo>
                    <a:pt x="159" y="1"/>
                  </a:moveTo>
                  <a:lnTo>
                    <a:pt x="100" y="21"/>
                  </a:lnTo>
                  <a:lnTo>
                    <a:pt x="40" y="60"/>
                  </a:lnTo>
                  <a:lnTo>
                    <a:pt x="1" y="120"/>
                  </a:lnTo>
                  <a:lnTo>
                    <a:pt x="1" y="179"/>
                  </a:lnTo>
                  <a:lnTo>
                    <a:pt x="1" y="238"/>
                  </a:lnTo>
                  <a:lnTo>
                    <a:pt x="40" y="278"/>
                  </a:lnTo>
                  <a:lnTo>
                    <a:pt x="80" y="318"/>
                  </a:lnTo>
                  <a:lnTo>
                    <a:pt x="120" y="338"/>
                  </a:lnTo>
                  <a:lnTo>
                    <a:pt x="120" y="12996"/>
                  </a:lnTo>
                  <a:lnTo>
                    <a:pt x="2081" y="14958"/>
                  </a:lnTo>
                  <a:lnTo>
                    <a:pt x="2081" y="54242"/>
                  </a:lnTo>
                  <a:lnTo>
                    <a:pt x="2160" y="54242"/>
                  </a:lnTo>
                  <a:lnTo>
                    <a:pt x="2160" y="14938"/>
                  </a:lnTo>
                  <a:lnTo>
                    <a:pt x="199" y="12977"/>
                  </a:lnTo>
                  <a:lnTo>
                    <a:pt x="199" y="338"/>
                  </a:lnTo>
                  <a:lnTo>
                    <a:pt x="258" y="318"/>
                  </a:lnTo>
                  <a:lnTo>
                    <a:pt x="298" y="278"/>
                  </a:lnTo>
                  <a:lnTo>
                    <a:pt x="318" y="238"/>
                  </a:lnTo>
                  <a:lnTo>
                    <a:pt x="337" y="179"/>
                  </a:lnTo>
                  <a:lnTo>
                    <a:pt x="318" y="120"/>
                  </a:lnTo>
                  <a:lnTo>
                    <a:pt x="278" y="60"/>
                  </a:lnTo>
                  <a:lnTo>
                    <a:pt x="219" y="21"/>
                  </a:lnTo>
                  <a:lnTo>
                    <a:pt x="159"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9"/>
            <p:cNvSpPr/>
            <p:nvPr/>
          </p:nvSpPr>
          <p:spPr>
            <a:xfrm>
              <a:off x="979525" y="1078725"/>
              <a:ext cx="54025" cy="1356075"/>
            </a:xfrm>
            <a:custGeom>
              <a:avLst/>
              <a:gdLst/>
              <a:ahLst/>
              <a:cxnLst/>
              <a:rect l="l" t="t" r="r" b="b"/>
              <a:pathLst>
                <a:path w="2161" h="54243" fill="none" extrusionOk="0">
                  <a:moveTo>
                    <a:pt x="159" y="1"/>
                  </a:moveTo>
                  <a:lnTo>
                    <a:pt x="159" y="1"/>
                  </a:lnTo>
                  <a:lnTo>
                    <a:pt x="100" y="21"/>
                  </a:lnTo>
                  <a:lnTo>
                    <a:pt x="40" y="60"/>
                  </a:lnTo>
                  <a:lnTo>
                    <a:pt x="1" y="120"/>
                  </a:lnTo>
                  <a:lnTo>
                    <a:pt x="1" y="179"/>
                  </a:lnTo>
                  <a:lnTo>
                    <a:pt x="1" y="179"/>
                  </a:lnTo>
                  <a:lnTo>
                    <a:pt x="1" y="238"/>
                  </a:lnTo>
                  <a:lnTo>
                    <a:pt x="40" y="278"/>
                  </a:lnTo>
                  <a:lnTo>
                    <a:pt x="80" y="318"/>
                  </a:lnTo>
                  <a:lnTo>
                    <a:pt x="120" y="338"/>
                  </a:lnTo>
                  <a:lnTo>
                    <a:pt x="120" y="12996"/>
                  </a:lnTo>
                  <a:lnTo>
                    <a:pt x="2081" y="14958"/>
                  </a:lnTo>
                  <a:lnTo>
                    <a:pt x="2081" y="54242"/>
                  </a:lnTo>
                  <a:lnTo>
                    <a:pt x="2160" y="54242"/>
                  </a:lnTo>
                  <a:lnTo>
                    <a:pt x="2160" y="14938"/>
                  </a:lnTo>
                  <a:lnTo>
                    <a:pt x="199" y="12977"/>
                  </a:lnTo>
                  <a:lnTo>
                    <a:pt x="199" y="338"/>
                  </a:lnTo>
                  <a:lnTo>
                    <a:pt x="199" y="338"/>
                  </a:lnTo>
                  <a:lnTo>
                    <a:pt x="258" y="318"/>
                  </a:lnTo>
                  <a:lnTo>
                    <a:pt x="298" y="278"/>
                  </a:lnTo>
                  <a:lnTo>
                    <a:pt x="318" y="238"/>
                  </a:lnTo>
                  <a:lnTo>
                    <a:pt x="337" y="179"/>
                  </a:lnTo>
                  <a:lnTo>
                    <a:pt x="337" y="179"/>
                  </a:lnTo>
                  <a:lnTo>
                    <a:pt x="318" y="120"/>
                  </a:lnTo>
                  <a:lnTo>
                    <a:pt x="278" y="60"/>
                  </a:lnTo>
                  <a:lnTo>
                    <a:pt x="219" y="21"/>
                  </a:lnTo>
                  <a:lnTo>
                    <a:pt x="159"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9"/>
            <p:cNvSpPr/>
            <p:nvPr/>
          </p:nvSpPr>
          <p:spPr>
            <a:xfrm>
              <a:off x="1003800" y="1025750"/>
              <a:ext cx="54500" cy="1409050"/>
            </a:xfrm>
            <a:custGeom>
              <a:avLst/>
              <a:gdLst/>
              <a:ahLst/>
              <a:cxnLst/>
              <a:rect l="l" t="t" r="r" b="b"/>
              <a:pathLst>
                <a:path w="2180" h="56362" extrusionOk="0">
                  <a:moveTo>
                    <a:pt x="179" y="0"/>
                  </a:moveTo>
                  <a:lnTo>
                    <a:pt x="99" y="20"/>
                  </a:lnTo>
                  <a:lnTo>
                    <a:pt x="60" y="59"/>
                  </a:lnTo>
                  <a:lnTo>
                    <a:pt x="20" y="119"/>
                  </a:lnTo>
                  <a:lnTo>
                    <a:pt x="0" y="178"/>
                  </a:lnTo>
                  <a:lnTo>
                    <a:pt x="20" y="238"/>
                  </a:lnTo>
                  <a:lnTo>
                    <a:pt x="40" y="277"/>
                  </a:lnTo>
                  <a:lnTo>
                    <a:pt x="80" y="317"/>
                  </a:lnTo>
                  <a:lnTo>
                    <a:pt x="139" y="337"/>
                  </a:lnTo>
                  <a:lnTo>
                    <a:pt x="139" y="14719"/>
                  </a:lnTo>
                  <a:lnTo>
                    <a:pt x="2100" y="16681"/>
                  </a:lnTo>
                  <a:lnTo>
                    <a:pt x="2100" y="56361"/>
                  </a:lnTo>
                  <a:lnTo>
                    <a:pt x="2180" y="56361"/>
                  </a:lnTo>
                  <a:lnTo>
                    <a:pt x="2180" y="16641"/>
                  </a:lnTo>
                  <a:lnTo>
                    <a:pt x="218" y="14680"/>
                  </a:lnTo>
                  <a:lnTo>
                    <a:pt x="218" y="337"/>
                  </a:lnTo>
                  <a:lnTo>
                    <a:pt x="258" y="317"/>
                  </a:lnTo>
                  <a:lnTo>
                    <a:pt x="298" y="277"/>
                  </a:lnTo>
                  <a:lnTo>
                    <a:pt x="337" y="238"/>
                  </a:lnTo>
                  <a:lnTo>
                    <a:pt x="337" y="178"/>
                  </a:lnTo>
                  <a:lnTo>
                    <a:pt x="337" y="119"/>
                  </a:lnTo>
                  <a:lnTo>
                    <a:pt x="298" y="59"/>
                  </a:lnTo>
                  <a:lnTo>
                    <a:pt x="238" y="20"/>
                  </a:lnTo>
                  <a:lnTo>
                    <a:pt x="179"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9"/>
            <p:cNvSpPr/>
            <p:nvPr/>
          </p:nvSpPr>
          <p:spPr>
            <a:xfrm>
              <a:off x="1003800" y="1025750"/>
              <a:ext cx="54500" cy="1409050"/>
            </a:xfrm>
            <a:custGeom>
              <a:avLst/>
              <a:gdLst/>
              <a:ahLst/>
              <a:cxnLst/>
              <a:rect l="l" t="t" r="r" b="b"/>
              <a:pathLst>
                <a:path w="2180" h="56362" fill="none" extrusionOk="0">
                  <a:moveTo>
                    <a:pt x="179" y="0"/>
                  </a:moveTo>
                  <a:lnTo>
                    <a:pt x="179" y="0"/>
                  </a:lnTo>
                  <a:lnTo>
                    <a:pt x="99" y="20"/>
                  </a:lnTo>
                  <a:lnTo>
                    <a:pt x="60" y="59"/>
                  </a:lnTo>
                  <a:lnTo>
                    <a:pt x="20" y="119"/>
                  </a:lnTo>
                  <a:lnTo>
                    <a:pt x="0" y="178"/>
                  </a:lnTo>
                  <a:lnTo>
                    <a:pt x="0" y="178"/>
                  </a:lnTo>
                  <a:lnTo>
                    <a:pt x="20" y="238"/>
                  </a:lnTo>
                  <a:lnTo>
                    <a:pt x="40" y="277"/>
                  </a:lnTo>
                  <a:lnTo>
                    <a:pt x="80" y="317"/>
                  </a:lnTo>
                  <a:lnTo>
                    <a:pt x="139" y="337"/>
                  </a:lnTo>
                  <a:lnTo>
                    <a:pt x="139" y="14719"/>
                  </a:lnTo>
                  <a:lnTo>
                    <a:pt x="2100" y="16681"/>
                  </a:lnTo>
                  <a:lnTo>
                    <a:pt x="2100" y="56361"/>
                  </a:lnTo>
                  <a:lnTo>
                    <a:pt x="2180" y="56361"/>
                  </a:lnTo>
                  <a:lnTo>
                    <a:pt x="2180" y="16641"/>
                  </a:lnTo>
                  <a:lnTo>
                    <a:pt x="218" y="14680"/>
                  </a:lnTo>
                  <a:lnTo>
                    <a:pt x="218" y="337"/>
                  </a:lnTo>
                  <a:lnTo>
                    <a:pt x="218" y="337"/>
                  </a:lnTo>
                  <a:lnTo>
                    <a:pt x="258" y="317"/>
                  </a:lnTo>
                  <a:lnTo>
                    <a:pt x="298" y="277"/>
                  </a:lnTo>
                  <a:lnTo>
                    <a:pt x="337" y="238"/>
                  </a:lnTo>
                  <a:lnTo>
                    <a:pt x="337" y="178"/>
                  </a:lnTo>
                  <a:lnTo>
                    <a:pt x="337" y="178"/>
                  </a:lnTo>
                  <a:lnTo>
                    <a:pt x="337" y="119"/>
                  </a:lnTo>
                  <a:lnTo>
                    <a:pt x="298" y="59"/>
                  </a:lnTo>
                  <a:lnTo>
                    <a:pt x="238" y="20"/>
                  </a:lnTo>
                  <a:lnTo>
                    <a:pt x="179"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9"/>
            <p:cNvSpPr/>
            <p:nvPr/>
          </p:nvSpPr>
          <p:spPr>
            <a:xfrm>
              <a:off x="428800" y="2022200"/>
              <a:ext cx="8425" cy="412600"/>
            </a:xfrm>
            <a:custGeom>
              <a:avLst/>
              <a:gdLst/>
              <a:ahLst/>
              <a:cxnLst/>
              <a:rect l="l" t="t" r="r" b="b"/>
              <a:pathLst>
                <a:path w="337" h="16504" extrusionOk="0">
                  <a:moveTo>
                    <a:pt x="178" y="1"/>
                  </a:moveTo>
                  <a:lnTo>
                    <a:pt x="99" y="21"/>
                  </a:lnTo>
                  <a:lnTo>
                    <a:pt x="60" y="60"/>
                  </a:lnTo>
                  <a:lnTo>
                    <a:pt x="20" y="100"/>
                  </a:lnTo>
                  <a:lnTo>
                    <a:pt x="0" y="179"/>
                  </a:lnTo>
                  <a:lnTo>
                    <a:pt x="20" y="219"/>
                  </a:lnTo>
                  <a:lnTo>
                    <a:pt x="40" y="278"/>
                  </a:lnTo>
                  <a:lnTo>
                    <a:pt x="79" y="318"/>
                  </a:lnTo>
                  <a:lnTo>
                    <a:pt x="139" y="338"/>
                  </a:lnTo>
                  <a:lnTo>
                    <a:pt x="139" y="16503"/>
                  </a:lnTo>
                  <a:lnTo>
                    <a:pt x="218" y="16503"/>
                  </a:lnTo>
                  <a:lnTo>
                    <a:pt x="218" y="338"/>
                  </a:lnTo>
                  <a:lnTo>
                    <a:pt x="258" y="318"/>
                  </a:lnTo>
                  <a:lnTo>
                    <a:pt x="297" y="278"/>
                  </a:lnTo>
                  <a:lnTo>
                    <a:pt x="337" y="219"/>
                  </a:lnTo>
                  <a:lnTo>
                    <a:pt x="337" y="179"/>
                  </a:lnTo>
                  <a:lnTo>
                    <a:pt x="317" y="100"/>
                  </a:lnTo>
                  <a:lnTo>
                    <a:pt x="297" y="60"/>
                  </a:lnTo>
                  <a:lnTo>
                    <a:pt x="238" y="21"/>
                  </a:lnTo>
                  <a:lnTo>
                    <a:pt x="178"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9"/>
            <p:cNvSpPr/>
            <p:nvPr/>
          </p:nvSpPr>
          <p:spPr>
            <a:xfrm>
              <a:off x="428800" y="2022200"/>
              <a:ext cx="8425" cy="412600"/>
            </a:xfrm>
            <a:custGeom>
              <a:avLst/>
              <a:gdLst/>
              <a:ahLst/>
              <a:cxnLst/>
              <a:rect l="l" t="t" r="r" b="b"/>
              <a:pathLst>
                <a:path w="337" h="16504" fill="none" extrusionOk="0">
                  <a:moveTo>
                    <a:pt x="178" y="1"/>
                  </a:moveTo>
                  <a:lnTo>
                    <a:pt x="178" y="1"/>
                  </a:lnTo>
                  <a:lnTo>
                    <a:pt x="99" y="21"/>
                  </a:lnTo>
                  <a:lnTo>
                    <a:pt x="60" y="60"/>
                  </a:lnTo>
                  <a:lnTo>
                    <a:pt x="20" y="100"/>
                  </a:lnTo>
                  <a:lnTo>
                    <a:pt x="0" y="179"/>
                  </a:lnTo>
                  <a:lnTo>
                    <a:pt x="0" y="179"/>
                  </a:lnTo>
                  <a:lnTo>
                    <a:pt x="20" y="219"/>
                  </a:lnTo>
                  <a:lnTo>
                    <a:pt x="40" y="278"/>
                  </a:lnTo>
                  <a:lnTo>
                    <a:pt x="79" y="318"/>
                  </a:lnTo>
                  <a:lnTo>
                    <a:pt x="139" y="338"/>
                  </a:lnTo>
                  <a:lnTo>
                    <a:pt x="139" y="16503"/>
                  </a:lnTo>
                  <a:lnTo>
                    <a:pt x="218" y="16503"/>
                  </a:lnTo>
                  <a:lnTo>
                    <a:pt x="218" y="338"/>
                  </a:lnTo>
                  <a:lnTo>
                    <a:pt x="218" y="338"/>
                  </a:lnTo>
                  <a:lnTo>
                    <a:pt x="258" y="318"/>
                  </a:lnTo>
                  <a:lnTo>
                    <a:pt x="297" y="278"/>
                  </a:lnTo>
                  <a:lnTo>
                    <a:pt x="337" y="219"/>
                  </a:lnTo>
                  <a:lnTo>
                    <a:pt x="337" y="179"/>
                  </a:lnTo>
                  <a:lnTo>
                    <a:pt x="337" y="179"/>
                  </a:lnTo>
                  <a:lnTo>
                    <a:pt x="317" y="100"/>
                  </a:lnTo>
                  <a:lnTo>
                    <a:pt x="297" y="60"/>
                  </a:lnTo>
                  <a:lnTo>
                    <a:pt x="238" y="21"/>
                  </a:lnTo>
                  <a:lnTo>
                    <a:pt x="178"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9"/>
            <p:cNvSpPr/>
            <p:nvPr/>
          </p:nvSpPr>
          <p:spPr>
            <a:xfrm>
              <a:off x="309425" y="1428400"/>
              <a:ext cx="54500" cy="1006400"/>
            </a:xfrm>
            <a:custGeom>
              <a:avLst/>
              <a:gdLst/>
              <a:ahLst/>
              <a:cxnLst/>
              <a:rect l="l" t="t" r="r" b="b"/>
              <a:pathLst>
                <a:path w="2180" h="40256" extrusionOk="0">
                  <a:moveTo>
                    <a:pt x="1942" y="0"/>
                  </a:moveTo>
                  <a:lnTo>
                    <a:pt x="1883" y="40"/>
                  </a:lnTo>
                  <a:lnTo>
                    <a:pt x="1843" y="99"/>
                  </a:lnTo>
                  <a:lnTo>
                    <a:pt x="1843" y="159"/>
                  </a:lnTo>
                  <a:lnTo>
                    <a:pt x="1843" y="218"/>
                  </a:lnTo>
                  <a:lnTo>
                    <a:pt x="1863" y="258"/>
                  </a:lnTo>
                  <a:lnTo>
                    <a:pt x="1903" y="297"/>
                  </a:lnTo>
                  <a:lnTo>
                    <a:pt x="1962" y="317"/>
                  </a:lnTo>
                  <a:lnTo>
                    <a:pt x="1962" y="7508"/>
                  </a:lnTo>
                  <a:lnTo>
                    <a:pt x="21" y="9469"/>
                  </a:lnTo>
                  <a:lnTo>
                    <a:pt x="40" y="9489"/>
                  </a:lnTo>
                  <a:lnTo>
                    <a:pt x="1" y="9489"/>
                  </a:lnTo>
                  <a:lnTo>
                    <a:pt x="1" y="40255"/>
                  </a:lnTo>
                  <a:lnTo>
                    <a:pt x="80" y="40255"/>
                  </a:lnTo>
                  <a:lnTo>
                    <a:pt x="80" y="9509"/>
                  </a:lnTo>
                  <a:lnTo>
                    <a:pt x="2041" y="7548"/>
                  </a:lnTo>
                  <a:lnTo>
                    <a:pt x="2041" y="317"/>
                  </a:lnTo>
                  <a:lnTo>
                    <a:pt x="2101" y="297"/>
                  </a:lnTo>
                  <a:lnTo>
                    <a:pt x="2140" y="258"/>
                  </a:lnTo>
                  <a:lnTo>
                    <a:pt x="2160" y="218"/>
                  </a:lnTo>
                  <a:lnTo>
                    <a:pt x="2180" y="159"/>
                  </a:lnTo>
                  <a:lnTo>
                    <a:pt x="2160" y="99"/>
                  </a:lnTo>
                  <a:lnTo>
                    <a:pt x="2120" y="40"/>
                  </a:lnTo>
                  <a:lnTo>
                    <a:pt x="2061"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9"/>
            <p:cNvSpPr/>
            <p:nvPr/>
          </p:nvSpPr>
          <p:spPr>
            <a:xfrm>
              <a:off x="309425" y="1428400"/>
              <a:ext cx="54500" cy="1006400"/>
            </a:xfrm>
            <a:custGeom>
              <a:avLst/>
              <a:gdLst/>
              <a:ahLst/>
              <a:cxnLst/>
              <a:rect l="l" t="t" r="r" b="b"/>
              <a:pathLst>
                <a:path w="2180" h="40256" fill="none" extrusionOk="0">
                  <a:moveTo>
                    <a:pt x="2002" y="0"/>
                  </a:moveTo>
                  <a:lnTo>
                    <a:pt x="2002" y="0"/>
                  </a:lnTo>
                  <a:lnTo>
                    <a:pt x="2002" y="0"/>
                  </a:lnTo>
                  <a:lnTo>
                    <a:pt x="2002" y="0"/>
                  </a:lnTo>
                  <a:lnTo>
                    <a:pt x="1942" y="0"/>
                  </a:lnTo>
                  <a:lnTo>
                    <a:pt x="1883" y="40"/>
                  </a:lnTo>
                  <a:lnTo>
                    <a:pt x="1843" y="99"/>
                  </a:lnTo>
                  <a:lnTo>
                    <a:pt x="1843" y="159"/>
                  </a:lnTo>
                  <a:lnTo>
                    <a:pt x="1843" y="159"/>
                  </a:lnTo>
                  <a:lnTo>
                    <a:pt x="1843" y="218"/>
                  </a:lnTo>
                  <a:lnTo>
                    <a:pt x="1863" y="258"/>
                  </a:lnTo>
                  <a:lnTo>
                    <a:pt x="1903" y="297"/>
                  </a:lnTo>
                  <a:lnTo>
                    <a:pt x="1962" y="317"/>
                  </a:lnTo>
                  <a:lnTo>
                    <a:pt x="1962" y="7508"/>
                  </a:lnTo>
                  <a:lnTo>
                    <a:pt x="21" y="9469"/>
                  </a:lnTo>
                  <a:lnTo>
                    <a:pt x="40" y="9489"/>
                  </a:lnTo>
                  <a:lnTo>
                    <a:pt x="1" y="9489"/>
                  </a:lnTo>
                  <a:lnTo>
                    <a:pt x="1" y="40255"/>
                  </a:lnTo>
                  <a:lnTo>
                    <a:pt x="80" y="40255"/>
                  </a:lnTo>
                  <a:lnTo>
                    <a:pt x="80" y="9509"/>
                  </a:lnTo>
                  <a:lnTo>
                    <a:pt x="2041" y="7548"/>
                  </a:lnTo>
                  <a:lnTo>
                    <a:pt x="2041" y="317"/>
                  </a:lnTo>
                  <a:lnTo>
                    <a:pt x="2041" y="317"/>
                  </a:lnTo>
                  <a:lnTo>
                    <a:pt x="2101" y="297"/>
                  </a:lnTo>
                  <a:lnTo>
                    <a:pt x="2140" y="258"/>
                  </a:lnTo>
                  <a:lnTo>
                    <a:pt x="2160" y="218"/>
                  </a:lnTo>
                  <a:lnTo>
                    <a:pt x="2180" y="159"/>
                  </a:lnTo>
                  <a:lnTo>
                    <a:pt x="2180" y="159"/>
                  </a:lnTo>
                  <a:lnTo>
                    <a:pt x="2160" y="99"/>
                  </a:lnTo>
                  <a:lnTo>
                    <a:pt x="2120" y="40"/>
                  </a:lnTo>
                  <a:lnTo>
                    <a:pt x="2061" y="0"/>
                  </a:lnTo>
                  <a:lnTo>
                    <a:pt x="2002"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9"/>
            <p:cNvSpPr/>
            <p:nvPr/>
          </p:nvSpPr>
          <p:spPr>
            <a:xfrm>
              <a:off x="404525" y="1687900"/>
              <a:ext cx="119875" cy="746900"/>
            </a:xfrm>
            <a:custGeom>
              <a:avLst/>
              <a:gdLst/>
              <a:ahLst/>
              <a:cxnLst/>
              <a:rect l="l" t="t" r="r" b="b"/>
              <a:pathLst>
                <a:path w="4795" h="29876" extrusionOk="0">
                  <a:moveTo>
                    <a:pt x="4636" y="1"/>
                  </a:moveTo>
                  <a:lnTo>
                    <a:pt x="4577" y="21"/>
                  </a:lnTo>
                  <a:lnTo>
                    <a:pt x="4517" y="60"/>
                  </a:lnTo>
                  <a:lnTo>
                    <a:pt x="4478" y="120"/>
                  </a:lnTo>
                  <a:lnTo>
                    <a:pt x="4478" y="179"/>
                  </a:lnTo>
                  <a:lnTo>
                    <a:pt x="4478" y="239"/>
                  </a:lnTo>
                  <a:lnTo>
                    <a:pt x="4497" y="278"/>
                  </a:lnTo>
                  <a:lnTo>
                    <a:pt x="4537" y="318"/>
                  </a:lnTo>
                  <a:lnTo>
                    <a:pt x="4596" y="338"/>
                  </a:lnTo>
                  <a:lnTo>
                    <a:pt x="4596" y="6736"/>
                  </a:lnTo>
                  <a:lnTo>
                    <a:pt x="199" y="11115"/>
                  </a:lnTo>
                  <a:lnTo>
                    <a:pt x="199" y="5825"/>
                  </a:lnTo>
                  <a:lnTo>
                    <a:pt x="258" y="5805"/>
                  </a:lnTo>
                  <a:lnTo>
                    <a:pt x="298" y="5766"/>
                  </a:lnTo>
                  <a:lnTo>
                    <a:pt x="317" y="5706"/>
                  </a:lnTo>
                  <a:lnTo>
                    <a:pt x="337" y="5667"/>
                  </a:lnTo>
                  <a:lnTo>
                    <a:pt x="317" y="5587"/>
                  </a:lnTo>
                  <a:lnTo>
                    <a:pt x="278" y="5548"/>
                  </a:lnTo>
                  <a:lnTo>
                    <a:pt x="218" y="5508"/>
                  </a:lnTo>
                  <a:lnTo>
                    <a:pt x="159" y="5488"/>
                  </a:lnTo>
                  <a:lnTo>
                    <a:pt x="99" y="5508"/>
                  </a:lnTo>
                  <a:lnTo>
                    <a:pt x="40" y="5548"/>
                  </a:lnTo>
                  <a:lnTo>
                    <a:pt x="0" y="5587"/>
                  </a:lnTo>
                  <a:lnTo>
                    <a:pt x="0" y="5667"/>
                  </a:lnTo>
                  <a:lnTo>
                    <a:pt x="0" y="5706"/>
                  </a:lnTo>
                  <a:lnTo>
                    <a:pt x="20" y="5766"/>
                  </a:lnTo>
                  <a:lnTo>
                    <a:pt x="60" y="5805"/>
                  </a:lnTo>
                  <a:lnTo>
                    <a:pt x="119" y="5825"/>
                  </a:lnTo>
                  <a:lnTo>
                    <a:pt x="119" y="29875"/>
                  </a:lnTo>
                  <a:lnTo>
                    <a:pt x="199" y="29875"/>
                  </a:lnTo>
                  <a:lnTo>
                    <a:pt x="199" y="11233"/>
                  </a:lnTo>
                  <a:lnTo>
                    <a:pt x="4676" y="6756"/>
                  </a:lnTo>
                  <a:lnTo>
                    <a:pt x="4676" y="338"/>
                  </a:lnTo>
                  <a:lnTo>
                    <a:pt x="4735" y="318"/>
                  </a:lnTo>
                  <a:lnTo>
                    <a:pt x="4775" y="278"/>
                  </a:lnTo>
                  <a:lnTo>
                    <a:pt x="4795" y="239"/>
                  </a:lnTo>
                  <a:lnTo>
                    <a:pt x="4795" y="179"/>
                  </a:lnTo>
                  <a:lnTo>
                    <a:pt x="4795" y="120"/>
                  </a:lnTo>
                  <a:lnTo>
                    <a:pt x="4755" y="60"/>
                  </a:lnTo>
                  <a:lnTo>
                    <a:pt x="4696" y="21"/>
                  </a:lnTo>
                  <a:lnTo>
                    <a:pt x="4636"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9"/>
            <p:cNvSpPr/>
            <p:nvPr/>
          </p:nvSpPr>
          <p:spPr>
            <a:xfrm>
              <a:off x="404525" y="1687900"/>
              <a:ext cx="119875" cy="746900"/>
            </a:xfrm>
            <a:custGeom>
              <a:avLst/>
              <a:gdLst/>
              <a:ahLst/>
              <a:cxnLst/>
              <a:rect l="l" t="t" r="r" b="b"/>
              <a:pathLst>
                <a:path w="4795" h="29876" fill="none" extrusionOk="0">
                  <a:moveTo>
                    <a:pt x="4636" y="1"/>
                  </a:moveTo>
                  <a:lnTo>
                    <a:pt x="4636" y="1"/>
                  </a:lnTo>
                  <a:lnTo>
                    <a:pt x="4577" y="21"/>
                  </a:lnTo>
                  <a:lnTo>
                    <a:pt x="4517" y="60"/>
                  </a:lnTo>
                  <a:lnTo>
                    <a:pt x="4478" y="120"/>
                  </a:lnTo>
                  <a:lnTo>
                    <a:pt x="4478" y="179"/>
                  </a:lnTo>
                  <a:lnTo>
                    <a:pt x="4478" y="179"/>
                  </a:lnTo>
                  <a:lnTo>
                    <a:pt x="4478" y="239"/>
                  </a:lnTo>
                  <a:lnTo>
                    <a:pt x="4497" y="278"/>
                  </a:lnTo>
                  <a:lnTo>
                    <a:pt x="4537" y="318"/>
                  </a:lnTo>
                  <a:lnTo>
                    <a:pt x="4596" y="338"/>
                  </a:lnTo>
                  <a:lnTo>
                    <a:pt x="4596" y="6736"/>
                  </a:lnTo>
                  <a:lnTo>
                    <a:pt x="199" y="11115"/>
                  </a:lnTo>
                  <a:lnTo>
                    <a:pt x="199" y="5825"/>
                  </a:lnTo>
                  <a:lnTo>
                    <a:pt x="199" y="5825"/>
                  </a:lnTo>
                  <a:lnTo>
                    <a:pt x="258" y="5805"/>
                  </a:lnTo>
                  <a:lnTo>
                    <a:pt x="298" y="5766"/>
                  </a:lnTo>
                  <a:lnTo>
                    <a:pt x="317" y="5706"/>
                  </a:lnTo>
                  <a:lnTo>
                    <a:pt x="337" y="5667"/>
                  </a:lnTo>
                  <a:lnTo>
                    <a:pt x="337" y="5667"/>
                  </a:lnTo>
                  <a:lnTo>
                    <a:pt x="317" y="5587"/>
                  </a:lnTo>
                  <a:lnTo>
                    <a:pt x="278" y="5548"/>
                  </a:lnTo>
                  <a:lnTo>
                    <a:pt x="218" y="5508"/>
                  </a:lnTo>
                  <a:lnTo>
                    <a:pt x="159" y="5488"/>
                  </a:lnTo>
                  <a:lnTo>
                    <a:pt x="159" y="5488"/>
                  </a:lnTo>
                  <a:lnTo>
                    <a:pt x="159" y="5488"/>
                  </a:lnTo>
                  <a:lnTo>
                    <a:pt x="159" y="5488"/>
                  </a:lnTo>
                  <a:lnTo>
                    <a:pt x="99" y="5508"/>
                  </a:lnTo>
                  <a:lnTo>
                    <a:pt x="40" y="5548"/>
                  </a:lnTo>
                  <a:lnTo>
                    <a:pt x="0" y="5587"/>
                  </a:lnTo>
                  <a:lnTo>
                    <a:pt x="0" y="5667"/>
                  </a:lnTo>
                  <a:lnTo>
                    <a:pt x="0" y="5667"/>
                  </a:lnTo>
                  <a:lnTo>
                    <a:pt x="0" y="5706"/>
                  </a:lnTo>
                  <a:lnTo>
                    <a:pt x="20" y="5766"/>
                  </a:lnTo>
                  <a:lnTo>
                    <a:pt x="60" y="5805"/>
                  </a:lnTo>
                  <a:lnTo>
                    <a:pt x="119" y="5825"/>
                  </a:lnTo>
                  <a:lnTo>
                    <a:pt x="119" y="29875"/>
                  </a:lnTo>
                  <a:lnTo>
                    <a:pt x="199" y="29875"/>
                  </a:lnTo>
                  <a:lnTo>
                    <a:pt x="199" y="11233"/>
                  </a:lnTo>
                  <a:lnTo>
                    <a:pt x="4676" y="6756"/>
                  </a:lnTo>
                  <a:lnTo>
                    <a:pt x="4676" y="338"/>
                  </a:lnTo>
                  <a:lnTo>
                    <a:pt x="4676" y="338"/>
                  </a:lnTo>
                  <a:lnTo>
                    <a:pt x="4735" y="318"/>
                  </a:lnTo>
                  <a:lnTo>
                    <a:pt x="4775" y="278"/>
                  </a:lnTo>
                  <a:lnTo>
                    <a:pt x="4795" y="239"/>
                  </a:lnTo>
                  <a:lnTo>
                    <a:pt x="4795" y="179"/>
                  </a:lnTo>
                  <a:lnTo>
                    <a:pt x="4795" y="179"/>
                  </a:lnTo>
                  <a:lnTo>
                    <a:pt x="4795" y="120"/>
                  </a:lnTo>
                  <a:lnTo>
                    <a:pt x="4755" y="60"/>
                  </a:lnTo>
                  <a:lnTo>
                    <a:pt x="4696" y="21"/>
                  </a:lnTo>
                  <a:lnTo>
                    <a:pt x="4636"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9"/>
            <p:cNvSpPr/>
            <p:nvPr/>
          </p:nvSpPr>
          <p:spPr>
            <a:xfrm>
              <a:off x="434250" y="1977150"/>
              <a:ext cx="55975" cy="457650"/>
            </a:xfrm>
            <a:custGeom>
              <a:avLst/>
              <a:gdLst/>
              <a:ahLst/>
              <a:cxnLst/>
              <a:rect l="l" t="t" r="r" b="b"/>
              <a:pathLst>
                <a:path w="2239" h="18306" extrusionOk="0">
                  <a:moveTo>
                    <a:pt x="178" y="0"/>
                  </a:moveTo>
                  <a:lnTo>
                    <a:pt x="99" y="20"/>
                  </a:lnTo>
                  <a:lnTo>
                    <a:pt x="59" y="60"/>
                  </a:lnTo>
                  <a:lnTo>
                    <a:pt x="20" y="99"/>
                  </a:lnTo>
                  <a:lnTo>
                    <a:pt x="0" y="178"/>
                  </a:lnTo>
                  <a:lnTo>
                    <a:pt x="20" y="238"/>
                  </a:lnTo>
                  <a:lnTo>
                    <a:pt x="59" y="297"/>
                  </a:lnTo>
                  <a:lnTo>
                    <a:pt x="99" y="317"/>
                  </a:lnTo>
                  <a:lnTo>
                    <a:pt x="178" y="337"/>
                  </a:lnTo>
                  <a:lnTo>
                    <a:pt x="218" y="337"/>
                  </a:lnTo>
                  <a:lnTo>
                    <a:pt x="258" y="317"/>
                  </a:lnTo>
                  <a:lnTo>
                    <a:pt x="2140" y="2199"/>
                  </a:lnTo>
                  <a:lnTo>
                    <a:pt x="2140" y="18305"/>
                  </a:lnTo>
                  <a:lnTo>
                    <a:pt x="2239" y="18305"/>
                  </a:lnTo>
                  <a:lnTo>
                    <a:pt x="2239" y="2179"/>
                  </a:lnTo>
                  <a:lnTo>
                    <a:pt x="317" y="258"/>
                  </a:lnTo>
                  <a:lnTo>
                    <a:pt x="337" y="218"/>
                  </a:lnTo>
                  <a:lnTo>
                    <a:pt x="337" y="178"/>
                  </a:lnTo>
                  <a:lnTo>
                    <a:pt x="317" y="99"/>
                  </a:lnTo>
                  <a:lnTo>
                    <a:pt x="297" y="60"/>
                  </a:lnTo>
                  <a:lnTo>
                    <a:pt x="238" y="20"/>
                  </a:lnTo>
                  <a:lnTo>
                    <a:pt x="178"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9"/>
            <p:cNvSpPr/>
            <p:nvPr/>
          </p:nvSpPr>
          <p:spPr>
            <a:xfrm>
              <a:off x="434250" y="1977150"/>
              <a:ext cx="55975" cy="457650"/>
            </a:xfrm>
            <a:custGeom>
              <a:avLst/>
              <a:gdLst/>
              <a:ahLst/>
              <a:cxnLst/>
              <a:rect l="l" t="t" r="r" b="b"/>
              <a:pathLst>
                <a:path w="2239" h="18306" fill="none" extrusionOk="0">
                  <a:moveTo>
                    <a:pt x="178" y="0"/>
                  </a:moveTo>
                  <a:lnTo>
                    <a:pt x="178" y="0"/>
                  </a:lnTo>
                  <a:lnTo>
                    <a:pt x="178" y="0"/>
                  </a:lnTo>
                  <a:lnTo>
                    <a:pt x="178" y="0"/>
                  </a:lnTo>
                  <a:lnTo>
                    <a:pt x="99" y="20"/>
                  </a:lnTo>
                  <a:lnTo>
                    <a:pt x="59" y="60"/>
                  </a:lnTo>
                  <a:lnTo>
                    <a:pt x="20" y="99"/>
                  </a:lnTo>
                  <a:lnTo>
                    <a:pt x="0" y="178"/>
                  </a:lnTo>
                  <a:lnTo>
                    <a:pt x="0" y="178"/>
                  </a:lnTo>
                  <a:lnTo>
                    <a:pt x="20" y="238"/>
                  </a:lnTo>
                  <a:lnTo>
                    <a:pt x="59" y="297"/>
                  </a:lnTo>
                  <a:lnTo>
                    <a:pt x="99" y="317"/>
                  </a:lnTo>
                  <a:lnTo>
                    <a:pt x="178" y="337"/>
                  </a:lnTo>
                  <a:lnTo>
                    <a:pt x="178" y="337"/>
                  </a:lnTo>
                  <a:lnTo>
                    <a:pt x="218" y="337"/>
                  </a:lnTo>
                  <a:lnTo>
                    <a:pt x="258" y="317"/>
                  </a:lnTo>
                  <a:lnTo>
                    <a:pt x="2140" y="2199"/>
                  </a:lnTo>
                  <a:lnTo>
                    <a:pt x="2140" y="18305"/>
                  </a:lnTo>
                  <a:lnTo>
                    <a:pt x="2239" y="18305"/>
                  </a:lnTo>
                  <a:lnTo>
                    <a:pt x="2239" y="2179"/>
                  </a:lnTo>
                  <a:lnTo>
                    <a:pt x="317" y="258"/>
                  </a:lnTo>
                  <a:lnTo>
                    <a:pt x="317" y="258"/>
                  </a:lnTo>
                  <a:lnTo>
                    <a:pt x="337" y="218"/>
                  </a:lnTo>
                  <a:lnTo>
                    <a:pt x="337" y="178"/>
                  </a:lnTo>
                  <a:lnTo>
                    <a:pt x="337" y="178"/>
                  </a:lnTo>
                  <a:lnTo>
                    <a:pt x="317" y="99"/>
                  </a:lnTo>
                  <a:lnTo>
                    <a:pt x="297" y="60"/>
                  </a:lnTo>
                  <a:lnTo>
                    <a:pt x="238" y="20"/>
                  </a:lnTo>
                  <a:lnTo>
                    <a:pt x="178"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9"/>
            <p:cNvSpPr/>
            <p:nvPr/>
          </p:nvSpPr>
          <p:spPr>
            <a:xfrm>
              <a:off x="891875" y="1444725"/>
              <a:ext cx="120375" cy="990075"/>
            </a:xfrm>
            <a:custGeom>
              <a:avLst/>
              <a:gdLst/>
              <a:ahLst/>
              <a:cxnLst/>
              <a:rect l="l" t="t" r="r" b="b"/>
              <a:pathLst>
                <a:path w="4815" h="39603" extrusionOk="0">
                  <a:moveTo>
                    <a:pt x="178" y="1"/>
                  </a:moveTo>
                  <a:lnTo>
                    <a:pt x="119" y="21"/>
                  </a:lnTo>
                  <a:lnTo>
                    <a:pt x="60" y="60"/>
                  </a:lnTo>
                  <a:lnTo>
                    <a:pt x="20" y="100"/>
                  </a:lnTo>
                  <a:lnTo>
                    <a:pt x="0" y="179"/>
                  </a:lnTo>
                  <a:lnTo>
                    <a:pt x="20" y="219"/>
                  </a:lnTo>
                  <a:lnTo>
                    <a:pt x="40" y="278"/>
                  </a:lnTo>
                  <a:lnTo>
                    <a:pt x="79" y="318"/>
                  </a:lnTo>
                  <a:lnTo>
                    <a:pt x="139" y="338"/>
                  </a:lnTo>
                  <a:lnTo>
                    <a:pt x="139" y="6756"/>
                  </a:lnTo>
                  <a:lnTo>
                    <a:pt x="4616" y="11233"/>
                  </a:lnTo>
                  <a:lnTo>
                    <a:pt x="4616" y="39602"/>
                  </a:lnTo>
                  <a:lnTo>
                    <a:pt x="4695" y="39602"/>
                  </a:lnTo>
                  <a:lnTo>
                    <a:pt x="4695" y="5805"/>
                  </a:lnTo>
                  <a:lnTo>
                    <a:pt x="4735" y="5785"/>
                  </a:lnTo>
                  <a:lnTo>
                    <a:pt x="4775" y="5766"/>
                  </a:lnTo>
                  <a:lnTo>
                    <a:pt x="4814" y="5706"/>
                  </a:lnTo>
                  <a:lnTo>
                    <a:pt x="4814" y="5647"/>
                  </a:lnTo>
                  <a:lnTo>
                    <a:pt x="4814" y="5587"/>
                  </a:lnTo>
                  <a:lnTo>
                    <a:pt x="4775" y="5528"/>
                  </a:lnTo>
                  <a:lnTo>
                    <a:pt x="4715" y="5508"/>
                  </a:lnTo>
                  <a:lnTo>
                    <a:pt x="4656" y="5488"/>
                  </a:lnTo>
                  <a:lnTo>
                    <a:pt x="4576" y="5508"/>
                  </a:lnTo>
                  <a:lnTo>
                    <a:pt x="4537" y="5528"/>
                  </a:lnTo>
                  <a:lnTo>
                    <a:pt x="4497" y="5587"/>
                  </a:lnTo>
                  <a:lnTo>
                    <a:pt x="4477" y="5647"/>
                  </a:lnTo>
                  <a:lnTo>
                    <a:pt x="4497" y="5706"/>
                  </a:lnTo>
                  <a:lnTo>
                    <a:pt x="4517" y="5766"/>
                  </a:lnTo>
                  <a:lnTo>
                    <a:pt x="4557" y="5785"/>
                  </a:lnTo>
                  <a:lnTo>
                    <a:pt x="4616" y="5805"/>
                  </a:lnTo>
                  <a:lnTo>
                    <a:pt x="4616" y="11115"/>
                  </a:lnTo>
                  <a:lnTo>
                    <a:pt x="218" y="6717"/>
                  </a:lnTo>
                  <a:lnTo>
                    <a:pt x="218" y="338"/>
                  </a:lnTo>
                  <a:lnTo>
                    <a:pt x="258" y="318"/>
                  </a:lnTo>
                  <a:lnTo>
                    <a:pt x="297" y="278"/>
                  </a:lnTo>
                  <a:lnTo>
                    <a:pt x="337" y="219"/>
                  </a:lnTo>
                  <a:lnTo>
                    <a:pt x="337" y="179"/>
                  </a:lnTo>
                  <a:lnTo>
                    <a:pt x="337" y="100"/>
                  </a:lnTo>
                  <a:lnTo>
                    <a:pt x="297" y="60"/>
                  </a:lnTo>
                  <a:lnTo>
                    <a:pt x="238" y="21"/>
                  </a:lnTo>
                  <a:lnTo>
                    <a:pt x="178"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9"/>
            <p:cNvSpPr/>
            <p:nvPr/>
          </p:nvSpPr>
          <p:spPr>
            <a:xfrm>
              <a:off x="891875" y="1444725"/>
              <a:ext cx="120375" cy="990075"/>
            </a:xfrm>
            <a:custGeom>
              <a:avLst/>
              <a:gdLst/>
              <a:ahLst/>
              <a:cxnLst/>
              <a:rect l="l" t="t" r="r" b="b"/>
              <a:pathLst>
                <a:path w="4815" h="39603" fill="none" extrusionOk="0">
                  <a:moveTo>
                    <a:pt x="178" y="1"/>
                  </a:moveTo>
                  <a:lnTo>
                    <a:pt x="178" y="1"/>
                  </a:lnTo>
                  <a:lnTo>
                    <a:pt x="119" y="21"/>
                  </a:lnTo>
                  <a:lnTo>
                    <a:pt x="60" y="60"/>
                  </a:lnTo>
                  <a:lnTo>
                    <a:pt x="20" y="100"/>
                  </a:lnTo>
                  <a:lnTo>
                    <a:pt x="0" y="179"/>
                  </a:lnTo>
                  <a:lnTo>
                    <a:pt x="0" y="179"/>
                  </a:lnTo>
                  <a:lnTo>
                    <a:pt x="20" y="219"/>
                  </a:lnTo>
                  <a:lnTo>
                    <a:pt x="40" y="278"/>
                  </a:lnTo>
                  <a:lnTo>
                    <a:pt x="79" y="318"/>
                  </a:lnTo>
                  <a:lnTo>
                    <a:pt x="139" y="338"/>
                  </a:lnTo>
                  <a:lnTo>
                    <a:pt x="139" y="6756"/>
                  </a:lnTo>
                  <a:lnTo>
                    <a:pt x="4616" y="11233"/>
                  </a:lnTo>
                  <a:lnTo>
                    <a:pt x="4616" y="39602"/>
                  </a:lnTo>
                  <a:lnTo>
                    <a:pt x="4695" y="39602"/>
                  </a:lnTo>
                  <a:lnTo>
                    <a:pt x="4695" y="5805"/>
                  </a:lnTo>
                  <a:lnTo>
                    <a:pt x="4695" y="5805"/>
                  </a:lnTo>
                  <a:lnTo>
                    <a:pt x="4735" y="5785"/>
                  </a:lnTo>
                  <a:lnTo>
                    <a:pt x="4775" y="5766"/>
                  </a:lnTo>
                  <a:lnTo>
                    <a:pt x="4814" y="5706"/>
                  </a:lnTo>
                  <a:lnTo>
                    <a:pt x="4814" y="5647"/>
                  </a:lnTo>
                  <a:lnTo>
                    <a:pt x="4814" y="5647"/>
                  </a:lnTo>
                  <a:lnTo>
                    <a:pt x="4814" y="5587"/>
                  </a:lnTo>
                  <a:lnTo>
                    <a:pt x="4775" y="5528"/>
                  </a:lnTo>
                  <a:lnTo>
                    <a:pt x="4715" y="5508"/>
                  </a:lnTo>
                  <a:lnTo>
                    <a:pt x="4656" y="5488"/>
                  </a:lnTo>
                  <a:lnTo>
                    <a:pt x="4656" y="5488"/>
                  </a:lnTo>
                  <a:lnTo>
                    <a:pt x="4576" y="5508"/>
                  </a:lnTo>
                  <a:lnTo>
                    <a:pt x="4537" y="5528"/>
                  </a:lnTo>
                  <a:lnTo>
                    <a:pt x="4497" y="5587"/>
                  </a:lnTo>
                  <a:lnTo>
                    <a:pt x="4477" y="5647"/>
                  </a:lnTo>
                  <a:lnTo>
                    <a:pt x="4477" y="5647"/>
                  </a:lnTo>
                  <a:lnTo>
                    <a:pt x="4497" y="5706"/>
                  </a:lnTo>
                  <a:lnTo>
                    <a:pt x="4517" y="5766"/>
                  </a:lnTo>
                  <a:lnTo>
                    <a:pt x="4557" y="5785"/>
                  </a:lnTo>
                  <a:lnTo>
                    <a:pt x="4616" y="5805"/>
                  </a:lnTo>
                  <a:lnTo>
                    <a:pt x="4616" y="11115"/>
                  </a:lnTo>
                  <a:lnTo>
                    <a:pt x="218" y="6717"/>
                  </a:lnTo>
                  <a:lnTo>
                    <a:pt x="218" y="338"/>
                  </a:lnTo>
                  <a:lnTo>
                    <a:pt x="218" y="338"/>
                  </a:lnTo>
                  <a:lnTo>
                    <a:pt x="258" y="318"/>
                  </a:lnTo>
                  <a:lnTo>
                    <a:pt x="297" y="278"/>
                  </a:lnTo>
                  <a:lnTo>
                    <a:pt x="337" y="219"/>
                  </a:lnTo>
                  <a:lnTo>
                    <a:pt x="337" y="179"/>
                  </a:lnTo>
                  <a:lnTo>
                    <a:pt x="337" y="179"/>
                  </a:lnTo>
                  <a:lnTo>
                    <a:pt x="337" y="100"/>
                  </a:lnTo>
                  <a:lnTo>
                    <a:pt x="297" y="60"/>
                  </a:lnTo>
                  <a:lnTo>
                    <a:pt x="238" y="21"/>
                  </a:lnTo>
                  <a:lnTo>
                    <a:pt x="178"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9"/>
            <p:cNvSpPr/>
            <p:nvPr/>
          </p:nvSpPr>
          <p:spPr>
            <a:xfrm>
              <a:off x="382725" y="1322400"/>
              <a:ext cx="54500" cy="1112400"/>
            </a:xfrm>
            <a:custGeom>
              <a:avLst/>
              <a:gdLst/>
              <a:ahLst/>
              <a:cxnLst/>
              <a:rect l="l" t="t" r="r" b="b"/>
              <a:pathLst>
                <a:path w="2180" h="44496" extrusionOk="0">
                  <a:moveTo>
                    <a:pt x="1942" y="1"/>
                  </a:moveTo>
                  <a:lnTo>
                    <a:pt x="1903" y="40"/>
                  </a:lnTo>
                  <a:lnTo>
                    <a:pt x="1863" y="100"/>
                  </a:lnTo>
                  <a:lnTo>
                    <a:pt x="1843" y="159"/>
                  </a:lnTo>
                  <a:lnTo>
                    <a:pt x="1863" y="218"/>
                  </a:lnTo>
                  <a:lnTo>
                    <a:pt x="1883" y="258"/>
                  </a:lnTo>
                  <a:lnTo>
                    <a:pt x="1922" y="298"/>
                  </a:lnTo>
                  <a:lnTo>
                    <a:pt x="1982" y="318"/>
                  </a:lnTo>
                  <a:lnTo>
                    <a:pt x="1982" y="12957"/>
                  </a:lnTo>
                  <a:lnTo>
                    <a:pt x="1" y="14918"/>
                  </a:lnTo>
                  <a:lnTo>
                    <a:pt x="1" y="44495"/>
                  </a:lnTo>
                  <a:lnTo>
                    <a:pt x="100" y="44495"/>
                  </a:lnTo>
                  <a:lnTo>
                    <a:pt x="100" y="14958"/>
                  </a:lnTo>
                  <a:lnTo>
                    <a:pt x="2061" y="12996"/>
                  </a:lnTo>
                  <a:lnTo>
                    <a:pt x="2061" y="318"/>
                  </a:lnTo>
                  <a:lnTo>
                    <a:pt x="2101" y="298"/>
                  </a:lnTo>
                  <a:lnTo>
                    <a:pt x="2140" y="258"/>
                  </a:lnTo>
                  <a:lnTo>
                    <a:pt x="2180" y="218"/>
                  </a:lnTo>
                  <a:lnTo>
                    <a:pt x="2180" y="159"/>
                  </a:lnTo>
                  <a:lnTo>
                    <a:pt x="2160" y="100"/>
                  </a:lnTo>
                  <a:lnTo>
                    <a:pt x="2140" y="40"/>
                  </a:lnTo>
                  <a:lnTo>
                    <a:pt x="2081"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9"/>
            <p:cNvSpPr/>
            <p:nvPr/>
          </p:nvSpPr>
          <p:spPr>
            <a:xfrm>
              <a:off x="382725" y="1322400"/>
              <a:ext cx="54500" cy="1112400"/>
            </a:xfrm>
            <a:custGeom>
              <a:avLst/>
              <a:gdLst/>
              <a:ahLst/>
              <a:cxnLst/>
              <a:rect l="l" t="t" r="r" b="b"/>
              <a:pathLst>
                <a:path w="2180" h="44496" fill="none" extrusionOk="0">
                  <a:moveTo>
                    <a:pt x="2021" y="1"/>
                  </a:moveTo>
                  <a:lnTo>
                    <a:pt x="2021" y="1"/>
                  </a:lnTo>
                  <a:lnTo>
                    <a:pt x="1942" y="1"/>
                  </a:lnTo>
                  <a:lnTo>
                    <a:pt x="1903" y="40"/>
                  </a:lnTo>
                  <a:lnTo>
                    <a:pt x="1863" y="100"/>
                  </a:lnTo>
                  <a:lnTo>
                    <a:pt x="1843" y="159"/>
                  </a:lnTo>
                  <a:lnTo>
                    <a:pt x="1843" y="159"/>
                  </a:lnTo>
                  <a:lnTo>
                    <a:pt x="1863" y="218"/>
                  </a:lnTo>
                  <a:lnTo>
                    <a:pt x="1883" y="258"/>
                  </a:lnTo>
                  <a:lnTo>
                    <a:pt x="1922" y="298"/>
                  </a:lnTo>
                  <a:lnTo>
                    <a:pt x="1982" y="318"/>
                  </a:lnTo>
                  <a:lnTo>
                    <a:pt x="1982" y="12957"/>
                  </a:lnTo>
                  <a:lnTo>
                    <a:pt x="1" y="14918"/>
                  </a:lnTo>
                  <a:lnTo>
                    <a:pt x="1" y="44495"/>
                  </a:lnTo>
                  <a:lnTo>
                    <a:pt x="100" y="44495"/>
                  </a:lnTo>
                  <a:lnTo>
                    <a:pt x="100" y="14958"/>
                  </a:lnTo>
                  <a:lnTo>
                    <a:pt x="2061" y="12996"/>
                  </a:lnTo>
                  <a:lnTo>
                    <a:pt x="2061" y="318"/>
                  </a:lnTo>
                  <a:lnTo>
                    <a:pt x="2061" y="318"/>
                  </a:lnTo>
                  <a:lnTo>
                    <a:pt x="2101" y="298"/>
                  </a:lnTo>
                  <a:lnTo>
                    <a:pt x="2140" y="258"/>
                  </a:lnTo>
                  <a:lnTo>
                    <a:pt x="2180" y="218"/>
                  </a:lnTo>
                  <a:lnTo>
                    <a:pt x="2180" y="159"/>
                  </a:lnTo>
                  <a:lnTo>
                    <a:pt x="2180" y="159"/>
                  </a:lnTo>
                  <a:lnTo>
                    <a:pt x="2160" y="100"/>
                  </a:lnTo>
                  <a:lnTo>
                    <a:pt x="2140" y="40"/>
                  </a:lnTo>
                  <a:lnTo>
                    <a:pt x="2081" y="1"/>
                  </a:lnTo>
                  <a:lnTo>
                    <a:pt x="2021"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9"/>
            <p:cNvSpPr/>
            <p:nvPr/>
          </p:nvSpPr>
          <p:spPr>
            <a:xfrm>
              <a:off x="358475" y="1269400"/>
              <a:ext cx="54500" cy="1165400"/>
            </a:xfrm>
            <a:custGeom>
              <a:avLst/>
              <a:gdLst/>
              <a:ahLst/>
              <a:cxnLst/>
              <a:rect l="l" t="t" r="r" b="b"/>
              <a:pathLst>
                <a:path w="2180" h="46616" extrusionOk="0">
                  <a:moveTo>
                    <a:pt x="1941" y="1"/>
                  </a:moveTo>
                  <a:lnTo>
                    <a:pt x="1882" y="40"/>
                  </a:lnTo>
                  <a:lnTo>
                    <a:pt x="1842" y="100"/>
                  </a:lnTo>
                  <a:lnTo>
                    <a:pt x="1842" y="159"/>
                  </a:lnTo>
                  <a:lnTo>
                    <a:pt x="1842" y="219"/>
                  </a:lnTo>
                  <a:lnTo>
                    <a:pt x="1862" y="258"/>
                  </a:lnTo>
                  <a:lnTo>
                    <a:pt x="1902" y="298"/>
                  </a:lnTo>
                  <a:lnTo>
                    <a:pt x="1961" y="318"/>
                  </a:lnTo>
                  <a:lnTo>
                    <a:pt x="1961" y="14680"/>
                  </a:lnTo>
                  <a:lnTo>
                    <a:pt x="0" y="16642"/>
                  </a:lnTo>
                  <a:lnTo>
                    <a:pt x="0" y="46615"/>
                  </a:lnTo>
                  <a:lnTo>
                    <a:pt x="79" y="46615"/>
                  </a:lnTo>
                  <a:lnTo>
                    <a:pt x="79" y="16662"/>
                  </a:lnTo>
                  <a:lnTo>
                    <a:pt x="2041" y="14700"/>
                  </a:lnTo>
                  <a:lnTo>
                    <a:pt x="2041" y="318"/>
                  </a:lnTo>
                  <a:lnTo>
                    <a:pt x="2100" y="298"/>
                  </a:lnTo>
                  <a:lnTo>
                    <a:pt x="2140" y="258"/>
                  </a:lnTo>
                  <a:lnTo>
                    <a:pt x="2159" y="219"/>
                  </a:lnTo>
                  <a:lnTo>
                    <a:pt x="2179" y="159"/>
                  </a:lnTo>
                  <a:lnTo>
                    <a:pt x="2159" y="100"/>
                  </a:lnTo>
                  <a:lnTo>
                    <a:pt x="2120" y="40"/>
                  </a:lnTo>
                  <a:lnTo>
                    <a:pt x="2060"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9"/>
            <p:cNvSpPr/>
            <p:nvPr/>
          </p:nvSpPr>
          <p:spPr>
            <a:xfrm>
              <a:off x="358475" y="1269400"/>
              <a:ext cx="54500" cy="1165400"/>
            </a:xfrm>
            <a:custGeom>
              <a:avLst/>
              <a:gdLst/>
              <a:ahLst/>
              <a:cxnLst/>
              <a:rect l="l" t="t" r="r" b="b"/>
              <a:pathLst>
                <a:path w="2180" h="46616" fill="none" extrusionOk="0">
                  <a:moveTo>
                    <a:pt x="2001" y="1"/>
                  </a:moveTo>
                  <a:lnTo>
                    <a:pt x="2001" y="1"/>
                  </a:lnTo>
                  <a:lnTo>
                    <a:pt x="2001" y="1"/>
                  </a:lnTo>
                  <a:lnTo>
                    <a:pt x="2001" y="1"/>
                  </a:lnTo>
                  <a:lnTo>
                    <a:pt x="1941" y="1"/>
                  </a:lnTo>
                  <a:lnTo>
                    <a:pt x="1882" y="40"/>
                  </a:lnTo>
                  <a:lnTo>
                    <a:pt x="1842" y="100"/>
                  </a:lnTo>
                  <a:lnTo>
                    <a:pt x="1842" y="159"/>
                  </a:lnTo>
                  <a:lnTo>
                    <a:pt x="1842" y="159"/>
                  </a:lnTo>
                  <a:lnTo>
                    <a:pt x="1842" y="219"/>
                  </a:lnTo>
                  <a:lnTo>
                    <a:pt x="1862" y="258"/>
                  </a:lnTo>
                  <a:lnTo>
                    <a:pt x="1902" y="298"/>
                  </a:lnTo>
                  <a:lnTo>
                    <a:pt x="1961" y="318"/>
                  </a:lnTo>
                  <a:lnTo>
                    <a:pt x="1961" y="14680"/>
                  </a:lnTo>
                  <a:lnTo>
                    <a:pt x="0" y="16642"/>
                  </a:lnTo>
                  <a:lnTo>
                    <a:pt x="0" y="46615"/>
                  </a:lnTo>
                  <a:lnTo>
                    <a:pt x="79" y="46615"/>
                  </a:lnTo>
                  <a:lnTo>
                    <a:pt x="79" y="16662"/>
                  </a:lnTo>
                  <a:lnTo>
                    <a:pt x="2041" y="14700"/>
                  </a:lnTo>
                  <a:lnTo>
                    <a:pt x="2041" y="318"/>
                  </a:lnTo>
                  <a:lnTo>
                    <a:pt x="2041" y="318"/>
                  </a:lnTo>
                  <a:lnTo>
                    <a:pt x="2100" y="298"/>
                  </a:lnTo>
                  <a:lnTo>
                    <a:pt x="2140" y="258"/>
                  </a:lnTo>
                  <a:lnTo>
                    <a:pt x="2159" y="219"/>
                  </a:lnTo>
                  <a:lnTo>
                    <a:pt x="2179" y="159"/>
                  </a:lnTo>
                  <a:lnTo>
                    <a:pt x="2179" y="159"/>
                  </a:lnTo>
                  <a:lnTo>
                    <a:pt x="2159" y="100"/>
                  </a:lnTo>
                  <a:lnTo>
                    <a:pt x="2120" y="40"/>
                  </a:lnTo>
                  <a:lnTo>
                    <a:pt x="2060" y="1"/>
                  </a:lnTo>
                  <a:lnTo>
                    <a:pt x="2001"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9"/>
            <p:cNvSpPr/>
            <p:nvPr/>
          </p:nvSpPr>
          <p:spPr>
            <a:xfrm>
              <a:off x="979525" y="1779025"/>
              <a:ext cx="8450" cy="655775"/>
            </a:xfrm>
            <a:custGeom>
              <a:avLst/>
              <a:gdLst/>
              <a:ahLst/>
              <a:cxnLst/>
              <a:rect l="l" t="t" r="r" b="b"/>
              <a:pathLst>
                <a:path w="338" h="26231" extrusionOk="0">
                  <a:moveTo>
                    <a:pt x="100" y="1"/>
                  </a:moveTo>
                  <a:lnTo>
                    <a:pt x="40" y="41"/>
                  </a:lnTo>
                  <a:lnTo>
                    <a:pt x="1" y="100"/>
                  </a:lnTo>
                  <a:lnTo>
                    <a:pt x="1" y="159"/>
                  </a:lnTo>
                  <a:lnTo>
                    <a:pt x="1" y="219"/>
                  </a:lnTo>
                  <a:lnTo>
                    <a:pt x="40" y="258"/>
                  </a:lnTo>
                  <a:lnTo>
                    <a:pt x="80" y="298"/>
                  </a:lnTo>
                  <a:lnTo>
                    <a:pt x="120" y="318"/>
                  </a:lnTo>
                  <a:lnTo>
                    <a:pt x="120" y="26230"/>
                  </a:lnTo>
                  <a:lnTo>
                    <a:pt x="199" y="26230"/>
                  </a:lnTo>
                  <a:lnTo>
                    <a:pt x="199" y="318"/>
                  </a:lnTo>
                  <a:lnTo>
                    <a:pt x="258" y="298"/>
                  </a:lnTo>
                  <a:lnTo>
                    <a:pt x="298" y="258"/>
                  </a:lnTo>
                  <a:lnTo>
                    <a:pt x="318" y="219"/>
                  </a:lnTo>
                  <a:lnTo>
                    <a:pt x="337" y="159"/>
                  </a:lnTo>
                  <a:lnTo>
                    <a:pt x="318" y="100"/>
                  </a:lnTo>
                  <a:lnTo>
                    <a:pt x="278" y="41"/>
                  </a:lnTo>
                  <a:lnTo>
                    <a:pt x="219"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9"/>
            <p:cNvSpPr/>
            <p:nvPr/>
          </p:nvSpPr>
          <p:spPr>
            <a:xfrm>
              <a:off x="979525" y="1779025"/>
              <a:ext cx="8450" cy="655775"/>
            </a:xfrm>
            <a:custGeom>
              <a:avLst/>
              <a:gdLst/>
              <a:ahLst/>
              <a:cxnLst/>
              <a:rect l="l" t="t" r="r" b="b"/>
              <a:pathLst>
                <a:path w="338" h="26231" fill="none" extrusionOk="0">
                  <a:moveTo>
                    <a:pt x="159" y="1"/>
                  </a:moveTo>
                  <a:lnTo>
                    <a:pt x="159" y="1"/>
                  </a:lnTo>
                  <a:lnTo>
                    <a:pt x="100" y="1"/>
                  </a:lnTo>
                  <a:lnTo>
                    <a:pt x="40" y="41"/>
                  </a:lnTo>
                  <a:lnTo>
                    <a:pt x="1" y="100"/>
                  </a:lnTo>
                  <a:lnTo>
                    <a:pt x="1" y="159"/>
                  </a:lnTo>
                  <a:lnTo>
                    <a:pt x="1" y="159"/>
                  </a:lnTo>
                  <a:lnTo>
                    <a:pt x="1" y="219"/>
                  </a:lnTo>
                  <a:lnTo>
                    <a:pt x="40" y="258"/>
                  </a:lnTo>
                  <a:lnTo>
                    <a:pt x="80" y="298"/>
                  </a:lnTo>
                  <a:lnTo>
                    <a:pt x="120" y="318"/>
                  </a:lnTo>
                  <a:lnTo>
                    <a:pt x="120" y="26230"/>
                  </a:lnTo>
                  <a:lnTo>
                    <a:pt x="199" y="26230"/>
                  </a:lnTo>
                  <a:lnTo>
                    <a:pt x="199" y="318"/>
                  </a:lnTo>
                  <a:lnTo>
                    <a:pt x="199" y="318"/>
                  </a:lnTo>
                  <a:lnTo>
                    <a:pt x="258" y="298"/>
                  </a:lnTo>
                  <a:lnTo>
                    <a:pt x="298" y="258"/>
                  </a:lnTo>
                  <a:lnTo>
                    <a:pt x="318" y="219"/>
                  </a:lnTo>
                  <a:lnTo>
                    <a:pt x="337" y="159"/>
                  </a:lnTo>
                  <a:lnTo>
                    <a:pt x="337" y="159"/>
                  </a:lnTo>
                  <a:lnTo>
                    <a:pt x="318" y="100"/>
                  </a:lnTo>
                  <a:lnTo>
                    <a:pt x="278" y="41"/>
                  </a:lnTo>
                  <a:lnTo>
                    <a:pt x="219" y="1"/>
                  </a:lnTo>
                  <a:lnTo>
                    <a:pt x="159"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9"/>
            <p:cNvSpPr/>
            <p:nvPr/>
          </p:nvSpPr>
          <p:spPr>
            <a:xfrm>
              <a:off x="538750" y="1510100"/>
              <a:ext cx="54000" cy="924700"/>
            </a:xfrm>
            <a:custGeom>
              <a:avLst/>
              <a:gdLst/>
              <a:ahLst/>
              <a:cxnLst/>
              <a:rect l="l" t="t" r="r" b="b"/>
              <a:pathLst>
                <a:path w="2160" h="36988" extrusionOk="0">
                  <a:moveTo>
                    <a:pt x="159" y="1"/>
                  </a:moveTo>
                  <a:lnTo>
                    <a:pt x="99" y="21"/>
                  </a:lnTo>
                  <a:lnTo>
                    <a:pt x="40" y="40"/>
                  </a:lnTo>
                  <a:lnTo>
                    <a:pt x="0" y="100"/>
                  </a:lnTo>
                  <a:lnTo>
                    <a:pt x="0" y="159"/>
                  </a:lnTo>
                  <a:lnTo>
                    <a:pt x="0" y="219"/>
                  </a:lnTo>
                  <a:lnTo>
                    <a:pt x="40" y="278"/>
                  </a:lnTo>
                  <a:lnTo>
                    <a:pt x="79" y="298"/>
                  </a:lnTo>
                  <a:lnTo>
                    <a:pt x="119" y="318"/>
                  </a:lnTo>
                  <a:lnTo>
                    <a:pt x="119" y="3270"/>
                  </a:lnTo>
                  <a:lnTo>
                    <a:pt x="2080" y="5231"/>
                  </a:lnTo>
                  <a:lnTo>
                    <a:pt x="2080" y="36987"/>
                  </a:lnTo>
                  <a:lnTo>
                    <a:pt x="2159" y="36987"/>
                  </a:lnTo>
                  <a:lnTo>
                    <a:pt x="2159" y="5191"/>
                  </a:lnTo>
                  <a:lnTo>
                    <a:pt x="198" y="3230"/>
                  </a:lnTo>
                  <a:lnTo>
                    <a:pt x="198" y="318"/>
                  </a:lnTo>
                  <a:lnTo>
                    <a:pt x="258" y="298"/>
                  </a:lnTo>
                  <a:lnTo>
                    <a:pt x="297" y="278"/>
                  </a:lnTo>
                  <a:lnTo>
                    <a:pt x="317" y="219"/>
                  </a:lnTo>
                  <a:lnTo>
                    <a:pt x="337" y="159"/>
                  </a:lnTo>
                  <a:lnTo>
                    <a:pt x="317" y="100"/>
                  </a:lnTo>
                  <a:lnTo>
                    <a:pt x="277" y="40"/>
                  </a:lnTo>
                  <a:lnTo>
                    <a:pt x="218" y="21"/>
                  </a:lnTo>
                  <a:lnTo>
                    <a:pt x="159"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9"/>
            <p:cNvSpPr/>
            <p:nvPr/>
          </p:nvSpPr>
          <p:spPr>
            <a:xfrm>
              <a:off x="538750" y="1510100"/>
              <a:ext cx="54000" cy="924700"/>
            </a:xfrm>
            <a:custGeom>
              <a:avLst/>
              <a:gdLst/>
              <a:ahLst/>
              <a:cxnLst/>
              <a:rect l="l" t="t" r="r" b="b"/>
              <a:pathLst>
                <a:path w="2160" h="36988" fill="none" extrusionOk="0">
                  <a:moveTo>
                    <a:pt x="159" y="1"/>
                  </a:moveTo>
                  <a:lnTo>
                    <a:pt x="159" y="1"/>
                  </a:lnTo>
                  <a:lnTo>
                    <a:pt x="99" y="21"/>
                  </a:lnTo>
                  <a:lnTo>
                    <a:pt x="40" y="40"/>
                  </a:lnTo>
                  <a:lnTo>
                    <a:pt x="0" y="100"/>
                  </a:lnTo>
                  <a:lnTo>
                    <a:pt x="0" y="159"/>
                  </a:lnTo>
                  <a:lnTo>
                    <a:pt x="0" y="159"/>
                  </a:lnTo>
                  <a:lnTo>
                    <a:pt x="0" y="219"/>
                  </a:lnTo>
                  <a:lnTo>
                    <a:pt x="40" y="278"/>
                  </a:lnTo>
                  <a:lnTo>
                    <a:pt x="79" y="298"/>
                  </a:lnTo>
                  <a:lnTo>
                    <a:pt x="119" y="318"/>
                  </a:lnTo>
                  <a:lnTo>
                    <a:pt x="119" y="3270"/>
                  </a:lnTo>
                  <a:lnTo>
                    <a:pt x="2080" y="5231"/>
                  </a:lnTo>
                  <a:lnTo>
                    <a:pt x="2080" y="36987"/>
                  </a:lnTo>
                  <a:lnTo>
                    <a:pt x="2159" y="36987"/>
                  </a:lnTo>
                  <a:lnTo>
                    <a:pt x="2159" y="5191"/>
                  </a:lnTo>
                  <a:lnTo>
                    <a:pt x="198" y="3230"/>
                  </a:lnTo>
                  <a:lnTo>
                    <a:pt x="198" y="318"/>
                  </a:lnTo>
                  <a:lnTo>
                    <a:pt x="198" y="318"/>
                  </a:lnTo>
                  <a:lnTo>
                    <a:pt x="258" y="298"/>
                  </a:lnTo>
                  <a:lnTo>
                    <a:pt x="297" y="278"/>
                  </a:lnTo>
                  <a:lnTo>
                    <a:pt x="317" y="219"/>
                  </a:lnTo>
                  <a:lnTo>
                    <a:pt x="337" y="159"/>
                  </a:lnTo>
                  <a:lnTo>
                    <a:pt x="337" y="159"/>
                  </a:lnTo>
                  <a:lnTo>
                    <a:pt x="317" y="100"/>
                  </a:lnTo>
                  <a:lnTo>
                    <a:pt x="277" y="40"/>
                  </a:lnTo>
                  <a:lnTo>
                    <a:pt x="218" y="21"/>
                  </a:lnTo>
                  <a:lnTo>
                    <a:pt x="159"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9"/>
            <p:cNvSpPr/>
            <p:nvPr/>
          </p:nvSpPr>
          <p:spPr>
            <a:xfrm>
              <a:off x="516450" y="1278825"/>
              <a:ext cx="54025" cy="1155975"/>
            </a:xfrm>
            <a:custGeom>
              <a:avLst/>
              <a:gdLst/>
              <a:ahLst/>
              <a:cxnLst/>
              <a:rect l="l" t="t" r="r" b="b"/>
              <a:pathLst>
                <a:path w="2161" h="46239" extrusionOk="0">
                  <a:moveTo>
                    <a:pt x="159" y="0"/>
                  </a:moveTo>
                  <a:lnTo>
                    <a:pt x="100" y="20"/>
                  </a:lnTo>
                  <a:lnTo>
                    <a:pt x="40" y="60"/>
                  </a:lnTo>
                  <a:lnTo>
                    <a:pt x="1" y="99"/>
                  </a:lnTo>
                  <a:lnTo>
                    <a:pt x="1" y="179"/>
                  </a:lnTo>
                  <a:lnTo>
                    <a:pt x="1" y="218"/>
                  </a:lnTo>
                  <a:lnTo>
                    <a:pt x="20" y="278"/>
                  </a:lnTo>
                  <a:lnTo>
                    <a:pt x="60" y="297"/>
                  </a:lnTo>
                  <a:lnTo>
                    <a:pt x="119" y="337"/>
                  </a:lnTo>
                  <a:lnTo>
                    <a:pt x="119" y="12996"/>
                  </a:lnTo>
                  <a:lnTo>
                    <a:pt x="2081" y="14957"/>
                  </a:lnTo>
                  <a:lnTo>
                    <a:pt x="2081" y="46238"/>
                  </a:lnTo>
                  <a:lnTo>
                    <a:pt x="2160" y="46238"/>
                  </a:lnTo>
                  <a:lnTo>
                    <a:pt x="2160" y="14918"/>
                  </a:lnTo>
                  <a:lnTo>
                    <a:pt x="199" y="12956"/>
                  </a:lnTo>
                  <a:lnTo>
                    <a:pt x="199" y="337"/>
                  </a:lnTo>
                  <a:lnTo>
                    <a:pt x="258" y="297"/>
                  </a:lnTo>
                  <a:lnTo>
                    <a:pt x="298" y="278"/>
                  </a:lnTo>
                  <a:lnTo>
                    <a:pt x="318" y="218"/>
                  </a:lnTo>
                  <a:lnTo>
                    <a:pt x="318" y="179"/>
                  </a:lnTo>
                  <a:lnTo>
                    <a:pt x="318" y="99"/>
                  </a:lnTo>
                  <a:lnTo>
                    <a:pt x="278" y="60"/>
                  </a:lnTo>
                  <a:lnTo>
                    <a:pt x="219" y="20"/>
                  </a:lnTo>
                  <a:lnTo>
                    <a:pt x="159"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9"/>
            <p:cNvSpPr/>
            <p:nvPr/>
          </p:nvSpPr>
          <p:spPr>
            <a:xfrm>
              <a:off x="516450" y="1278825"/>
              <a:ext cx="54025" cy="1155975"/>
            </a:xfrm>
            <a:custGeom>
              <a:avLst/>
              <a:gdLst/>
              <a:ahLst/>
              <a:cxnLst/>
              <a:rect l="l" t="t" r="r" b="b"/>
              <a:pathLst>
                <a:path w="2161" h="46239" fill="none" extrusionOk="0">
                  <a:moveTo>
                    <a:pt x="159" y="0"/>
                  </a:moveTo>
                  <a:lnTo>
                    <a:pt x="159" y="0"/>
                  </a:lnTo>
                  <a:lnTo>
                    <a:pt x="100" y="20"/>
                  </a:lnTo>
                  <a:lnTo>
                    <a:pt x="40" y="60"/>
                  </a:lnTo>
                  <a:lnTo>
                    <a:pt x="1" y="99"/>
                  </a:lnTo>
                  <a:lnTo>
                    <a:pt x="1" y="179"/>
                  </a:lnTo>
                  <a:lnTo>
                    <a:pt x="1" y="179"/>
                  </a:lnTo>
                  <a:lnTo>
                    <a:pt x="1" y="218"/>
                  </a:lnTo>
                  <a:lnTo>
                    <a:pt x="20" y="278"/>
                  </a:lnTo>
                  <a:lnTo>
                    <a:pt x="60" y="297"/>
                  </a:lnTo>
                  <a:lnTo>
                    <a:pt x="119" y="337"/>
                  </a:lnTo>
                  <a:lnTo>
                    <a:pt x="119" y="12996"/>
                  </a:lnTo>
                  <a:lnTo>
                    <a:pt x="2081" y="14957"/>
                  </a:lnTo>
                  <a:lnTo>
                    <a:pt x="2081" y="46238"/>
                  </a:lnTo>
                  <a:lnTo>
                    <a:pt x="2160" y="46238"/>
                  </a:lnTo>
                  <a:lnTo>
                    <a:pt x="2160" y="14918"/>
                  </a:lnTo>
                  <a:lnTo>
                    <a:pt x="199" y="12956"/>
                  </a:lnTo>
                  <a:lnTo>
                    <a:pt x="199" y="337"/>
                  </a:lnTo>
                  <a:lnTo>
                    <a:pt x="199" y="337"/>
                  </a:lnTo>
                  <a:lnTo>
                    <a:pt x="258" y="297"/>
                  </a:lnTo>
                  <a:lnTo>
                    <a:pt x="298" y="278"/>
                  </a:lnTo>
                  <a:lnTo>
                    <a:pt x="318" y="218"/>
                  </a:lnTo>
                  <a:lnTo>
                    <a:pt x="318" y="179"/>
                  </a:lnTo>
                  <a:lnTo>
                    <a:pt x="318" y="179"/>
                  </a:lnTo>
                  <a:lnTo>
                    <a:pt x="318" y="99"/>
                  </a:lnTo>
                  <a:lnTo>
                    <a:pt x="278" y="60"/>
                  </a:lnTo>
                  <a:lnTo>
                    <a:pt x="219" y="20"/>
                  </a:lnTo>
                  <a:lnTo>
                    <a:pt x="159"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9"/>
            <p:cNvSpPr/>
            <p:nvPr/>
          </p:nvSpPr>
          <p:spPr>
            <a:xfrm>
              <a:off x="611550" y="1825100"/>
              <a:ext cx="8450" cy="609700"/>
            </a:xfrm>
            <a:custGeom>
              <a:avLst/>
              <a:gdLst/>
              <a:ahLst/>
              <a:cxnLst/>
              <a:rect l="l" t="t" r="r" b="b"/>
              <a:pathLst>
                <a:path w="338" h="24388" extrusionOk="0">
                  <a:moveTo>
                    <a:pt x="159" y="0"/>
                  </a:moveTo>
                  <a:lnTo>
                    <a:pt x="99" y="20"/>
                  </a:lnTo>
                  <a:lnTo>
                    <a:pt x="40" y="60"/>
                  </a:lnTo>
                  <a:lnTo>
                    <a:pt x="20" y="99"/>
                  </a:lnTo>
                  <a:lnTo>
                    <a:pt x="0" y="179"/>
                  </a:lnTo>
                  <a:lnTo>
                    <a:pt x="0" y="218"/>
                  </a:lnTo>
                  <a:lnTo>
                    <a:pt x="40" y="278"/>
                  </a:lnTo>
                  <a:lnTo>
                    <a:pt x="80" y="317"/>
                  </a:lnTo>
                  <a:lnTo>
                    <a:pt x="119" y="337"/>
                  </a:lnTo>
                  <a:lnTo>
                    <a:pt x="119" y="24387"/>
                  </a:lnTo>
                  <a:lnTo>
                    <a:pt x="198" y="24387"/>
                  </a:lnTo>
                  <a:lnTo>
                    <a:pt x="198" y="337"/>
                  </a:lnTo>
                  <a:lnTo>
                    <a:pt x="258" y="317"/>
                  </a:lnTo>
                  <a:lnTo>
                    <a:pt x="297" y="278"/>
                  </a:lnTo>
                  <a:lnTo>
                    <a:pt x="317" y="218"/>
                  </a:lnTo>
                  <a:lnTo>
                    <a:pt x="337" y="179"/>
                  </a:lnTo>
                  <a:lnTo>
                    <a:pt x="317" y="99"/>
                  </a:lnTo>
                  <a:lnTo>
                    <a:pt x="278" y="60"/>
                  </a:lnTo>
                  <a:lnTo>
                    <a:pt x="238" y="20"/>
                  </a:lnTo>
                  <a:lnTo>
                    <a:pt x="159"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9"/>
            <p:cNvSpPr/>
            <p:nvPr/>
          </p:nvSpPr>
          <p:spPr>
            <a:xfrm>
              <a:off x="611550" y="1825100"/>
              <a:ext cx="8450" cy="609700"/>
            </a:xfrm>
            <a:custGeom>
              <a:avLst/>
              <a:gdLst/>
              <a:ahLst/>
              <a:cxnLst/>
              <a:rect l="l" t="t" r="r" b="b"/>
              <a:pathLst>
                <a:path w="338" h="24388" fill="none" extrusionOk="0">
                  <a:moveTo>
                    <a:pt x="159" y="0"/>
                  </a:moveTo>
                  <a:lnTo>
                    <a:pt x="159" y="0"/>
                  </a:lnTo>
                  <a:lnTo>
                    <a:pt x="99" y="20"/>
                  </a:lnTo>
                  <a:lnTo>
                    <a:pt x="40" y="60"/>
                  </a:lnTo>
                  <a:lnTo>
                    <a:pt x="20" y="99"/>
                  </a:lnTo>
                  <a:lnTo>
                    <a:pt x="0" y="179"/>
                  </a:lnTo>
                  <a:lnTo>
                    <a:pt x="0" y="179"/>
                  </a:lnTo>
                  <a:lnTo>
                    <a:pt x="0" y="218"/>
                  </a:lnTo>
                  <a:lnTo>
                    <a:pt x="40" y="278"/>
                  </a:lnTo>
                  <a:lnTo>
                    <a:pt x="80" y="317"/>
                  </a:lnTo>
                  <a:lnTo>
                    <a:pt x="119" y="337"/>
                  </a:lnTo>
                  <a:lnTo>
                    <a:pt x="119" y="24387"/>
                  </a:lnTo>
                  <a:lnTo>
                    <a:pt x="198" y="24387"/>
                  </a:lnTo>
                  <a:lnTo>
                    <a:pt x="198" y="337"/>
                  </a:lnTo>
                  <a:lnTo>
                    <a:pt x="198" y="337"/>
                  </a:lnTo>
                  <a:lnTo>
                    <a:pt x="258" y="317"/>
                  </a:lnTo>
                  <a:lnTo>
                    <a:pt x="297" y="278"/>
                  </a:lnTo>
                  <a:lnTo>
                    <a:pt x="317" y="218"/>
                  </a:lnTo>
                  <a:lnTo>
                    <a:pt x="337" y="179"/>
                  </a:lnTo>
                  <a:lnTo>
                    <a:pt x="337" y="179"/>
                  </a:lnTo>
                  <a:lnTo>
                    <a:pt x="317" y="99"/>
                  </a:lnTo>
                  <a:lnTo>
                    <a:pt x="278" y="60"/>
                  </a:lnTo>
                  <a:lnTo>
                    <a:pt x="238" y="20"/>
                  </a:lnTo>
                  <a:lnTo>
                    <a:pt x="159"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9"/>
            <p:cNvSpPr/>
            <p:nvPr/>
          </p:nvSpPr>
          <p:spPr>
            <a:xfrm>
              <a:off x="926525" y="1733975"/>
              <a:ext cx="56000" cy="700825"/>
            </a:xfrm>
            <a:custGeom>
              <a:avLst/>
              <a:gdLst/>
              <a:ahLst/>
              <a:cxnLst/>
              <a:rect l="l" t="t" r="r" b="b"/>
              <a:pathLst>
                <a:path w="2240" h="28033" extrusionOk="0">
                  <a:moveTo>
                    <a:pt x="2061" y="0"/>
                  </a:moveTo>
                  <a:lnTo>
                    <a:pt x="2002" y="20"/>
                  </a:lnTo>
                  <a:lnTo>
                    <a:pt x="1942" y="40"/>
                  </a:lnTo>
                  <a:lnTo>
                    <a:pt x="1903" y="99"/>
                  </a:lnTo>
                  <a:lnTo>
                    <a:pt x="1903" y="159"/>
                  </a:lnTo>
                  <a:lnTo>
                    <a:pt x="1903" y="218"/>
                  </a:lnTo>
                  <a:lnTo>
                    <a:pt x="1923" y="258"/>
                  </a:lnTo>
                  <a:lnTo>
                    <a:pt x="1" y="2160"/>
                  </a:lnTo>
                  <a:lnTo>
                    <a:pt x="1" y="28032"/>
                  </a:lnTo>
                  <a:lnTo>
                    <a:pt x="80" y="28032"/>
                  </a:lnTo>
                  <a:lnTo>
                    <a:pt x="80" y="2199"/>
                  </a:lnTo>
                  <a:lnTo>
                    <a:pt x="1982" y="317"/>
                  </a:lnTo>
                  <a:lnTo>
                    <a:pt x="2022" y="337"/>
                  </a:lnTo>
                  <a:lnTo>
                    <a:pt x="2061" y="337"/>
                  </a:lnTo>
                  <a:lnTo>
                    <a:pt x="2121" y="317"/>
                  </a:lnTo>
                  <a:lnTo>
                    <a:pt x="2180" y="278"/>
                  </a:lnTo>
                  <a:lnTo>
                    <a:pt x="2220" y="238"/>
                  </a:lnTo>
                  <a:lnTo>
                    <a:pt x="2240" y="159"/>
                  </a:lnTo>
                  <a:lnTo>
                    <a:pt x="2220" y="99"/>
                  </a:lnTo>
                  <a:lnTo>
                    <a:pt x="2180" y="40"/>
                  </a:lnTo>
                  <a:lnTo>
                    <a:pt x="2121" y="20"/>
                  </a:lnTo>
                  <a:lnTo>
                    <a:pt x="2061"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9"/>
            <p:cNvSpPr/>
            <p:nvPr/>
          </p:nvSpPr>
          <p:spPr>
            <a:xfrm>
              <a:off x="926525" y="1733975"/>
              <a:ext cx="56000" cy="700825"/>
            </a:xfrm>
            <a:custGeom>
              <a:avLst/>
              <a:gdLst/>
              <a:ahLst/>
              <a:cxnLst/>
              <a:rect l="l" t="t" r="r" b="b"/>
              <a:pathLst>
                <a:path w="2240" h="28033" fill="none" extrusionOk="0">
                  <a:moveTo>
                    <a:pt x="2061" y="0"/>
                  </a:moveTo>
                  <a:lnTo>
                    <a:pt x="2061" y="0"/>
                  </a:lnTo>
                  <a:lnTo>
                    <a:pt x="2002" y="20"/>
                  </a:lnTo>
                  <a:lnTo>
                    <a:pt x="1942" y="40"/>
                  </a:lnTo>
                  <a:lnTo>
                    <a:pt x="1903" y="99"/>
                  </a:lnTo>
                  <a:lnTo>
                    <a:pt x="1903" y="159"/>
                  </a:lnTo>
                  <a:lnTo>
                    <a:pt x="1903" y="159"/>
                  </a:lnTo>
                  <a:lnTo>
                    <a:pt x="1903" y="218"/>
                  </a:lnTo>
                  <a:lnTo>
                    <a:pt x="1923" y="258"/>
                  </a:lnTo>
                  <a:lnTo>
                    <a:pt x="1" y="2160"/>
                  </a:lnTo>
                  <a:lnTo>
                    <a:pt x="1" y="28032"/>
                  </a:lnTo>
                  <a:lnTo>
                    <a:pt x="80" y="28032"/>
                  </a:lnTo>
                  <a:lnTo>
                    <a:pt x="80" y="2199"/>
                  </a:lnTo>
                  <a:lnTo>
                    <a:pt x="1982" y="317"/>
                  </a:lnTo>
                  <a:lnTo>
                    <a:pt x="1982" y="317"/>
                  </a:lnTo>
                  <a:lnTo>
                    <a:pt x="2022" y="337"/>
                  </a:lnTo>
                  <a:lnTo>
                    <a:pt x="2061" y="337"/>
                  </a:lnTo>
                  <a:lnTo>
                    <a:pt x="2061" y="337"/>
                  </a:lnTo>
                  <a:lnTo>
                    <a:pt x="2121" y="317"/>
                  </a:lnTo>
                  <a:lnTo>
                    <a:pt x="2180" y="278"/>
                  </a:lnTo>
                  <a:lnTo>
                    <a:pt x="2220" y="238"/>
                  </a:lnTo>
                  <a:lnTo>
                    <a:pt x="2240" y="159"/>
                  </a:lnTo>
                  <a:lnTo>
                    <a:pt x="2240" y="159"/>
                  </a:lnTo>
                  <a:lnTo>
                    <a:pt x="2220" y="99"/>
                  </a:lnTo>
                  <a:lnTo>
                    <a:pt x="2180" y="40"/>
                  </a:lnTo>
                  <a:lnTo>
                    <a:pt x="2121" y="20"/>
                  </a:lnTo>
                  <a:lnTo>
                    <a:pt x="2061"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9"/>
            <p:cNvSpPr/>
            <p:nvPr/>
          </p:nvSpPr>
          <p:spPr>
            <a:xfrm>
              <a:off x="472875" y="1899875"/>
              <a:ext cx="49550" cy="534925"/>
            </a:xfrm>
            <a:custGeom>
              <a:avLst/>
              <a:gdLst/>
              <a:ahLst/>
              <a:cxnLst/>
              <a:rect l="l" t="t" r="r" b="b"/>
              <a:pathLst>
                <a:path w="1982" h="21397" extrusionOk="0">
                  <a:moveTo>
                    <a:pt x="1744" y="1"/>
                  </a:moveTo>
                  <a:lnTo>
                    <a:pt x="1684" y="40"/>
                  </a:lnTo>
                  <a:lnTo>
                    <a:pt x="1664" y="100"/>
                  </a:lnTo>
                  <a:lnTo>
                    <a:pt x="1645" y="159"/>
                  </a:lnTo>
                  <a:lnTo>
                    <a:pt x="1645" y="199"/>
                  </a:lnTo>
                  <a:lnTo>
                    <a:pt x="1664" y="258"/>
                  </a:lnTo>
                  <a:lnTo>
                    <a:pt x="0" y="1922"/>
                  </a:lnTo>
                  <a:lnTo>
                    <a:pt x="0" y="3111"/>
                  </a:lnTo>
                  <a:lnTo>
                    <a:pt x="1763" y="4874"/>
                  </a:lnTo>
                  <a:lnTo>
                    <a:pt x="1763" y="21396"/>
                  </a:lnTo>
                  <a:lnTo>
                    <a:pt x="1862" y="21396"/>
                  </a:lnTo>
                  <a:lnTo>
                    <a:pt x="1862" y="4834"/>
                  </a:lnTo>
                  <a:lnTo>
                    <a:pt x="1862" y="2735"/>
                  </a:lnTo>
                  <a:lnTo>
                    <a:pt x="1902" y="2715"/>
                  </a:lnTo>
                  <a:lnTo>
                    <a:pt x="1942" y="2675"/>
                  </a:lnTo>
                  <a:lnTo>
                    <a:pt x="1962" y="2636"/>
                  </a:lnTo>
                  <a:lnTo>
                    <a:pt x="1981" y="2576"/>
                  </a:lnTo>
                  <a:lnTo>
                    <a:pt x="1962" y="2517"/>
                  </a:lnTo>
                  <a:lnTo>
                    <a:pt x="1922" y="2457"/>
                  </a:lnTo>
                  <a:lnTo>
                    <a:pt x="1882" y="2418"/>
                  </a:lnTo>
                  <a:lnTo>
                    <a:pt x="1744" y="2418"/>
                  </a:lnTo>
                  <a:lnTo>
                    <a:pt x="1684" y="2457"/>
                  </a:lnTo>
                  <a:lnTo>
                    <a:pt x="1664" y="2517"/>
                  </a:lnTo>
                  <a:lnTo>
                    <a:pt x="1645" y="2576"/>
                  </a:lnTo>
                  <a:lnTo>
                    <a:pt x="1645" y="2636"/>
                  </a:lnTo>
                  <a:lnTo>
                    <a:pt x="1684" y="2675"/>
                  </a:lnTo>
                  <a:lnTo>
                    <a:pt x="1724" y="2715"/>
                  </a:lnTo>
                  <a:lnTo>
                    <a:pt x="1763" y="2735"/>
                  </a:lnTo>
                  <a:lnTo>
                    <a:pt x="1763" y="4755"/>
                  </a:lnTo>
                  <a:lnTo>
                    <a:pt x="80" y="3071"/>
                  </a:lnTo>
                  <a:lnTo>
                    <a:pt x="80" y="1962"/>
                  </a:lnTo>
                  <a:lnTo>
                    <a:pt x="1744" y="298"/>
                  </a:lnTo>
                  <a:lnTo>
                    <a:pt x="1803" y="318"/>
                  </a:lnTo>
                  <a:lnTo>
                    <a:pt x="1882" y="318"/>
                  </a:lnTo>
                  <a:lnTo>
                    <a:pt x="1922" y="278"/>
                  </a:lnTo>
                  <a:lnTo>
                    <a:pt x="1962" y="219"/>
                  </a:lnTo>
                  <a:lnTo>
                    <a:pt x="1981" y="159"/>
                  </a:lnTo>
                  <a:lnTo>
                    <a:pt x="1962" y="100"/>
                  </a:lnTo>
                  <a:lnTo>
                    <a:pt x="1922" y="40"/>
                  </a:lnTo>
                  <a:lnTo>
                    <a:pt x="1882"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9"/>
            <p:cNvSpPr/>
            <p:nvPr/>
          </p:nvSpPr>
          <p:spPr>
            <a:xfrm>
              <a:off x="472875" y="1899875"/>
              <a:ext cx="49550" cy="534925"/>
            </a:xfrm>
            <a:custGeom>
              <a:avLst/>
              <a:gdLst/>
              <a:ahLst/>
              <a:cxnLst/>
              <a:rect l="l" t="t" r="r" b="b"/>
              <a:pathLst>
                <a:path w="1982" h="21397" fill="none" extrusionOk="0">
                  <a:moveTo>
                    <a:pt x="1803" y="1"/>
                  </a:moveTo>
                  <a:lnTo>
                    <a:pt x="1803" y="1"/>
                  </a:lnTo>
                  <a:lnTo>
                    <a:pt x="1744" y="1"/>
                  </a:lnTo>
                  <a:lnTo>
                    <a:pt x="1684" y="40"/>
                  </a:lnTo>
                  <a:lnTo>
                    <a:pt x="1664" y="100"/>
                  </a:lnTo>
                  <a:lnTo>
                    <a:pt x="1645" y="159"/>
                  </a:lnTo>
                  <a:lnTo>
                    <a:pt x="1645" y="159"/>
                  </a:lnTo>
                  <a:lnTo>
                    <a:pt x="1645" y="199"/>
                  </a:lnTo>
                  <a:lnTo>
                    <a:pt x="1664" y="258"/>
                  </a:lnTo>
                  <a:lnTo>
                    <a:pt x="0" y="1922"/>
                  </a:lnTo>
                  <a:lnTo>
                    <a:pt x="0" y="3111"/>
                  </a:lnTo>
                  <a:lnTo>
                    <a:pt x="1763" y="4874"/>
                  </a:lnTo>
                  <a:lnTo>
                    <a:pt x="1763" y="21396"/>
                  </a:lnTo>
                  <a:lnTo>
                    <a:pt x="1862" y="21396"/>
                  </a:lnTo>
                  <a:lnTo>
                    <a:pt x="1862" y="4834"/>
                  </a:lnTo>
                  <a:lnTo>
                    <a:pt x="1862" y="2735"/>
                  </a:lnTo>
                  <a:lnTo>
                    <a:pt x="1862" y="2735"/>
                  </a:lnTo>
                  <a:lnTo>
                    <a:pt x="1902" y="2715"/>
                  </a:lnTo>
                  <a:lnTo>
                    <a:pt x="1942" y="2675"/>
                  </a:lnTo>
                  <a:lnTo>
                    <a:pt x="1962" y="2636"/>
                  </a:lnTo>
                  <a:lnTo>
                    <a:pt x="1981" y="2576"/>
                  </a:lnTo>
                  <a:lnTo>
                    <a:pt x="1981" y="2576"/>
                  </a:lnTo>
                  <a:lnTo>
                    <a:pt x="1962" y="2517"/>
                  </a:lnTo>
                  <a:lnTo>
                    <a:pt x="1922" y="2457"/>
                  </a:lnTo>
                  <a:lnTo>
                    <a:pt x="1882" y="2418"/>
                  </a:lnTo>
                  <a:lnTo>
                    <a:pt x="1803" y="2418"/>
                  </a:lnTo>
                  <a:lnTo>
                    <a:pt x="1803" y="2418"/>
                  </a:lnTo>
                  <a:lnTo>
                    <a:pt x="1744" y="2418"/>
                  </a:lnTo>
                  <a:lnTo>
                    <a:pt x="1684" y="2457"/>
                  </a:lnTo>
                  <a:lnTo>
                    <a:pt x="1664" y="2517"/>
                  </a:lnTo>
                  <a:lnTo>
                    <a:pt x="1645" y="2576"/>
                  </a:lnTo>
                  <a:lnTo>
                    <a:pt x="1645" y="2576"/>
                  </a:lnTo>
                  <a:lnTo>
                    <a:pt x="1645" y="2636"/>
                  </a:lnTo>
                  <a:lnTo>
                    <a:pt x="1684" y="2675"/>
                  </a:lnTo>
                  <a:lnTo>
                    <a:pt x="1724" y="2715"/>
                  </a:lnTo>
                  <a:lnTo>
                    <a:pt x="1763" y="2735"/>
                  </a:lnTo>
                  <a:lnTo>
                    <a:pt x="1763" y="4755"/>
                  </a:lnTo>
                  <a:lnTo>
                    <a:pt x="80" y="3071"/>
                  </a:lnTo>
                  <a:lnTo>
                    <a:pt x="80" y="1962"/>
                  </a:lnTo>
                  <a:lnTo>
                    <a:pt x="1744" y="298"/>
                  </a:lnTo>
                  <a:lnTo>
                    <a:pt x="1744" y="298"/>
                  </a:lnTo>
                  <a:lnTo>
                    <a:pt x="1803" y="318"/>
                  </a:lnTo>
                  <a:lnTo>
                    <a:pt x="1803" y="318"/>
                  </a:lnTo>
                  <a:lnTo>
                    <a:pt x="1882" y="318"/>
                  </a:lnTo>
                  <a:lnTo>
                    <a:pt x="1922" y="278"/>
                  </a:lnTo>
                  <a:lnTo>
                    <a:pt x="1962" y="219"/>
                  </a:lnTo>
                  <a:lnTo>
                    <a:pt x="1981" y="159"/>
                  </a:lnTo>
                  <a:lnTo>
                    <a:pt x="1981" y="159"/>
                  </a:lnTo>
                  <a:lnTo>
                    <a:pt x="1962" y="100"/>
                  </a:lnTo>
                  <a:lnTo>
                    <a:pt x="1922" y="40"/>
                  </a:lnTo>
                  <a:lnTo>
                    <a:pt x="1882" y="1"/>
                  </a:lnTo>
                  <a:lnTo>
                    <a:pt x="1803"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9"/>
            <p:cNvSpPr/>
            <p:nvPr/>
          </p:nvSpPr>
          <p:spPr>
            <a:xfrm>
              <a:off x="635825" y="1904825"/>
              <a:ext cx="8425" cy="529975"/>
            </a:xfrm>
            <a:custGeom>
              <a:avLst/>
              <a:gdLst/>
              <a:ahLst/>
              <a:cxnLst/>
              <a:rect l="l" t="t" r="r" b="b"/>
              <a:pathLst>
                <a:path w="337" h="21199" extrusionOk="0">
                  <a:moveTo>
                    <a:pt x="119" y="1"/>
                  </a:moveTo>
                  <a:lnTo>
                    <a:pt x="59" y="40"/>
                  </a:lnTo>
                  <a:lnTo>
                    <a:pt x="20" y="100"/>
                  </a:lnTo>
                  <a:lnTo>
                    <a:pt x="0" y="159"/>
                  </a:lnTo>
                  <a:lnTo>
                    <a:pt x="20" y="219"/>
                  </a:lnTo>
                  <a:lnTo>
                    <a:pt x="40" y="258"/>
                  </a:lnTo>
                  <a:lnTo>
                    <a:pt x="79" y="298"/>
                  </a:lnTo>
                  <a:lnTo>
                    <a:pt x="139" y="318"/>
                  </a:lnTo>
                  <a:lnTo>
                    <a:pt x="139" y="21198"/>
                  </a:lnTo>
                  <a:lnTo>
                    <a:pt x="218" y="21198"/>
                  </a:lnTo>
                  <a:lnTo>
                    <a:pt x="218" y="318"/>
                  </a:lnTo>
                  <a:lnTo>
                    <a:pt x="277" y="298"/>
                  </a:lnTo>
                  <a:lnTo>
                    <a:pt x="317" y="258"/>
                  </a:lnTo>
                  <a:lnTo>
                    <a:pt x="337" y="219"/>
                  </a:lnTo>
                  <a:lnTo>
                    <a:pt x="337" y="159"/>
                  </a:lnTo>
                  <a:lnTo>
                    <a:pt x="337" y="100"/>
                  </a:lnTo>
                  <a:lnTo>
                    <a:pt x="297" y="40"/>
                  </a:lnTo>
                  <a:lnTo>
                    <a:pt x="238"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9"/>
            <p:cNvSpPr/>
            <p:nvPr/>
          </p:nvSpPr>
          <p:spPr>
            <a:xfrm>
              <a:off x="635825" y="1904825"/>
              <a:ext cx="8425" cy="529975"/>
            </a:xfrm>
            <a:custGeom>
              <a:avLst/>
              <a:gdLst/>
              <a:ahLst/>
              <a:cxnLst/>
              <a:rect l="l" t="t" r="r" b="b"/>
              <a:pathLst>
                <a:path w="337" h="21199" fill="none" extrusionOk="0">
                  <a:moveTo>
                    <a:pt x="178" y="1"/>
                  </a:moveTo>
                  <a:lnTo>
                    <a:pt x="178" y="1"/>
                  </a:lnTo>
                  <a:lnTo>
                    <a:pt x="119" y="1"/>
                  </a:lnTo>
                  <a:lnTo>
                    <a:pt x="59" y="40"/>
                  </a:lnTo>
                  <a:lnTo>
                    <a:pt x="20" y="100"/>
                  </a:lnTo>
                  <a:lnTo>
                    <a:pt x="0" y="159"/>
                  </a:lnTo>
                  <a:lnTo>
                    <a:pt x="0" y="159"/>
                  </a:lnTo>
                  <a:lnTo>
                    <a:pt x="20" y="219"/>
                  </a:lnTo>
                  <a:lnTo>
                    <a:pt x="40" y="258"/>
                  </a:lnTo>
                  <a:lnTo>
                    <a:pt x="79" y="298"/>
                  </a:lnTo>
                  <a:lnTo>
                    <a:pt x="139" y="318"/>
                  </a:lnTo>
                  <a:lnTo>
                    <a:pt x="139" y="21198"/>
                  </a:lnTo>
                  <a:lnTo>
                    <a:pt x="218" y="21198"/>
                  </a:lnTo>
                  <a:lnTo>
                    <a:pt x="218" y="318"/>
                  </a:lnTo>
                  <a:lnTo>
                    <a:pt x="218" y="318"/>
                  </a:lnTo>
                  <a:lnTo>
                    <a:pt x="277" y="298"/>
                  </a:lnTo>
                  <a:lnTo>
                    <a:pt x="317" y="258"/>
                  </a:lnTo>
                  <a:lnTo>
                    <a:pt x="337" y="219"/>
                  </a:lnTo>
                  <a:lnTo>
                    <a:pt x="337" y="159"/>
                  </a:lnTo>
                  <a:lnTo>
                    <a:pt x="337" y="159"/>
                  </a:lnTo>
                  <a:lnTo>
                    <a:pt x="337" y="100"/>
                  </a:lnTo>
                  <a:lnTo>
                    <a:pt x="297" y="40"/>
                  </a:lnTo>
                  <a:lnTo>
                    <a:pt x="238" y="1"/>
                  </a:lnTo>
                  <a:lnTo>
                    <a:pt x="178"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9"/>
            <p:cNvSpPr/>
            <p:nvPr/>
          </p:nvSpPr>
          <p:spPr>
            <a:xfrm>
              <a:off x="469900" y="1333800"/>
              <a:ext cx="78275" cy="1101000"/>
            </a:xfrm>
            <a:custGeom>
              <a:avLst/>
              <a:gdLst/>
              <a:ahLst/>
              <a:cxnLst/>
              <a:rect l="l" t="t" r="r" b="b"/>
              <a:pathLst>
                <a:path w="3131" h="44040" extrusionOk="0">
                  <a:moveTo>
                    <a:pt x="179" y="0"/>
                  </a:moveTo>
                  <a:lnTo>
                    <a:pt x="119" y="20"/>
                  </a:lnTo>
                  <a:lnTo>
                    <a:pt x="60" y="60"/>
                  </a:lnTo>
                  <a:lnTo>
                    <a:pt x="20" y="119"/>
                  </a:lnTo>
                  <a:lnTo>
                    <a:pt x="0" y="178"/>
                  </a:lnTo>
                  <a:lnTo>
                    <a:pt x="20" y="238"/>
                  </a:lnTo>
                  <a:lnTo>
                    <a:pt x="40" y="278"/>
                  </a:lnTo>
                  <a:lnTo>
                    <a:pt x="80" y="317"/>
                  </a:lnTo>
                  <a:lnTo>
                    <a:pt x="139" y="337"/>
                  </a:lnTo>
                  <a:lnTo>
                    <a:pt x="139" y="1684"/>
                  </a:lnTo>
                  <a:lnTo>
                    <a:pt x="1090" y="2635"/>
                  </a:lnTo>
                  <a:lnTo>
                    <a:pt x="1090" y="11272"/>
                  </a:lnTo>
                  <a:lnTo>
                    <a:pt x="3051" y="13234"/>
                  </a:lnTo>
                  <a:lnTo>
                    <a:pt x="3051" y="44039"/>
                  </a:lnTo>
                  <a:lnTo>
                    <a:pt x="3131" y="44039"/>
                  </a:lnTo>
                  <a:lnTo>
                    <a:pt x="3131" y="13194"/>
                  </a:lnTo>
                  <a:lnTo>
                    <a:pt x="1169" y="11233"/>
                  </a:lnTo>
                  <a:lnTo>
                    <a:pt x="1169" y="2595"/>
                  </a:lnTo>
                  <a:lnTo>
                    <a:pt x="218" y="1644"/>
                  </a:lnTo>
                  <a:lnTo>
                    <a:pt x="218" y="337"/>
                  </a:lnTo>
                  <a:lnTo>
                    <a:pt x="278" y="317"/>
                  </a:lnTo>
                  <a:lnTo>
                    <a:pt x="317" y="278"/>
                  </a:lnTo>
                  <a:lnTo>
                    <a:pt x="337" y="238"/>
                  </a:lnTo>
                  <a:lnTo>
                    <a:pt x="337" y="178"/>
                  </a:lnTo>
                  <a:lnTo>
                    <a:pt x="337" y="119"/>
                  </a:lnTo>
                  <a:lnTo>
                    <a:pt x="298" y="60"/>
                  </a:lnTo>
                  <a:lnTo>
                    <a:pt x="238" y="20"/>
                  </a:lnTo>
                  <a:lnTo>
                    <a:pt x="179"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9"/>
            <p:cNvSpPr/>
            <p:nvPr/>
          </p:nvSpPr>
          <p:spPr>
            <a:xfrm>
              <a:off x="469900" y="1333800"/>
              <a:ext cx="78275" cy="1101000"/>
            </a:xfrm>
            <a:custGeom>
              <a:avLst/>
              <a:gdLst/>
              <a:ahLst/>
              <a:cxnLst/>
              <a:rect l="l" t="t" r="r" b="b"/>
              <a:pathLst>
                <a:path w="3131" h="44040" fill="none" extrusionOk="0">
                  <a:moveTo>
                    <a:pt x="179" y="0"/>
                  </a:moveTo>
                  <a:lnTo>
                    <a:pt x="179" y="0"/>
                  </a:lnTo>
                  <a:lnTo>
                    <a:pt x="119" y="20"/>
                  </a:lnTo>
                  <a:lnTo>
                    <a:pt x="60" y="60"/>
                  </a:lnTo>
                  <a:lnTo>
                    <a:pt x="20" y="119"/>
                  </a:lnTo>
                  <a:lnTo>
                    <a:pt x="0" y="178"/>
                  </a:lnTo>
                  <a:lnTo>
                    <a:pt x="0" y="178"/>
                  </a:lnTo>
                  <a:lnTo>
                    <a:pt x="20" y="238"/>
                  </a:lnTo>
                  <a:lnTo>
                    <a:pt x="40" y="278"/>
                  </a:lnTo>
                  <a:lnTo>
                    <a:pt x="80" y="317"/>
                  </a:lnTo>
                  <a:lnTo>
                    <a:pt x="139" y="337"/>
                  </a:lnTo>
                  <a:lnTo>
                    <a:pt x="139" y="1684"/>
                  </a:lnTo>
                  <a:lnTo>
                    <a:pt x="1090" y="2635"/>
                  </a:lnTo>
                  <a:lnTo>
                    <a:pt x="1090" y="11272"/>
                  </a:lnTo>
                  <a:lnTo>
                    <a:pt x="3051" y="13234"/>
                  </a:lnTo>
                  <a:lnTo>
                    <a:pt x="3051" y="44039"/>
                  </a:lnTo>
                  <a:lnTo>
                    <a:pt x="3131" y="44039"/>
                  </a:lnTo>
                  <a:lnTo>
                    <a:pt x="3131" y="13194"/>
                  </a:lnTo>
                  <a:lnTo>
                    <a:pt x="1169" y="11233"/>
                  </a:lnTo>
                  <a:lnTo>
                    <a:pt x="1169" y="2595"/>
                  </a:lnTo>
                  <a:lnTo>
                    <a:pt x="218" y="1644"/>
                  </a:lnTo>
                  <a:lnTo>
                    <a:pt x="218" y="337"/>
                  </a:lnTo>
                  <a:lnTo>
                    <a:pt x="218" y="337"/>
                  </a:lnTo>
                  <a:lnTo>
                    <a:pt x="278" y="317"/>
                  </a:lnTo>
                  <a:lnTo>
                    <a:pt x="317" y="278"/>
                  </a:lnTo>
                  <a:lnTo>
                    <a:pt x="337" y="238"/>
                  </a:lnTo>
                  <a:lnTo>
                    <a:pt x="337" y="178"/>
                  </a:lnTo>
                  <a:lnTo>
                    <a:pt x="337" y="178"/>
                  </a:lnTo>
                  <a:lnTo>
                    <a:pt x="337" y="119"/>
                  </a:lnTo>
                  <a:lnTo>
                    <a:pt x="298" y="60"/>
                  </a:lnTo>
                  <a:lnTo>
                    <a:pt x="238" y="20"/>
                  </a:lnTo>
                  <a:lnTo>
                    <a:pt x="179"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9"/>
            <p:cNvSpPr/>
            <p:nvPr/>
          </p:nvSpPr>
          <p:spPr>
            <a:xfrm>
              <a:off x="868600" y="1090625"/>
              <a:ext cx="77775" cy="1344175"/>
            </a:xfrm>
            <a:custGeom>
              <a:avLst/>
              <a:gdLst/>
              <a:ahLst/>
              <a:cxnLst/>
              <a:rect l="l" t="t" r="r" b="b"/>
              <a:pathLst>
                <a:path w="3111" h="53767" extrusionOk="0">
                  <a:moveTo>
                    <a:pt x="2952" y="0"/>
                  </a:moveTo>
                  <a:lnTo>
                    <a:pt x="2892" y="20"/>
                  </a:lnTo>
                  <a:lnTo>
                    <a:pt x="2833" y="60"/>
                  </a:lnTo>
                  <a:lnTo>
                    <a:pt x="2793" y="99"/>
                  </a:lnTo>
                  <a:lnTo>
                    <a:pt x="2774" y="178"/>
                  </a:lnTo>
                  <a:lnTo>
                    <a:pt x="2793" y="218"/>
                  </a:lnTo>
                  <a:lnTo>
                    <a:pt x="2813" y="278"/>
                  </a:lnTo>
                  <a:lnTo>
                    <a:pt x="2853" y="317"/>
                  </a:lnTo>
                  <a:lnTo>
                    <a:pt x="2912" y="337"/>
                  </a:lnTo>
                  <a:lnTo>
                    <a:pt x="2912" y="1644"/>
                  </a:lnTo>
                  <a:lnTo>
                    <a:pt x="1961" y="2595"/>
                  </a:lnTo>
                  <a:lnTo>
                    <a:pt x="1961" y="11233"/>
                  </a:lnTo>
                  <a:lnTo>
                    <a:pt x="0" y="13194"/>
                  </a:lnTo>
                  <a:lnTo>
                    <a:pt x="0" y="53766"/>
                  </a:lnTo>
                  <a:lnTo>
                    <a:pt x="79" y="53766"/>
                  </a:lnTo>
                  <a:lnTo>
                    <a:pt x="79" y="13234"/>
                  </a:lnTo>
                  <a:lnTo>
                    <a:pt x="2041" y="11272"/>
                  </a:lnTo>
                  <a:lnTo>
                    <a:pt x="2041" y="2635"/>
                  </a:lnTo>
                  <a:lnTo>
                    <a:pt x="2991" y="1684"/>
                  </a:lnTo>
                  <a:lnTo>
                    <a:pt x="2991" y="337"/>
                  </a:lnTo>
                  <a:lnTo>
                    <a:pt x="3051" y="317"/>
                  </a:lnTo>
                  <a:lnTo>
                    <a:pt x="3091" y="278"/>
                  </a:lnTo>
                  <a:lnTo>
                    <a:pt x="3110" y="218"/>
                  </a:lnTo>
                  <a:lnTo>
                    <a:pt x="3110" y="178"/>
                  </a:lnTo>
                  <a:lnTo>
                    <a:pt x="3110" y="99"/>
                  </a:lnTo>
                  <a:lnTo>
                    <a:pt x="3071" y="60"/>
                  </a:lnTo>
                  <a:lnTo>
                    <a:pt x="3011" y="20"/>
                  </a:lnTo>
                  <a:lnTo>
                    <a:pt x="2952"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9"/>
            <p:cNvSpPr/>
            <p:nvPr/>
          </p:nvSpPr>
          <p:spPr>
            <a:xfrm>
              <a:off x="868600" y="1090625"/>
              <a:ext cx="77775" cy="1344175"/>
            </a:xfrm>
            <a:custGeom>
              <a:avLst/>
              <a:gdLst/>
              <a:ahLst/>
              <a:cxnLst/>
              <a:rect l="l" t="t" r="r" b="b"/>
              <a:pathLst>
                <a:path w="3111" h="53767" fill="none" extrusionOk="0">
                  <a:moveTo>
                    <a:pt x="2952" y="0"/>
                  </a:moveTo>
                  <a:lnTo>
                    <a:pt x="2952" y="0"/>
                  </a:lnTo>
                  <a:lnTo>
                    <a:pt x="2892" y="20"/>
                  </a:lnTo>
                  <a:lnTo>
                    <a:pt x="2833" y="60"/>
                  </a:lnTo>
                  <a:lnTo>
                    <a:pt x="2793" y="99"/>
                  </a:lnTo>
                  <a:lnTo>
                    <a:pt x="2774" y="178"/>
                  </a:lnTo>
                  <a:lnTo>
                    <a:pt x="2774" y="178"/>
                  </a:lnTo>
                  <a:lnTo>
                    <a:pt x="2793" y="218"/>
                  </a:lnTo>
                  <a:lnTo>
                    <a:pt x="2813" y="278"/>
                  </a:lnTo>
                  <a:lnTo>
                    <a:pt x="2853" y="317"/>
                  </a:lnTo>
                  <a:lnTo>
                    <a:pt x="2912" y="337"/>
                  </a:lnTo>
                  <a:lnTo>
                    <a:pt x="2912" y="1644"/>
                  </a:lnTo>
                  <a:lnTo>
                    <a:pt x="1961" y="2595"/>
                  </a:lnTo>
                  <a:lnTo>
                    <a:pt x="1961" y="11233"/>
                  </a:lnTo>
                  <a:lnTo>
                    <a:pt x="0" y="13194"/>
                  </a:lnTo>
                  <a:lnTo>
                    <a:pt x="0" y="53766"/>
                  </a:lnTo>
                  <a:lnTo>
                    <a:pt x="79" y="53766"/>
                  </a:lnTo>
                  <a:lnTo>
                    <a:pt x="79" y="13234"/>
                  </a:lnTo>
                  <a:lnTo>
                    <a:pt x="2041" y="11272"/>
                  </a:lnTo>
                  <a:lnTo>
                    <a:pt x="2041" y="2635"/>
                  </a:lnTo>
                  <a:lnTo>
                    <a:pt x="2991" y="1684"/>
                  </a:lnTo>
                  <a:lnTo>
                    <a:pt x="2991" y="337"/>
                  </a:lnTo>
                  <a:lnTo>
                    <a:pt x="2991" y="337"/>
                  </a:lnTo>
                  <a:lnTo>
                    <a:pt x="3051" y="317"/>
                  </a:lnTo>
                  <a:lnTo>
                    <a:pt x="3091" y="278"/>
                  </a:lnTo>
                  <a:lnTo>
                    <a:pt x="3110" y="218"/>
                  </a:lnTo>
                  <a:lnTo>
                    <a:pt x="3110" y="178"/>
                  </a:lnTo>
                  <a:lnTo>
                    <a:pt x="3110" y="178"/>
                  </a:lnTo>
                  <a:lnTo>
                    <a:pt x="3110" y="99"/>
                  </a:lnTo>
                  <a:lnTo>
                    <a:pt x="3071" y="60"/>
                  </a:lnTo>
                  <a:lnTo>
                    <a:pt x="3011" y="20"/>
                  </a:lnTo>
                  <a:lnTo>
                    <a:pt x="2952"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9"/>
            <p:cNvSpPr/>
            <p:nvPr/>
          </p:nvSpPr>
          <p:spPr>
            <a:xfrm>
              <a:off x="894350" y="1656700"/>
              <a:ext cx="49550" cy="778100"/>
            </a:xfrm>
            <a:custGeom>
              <a:avLst/>
              <a:gdLst/>
              <a:ahLst/>
              <a:cxnLst/>
              <a:rect l="l" t="t" r="r" b="b"/>
              <a:pathLst>
                <a:path w="1982" h="31124" extrusionOk="0">
                  <a:moveTo>
                    <a:pt x="159" y="1"/>
                  </a:moveTo>
                  <a:lnTo>
                    <a:pt x="99" y="21"/>
                  </a:lnTo>
                  <a:lnTo>
                    <a:pt x="40" y="40"/>
                  </a:lnTo>
                  <a:lnTo>
                    <a:pt x="20" y="100"/>
                  </a:lnTo>
                  <a:lnTo>
                    <a:pt x="0" y="159"/>
                  </a:lnTo>
                  <a:lnTo>
                    <a:pt x="20" y="238"/>
                  </a:lnTo>
                  <a:lnTo>
                    <a:pt x="40" y="278"/>
                  </a:lnTo>
                  <a:lnTo>
                    <a:pt x="99" y="318"/>
                  </a:lnTo>
                  <a:lnTo>
                    <a:pt x="159" y="337"/>
                  </a:lnTo>
                  <a:lnTo>
                    <a:pt x="218" y="337"/>
                  </a:lnTo>
                  <a:lnTo>
                    <a:pt x="258" y="318"/>
                  </a:lnTo>
                  <a:lnTo>
                    <a:pt x="1902" y="1962"/>
                  </a:lnTo>
                  <a:lnTo>
                    <a:pt x="1902" y="3071"/>
                  </a:lnTo>
                  <a:lnTo>
                    <a:pt x="218" y="4755"/>
                  </a:lnTo>
                  <a:lnTo>
                    <a:pt x="218" y="2735"/>
                  </a:lnTo>
                  <a:lnTo>
                    <a:pt x="258" y="2715"/>
                  </a:lnTo>
                  <a:lnTo>
                    <a:pt x="297" y="2675"/>
                  </a:lnTo>
                  <a:lnTo>
                    <a:pt x="317" y="2616"/>
                  </a:lnTo>
                  <a:lnTo>
                    <a:pt x="337" y="2576"/>
                  </a:lnTo>
                  <a:lnTo>
                    <a:pt x="317" y="2497"/>
                  </a:lnTo>
                  <a:lnTo>
                    <a:pt x="278" y="2457"/>
                  </a:lnTo>
                  <a:lnTo>
                    <a:pt x="238" y="2418"/>
                  </a:lnTo>
                  <a:lnTo>
                    <a:pt x="159" y="2398"/>
                  </a:lnTo>
                  <a:lnTo>
                    <a:pt x="99" y="2418"/>
                  </a:lnTo>
                  <a:lnTo>
                    <a:pt x="40" y="2457"/>
                  </a:lnTo>
                  <a:lnTo>
                    <a:pt x="20" y="2497"/>
                  </a:lnTo>
                  <a:lnTo>
                    <a:pt x="0" y="2576"/>
                  </a:lnTo>
                  <a:lnTo>
                    <a:pt x="0" y="2616"/>
                  </a:lnTo>
                  <a:lnTo>
                    <a:pt x="40" y="2675"/>
                  </a:lnTo>
                  <a:lnTo>
                    <a:pt x="79" y="2715"/>
                  </a:lnTo>
                  <a:lnTo>
                    <a:pt x="119" y="2735"/>
                  </a:lnTo>
                  <a:lnTo>
                    <a:pt x="119" y="31123"/>
                  </a:lnTo>
                  <a:lnTo>
                    <a:pt x="218" y="31123"/>
                  </a:lnTo>
                  <a:lnTo>
                    <a:pt x="218" y="4874"/>
                  </a:lnTo>
                  <a:lnTo>
                    <a:pt x="1981" y="3091"/>
                  </a:lnTo>
                  <a:lnTo>
                    <a:pt x="1981" y="1922"/>
                  </a:lnTo>
                  <a:lnTo>
                    <a:pt x="317" y="258"/>
                  </a:lnTo>
                  <a:lnTo>
                    <a:pt x="337" y="219"/>
                  </a:lnTo>
                  <a:lnTo>
                    <a:pt x="337" y="159"/>
                  </a:lnTo>
                  <a:lnTo>
                    <a:pt x="317" y="100"/>
                  </a:lnTo>
                  <a:lnTo>
                    <a:pt x="278" y="40"/>
                  </a:lnTo>
                  <a:lnTo>
                    <a:pt x="238" y="21"/>
                  </a:lnTo>
                  <a:lnTo>
                    <a:pt x="159"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9"/>
            <p:cNvSpPr/>
            <p:nvPr/>
          </p:nvSpPr>
          <p:spPr>
            <a:xfrm>
              <a:off x="894350" y="1656700"/>
              <a:ext cx="49550" cy="778100"/>
            </a:xfrm>
            <a:custGeom>
              <a:avLst/>
              <a:gdLst/>
              <a:ahLst/>
              <a:cxnLst/>
              <a:rect l="l" t="t" r="r" b="b"/>
              <a:pathLst>
                <a:path w="1982" h="31124" fill="none" extrusionOk="0">
                  <a:moveTo>
                    <a:pt x="159" y="1"/>
                  </a:moveTo>
                  <a:lnTo>
                    <a:pt x="159" y="1"/>
                  </a:lnTo>
                  <a:lnTo>
                    <a:pt x="159" y="1"/>
                  </a:lnTo>
                  <a:lnTo>
                    <a:pt x="159" y="1"/>
                  </a:lnTo>
                  <a:lnTo>
                    <a:pt x="99" y="21"/>
                  </a:lnTo>
                  <a:lnTo>
                    <a:pt x="40" y="40"/>
                  </a:lnTo>
                  <a:lnTo>
                    <a:pt x="20" y="100"/>
                  </a:lnTo>
                  <a:lnTo>
                    <a:pt x="0" y="159"/>
                  </a:lnTo>
                  <a:lnTo>
                    <a:pt x="0" y="159"/>
                  </a:lnTo>
                  <a:lnTo>
                    <a:pt x="20" y="238"/>
                  </a:lnTo>
                  <a:lnTo>
                    <a:pt x="40" y="278"/>
                  </a:lnTo>
                  <a:lnTo>
                    <a:pt x="99" y="318"/>
                  </a:lnTo>
                  <a:lnTo>
                    <a:pt x="159" y="337"/>
                  </a:lnTo>
                  <a:lnTo>
                    <a:pt x="159" y="337"/>
                  </a:lnTo>
                  <a:lnTo>
                    <a:pt x="218" y="337"/>
                  </a:lnTo>
                  <a:lnTo>
                    <a:pt x="258" y="318"/>
                  </a:lnTo>
                  <a:lnTo>
                    <a:pt x="1902" y="1962"/>
                  </a:lnTo>
                  <a:lnTo>
                    <a:pt x="1902" y="3071"/>
                  </a:lnTo>
                  <a:lnTo>
                    <a:pt x="218" y="4755"/>
                  </a:lnTo>
                  <a:lnTo>
                    <a:pt x="218" y="2735"/>
                  </a:lnTo>
                  <a:lnTo>
                    <a:pt x="218" y="2735"/>
                  </a:lnTo>
                  <a:lnTo>
                    <a:pt x="258" y="2715"/>
                  </a:lnTo>
                  <a:lnTo>
                    <a:pt x="297" y="2675"/>
                  </a:lnTo>
                  <a:lnTo>
                    <a:pt x="317" y="2616"/>
                  </a:lnTo>
                  <a:lnTo>
                    <a:pt x="337" y="2576"/>
                  </a:lnTo>
                  <a:lnTo>
                    <a:pt x="337" y="2576"/>
                  </a:lnTo>
                  <a:lnTo>
                    <a:pt x="317" y="2497"/>
                  </a:lnTo>
                  <a:lnTo>
                    <a:pt x="278" y="2457"/>
                  </a:lnTo>
                  <a:lnTo>
                    <a:pt x="238" y="2418"/>
                  </a:lnTo>
                  <a:lnTo>
                    <a:pt x="159" y="2398"/>
                  </a:lnTo>
                  <a:lnTo>
                    <a:pt x="159" y="2398"/>
                  </a:lnTo>
                  <a:lnTo>
                    <a:pt x="99" y="2418"/>
                  </a:lnTo>
                  <a:lnTo>
                    <a:pt x="40" y="2457"/>
                  </a:lnTo>
                  <a:lnTo>
                    <a:pt x="20" y="2497"/>
                  </a:lnTo>
                  <a:lnTo>
                    <a:pt x="0" y="2576"/>
                  </a:lnTo>
                  <a:lnTo>
                    <a:pt x="0" y="2576"/>
                  </a:lnTo>
                  <a:lnTo>
                    <a:pt x="0" y="2616"/>
                  </a:lnTo>
                  <a:lnTo>
                    <a:pt x="40" y="2675"/>
                  </a:lnTo>
                  <a:lnTo>
                    <a:pt x="79" y="2715"/>
                  </a:lnTo>
                  <a:lnTo>
                    <a:pt x="119" y="2735"/>
                  </a:lnTo>
                  <a:lnTo>
                    <a:pt x="119" y="31123"/>
                  </a:lnTo>
                  <a:lnTo>
                    <a:pt x="218" y="31123"/>
                  </a:lnTo>
                  <a:lnTo>
                    <a:pt x="218" y="4874"/>
                  </a:lnTo>
                  <a:lnTo>
                    <a:pt x="1981" y="3091"/>
                  </a:lnTo>
                  <a:lnTo>
                    <a:pt x="1981" y="1922"/>
                  </a:lnTo>
                  <a:lnTo>
                    <a:pt x="317" y="258"/>
                  </a:lnTo>
                  <a:lnTo>
                    <a:pt x="317" y="258"/>
                  </a:lnTo>
                  <a:lnTo>
                    <a:pt x="337" y="219"/>
                  </a:lnTo>
                  <a:lnTo>
                    <a:pt x="337" y="159"/>
                  </a:lnTo>
                  <a:lnTo>
                    <a:pt x="337" y="159"/>
                  </a:lnTo>
                  <a:lnTo>
                    <a:pt x="317" y="100"/>
                  </a:lnTo>
                  <a:lnTo>
                    <a:pt x="278" y="40"/>
                  </a:lnTo>
                  <a:lnTo>
                    <a:pt x="238" y="21"/>
                  </a:lnTo>
                  <a:lnTo>
                    <a:pt x="159"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9"/>
            <p:cNvSpPr/>
            <p:nvPr/>
          </p:nvSpPr>
          <p:spPr>
            <a:xfrm>
              <a:off x="614525" y="1073275"/>
              <a:ext cx="187725" cy="1361525"/>
            </a:xfrm>
            <a:custGeom>
              <a:avLst/>
              <a:gdLst/>
              <a:ahLst/>
              <a:cxnLst/>
              <a:rect l="l" t="t" r="r" b="b"/>
              <a:pathLst>
                <a:path w="7509" h="54461" extrusionOk="0">
                  <a:moveTo>
                    <a:pt x="5488" y="1"/>
                  </a:moveTo>
                  <a:lnTo>
                    <a:pt x="5428" y="21"/>
                  </a:lnTo>
                  <a:lnTo>
                    <a:pt x="5369" y="60"/>
                  </a:lnTo>
                  <a:lnTo>
                    <a:pt x="5349" y="120"/>
                  </a:lnTo>
                  <a:lnTo>
                    <a:pt x="5329" y="179"/>
                  </a:lnTo>
                  <a:lnTo>
                    <a:pt x="5329" y="239"/>
                  </a:lnTo>
                  <a:lnTo>
                    <a:pt x="5369" y="278"/>
                  </a:lnTo>
                  <a:lnTo>
                    <a:pt x="5408" y="318"/>
                  </a:lnTo>
                  <a:lnTo>
                    <a:pt x="5448" y="338"/>
                  </a:lnTo>
                  <a:lnTo>
                    <a:pt x="5448" y="8143"/>
                  </a:lnTo>
                  <a:lnTo>
                    <a:pt x="7409" y="10104"/>
                  </a:lnTo>
                  <a:lnTo>
                    <a:pt x="7409" y="17216"/>
                  </a:lnTo>
                  <a:lnTo>
                    <a:pt x="5448" y="19177"/>
                  </a:lnTo>
                  <a:lnTo>
                    <a:pt x="5448" y="27122"/>
                  </a:lnTo>
                  <a:lnTo>
                    <a:pt x="3011" y="29558"/>
                  </a:lnTo>
                  <a:lnTo>
                    <a:pt x="3011" y="34412"/>
                  </a:lnTo>
                  <a:lnTo>
                    <a:pt x="4418" y="35818"/>
                  </a:lnTo>
                  <a:lnTo>
                    <a:pt x="4418" y="39206"/>
                  </a:lnTo>
                  <a:lnTo>
                    <a:pt x="2060" y="36849"/>
                  </a:lnTo>
                  <a:lnTo>
                    <a:pt x="2060" y="28904"/>
                  </a:lnTo>
                  <a:lnTo>
                    <a:pt x="79" y="26943"/>
                  </a:lnTo>
                  <a:lnTo>
                    <a:pt x="79" y="19831"/>
                  </a:lnTo>
                  <a:lnTo>
                    <a:pt x="2060" y="17870"/>
                  </a:lnTo>
                  <a:lnTo>
                    <a:pt x="2060" y="10065"/>
                  </a:lnTo>
                  <a:lnTo>
                    <a:pt x="2100" y="10045"/>
                  </a:lnTo>
                  <a:lnTo>
                    <a:pt x="2140" y="10005"/>
                  </a:lnTo>
                  <a:lnTo>
                    <a:pt x="2179" y="9966"/>
                  </a:lnTo>
                  <a:lnTo>
                    <a:pt x="2179" y="9906"/>
                  </a:lnTo>
                  <a:lnTo>
                    <a:pt x="2160" y="9847"/>
                  </a:lnTo>
                  <a:lnTo>
                    <a:pt x="2140" y="9787"/>
                  </a:lnTo>
                  <a:lnTo>
                    <a:pt x="2080" y="9748"/>
                  </a:lnTo>
                  <a:lnTo>
                    <a:pt x="1942" y="9748"/>
                  </a:lnTo>
                  <a:lnTo>
                    <a:pt x="1902" y="9787"/>
                  </a:lnTo>
                  <a:lnTo>
                    <a:pt x="1862" y="9847"/>
                  </a:lnTo>
                  <a:lnTo>
                    <a:pt x="1843" y="9906"/>
                  </a:lnTo>
                  <a:lnTo>
                    <a:pt x="1862" y="9966"/>
                  </a:lnTo>
                  <a:lnTo>
                    <a:pt x="1882" y="10005"/>
                  </a:lnTo>
                  <a:lnTo>
                    <a:pt x="1922" y="10045"/>
                  </a:lnTo>
                  <a:lnTo>
                    <a:pt x="1961" y="10065"/>
                  </a:lnTo>
                  <a:lnTo>
                    <a:pt x="1961" y="17830"/>
                  </a:lnTo>
                  <a:lnTo>
                    <a:pt x="0" y="19792"/>
                  </a:lnTo>
                  <a:lnTo>
                    <a:pt x="0" y="26983"/>
                  </a:lnTo>
                  <a:lnTo>
                    <a:pt x="1961" y="28944"/>
                  </a:lnTo>
                  <a:lnTo>
                    <a:pt x="1961" y="36888"/>
                  </a:lnTo>
                  <a:lnTo>
                    <a:pt x="4418" y="39325"/>
                  </a:lnTo>
                  <a:lnTo>
                    <a:pt x="4418" y="54460"/>
                  </a:lnTo>
                  <a:lnTo>
                    <a:pt x="4497" y="54460"/>
                  </a:lnTo>
                  <a:lnTo>
                    <a:pt x="4497" y="39285"/>
                  </a:lnTo>
                  <a:lnTo>
                    <a:pt x="4497" y="33540"/>
                  </a:lnTo>
                  <a:lnTo>
                    <a:pt x="7508" y="30529"/>
                  </a:lnTo>
                  <a:lnTo>
                    <a:pt x="7508" y="20505"/>
                  </a:lnTo>
                  <a:lnTo>
                    <a:pt x="7409" y="20505"/>
                  </a:lnTo>
                  <a:lnTo>
                    <a:pt x="7409" y="30509"/>
                  </a:lnTo>
                  <a:lnTo>
                    <a:pt x="4497" y="33421"/>
                  </a:lnTo>
                  <a:lnTo>
                    <a:pt x="4497" y="32530"/>
                  </a:lnTo>
                  <a:lnTo>
                    <a:pt x="6518" y="30529"/>
                  </a:lnTo>
                  <a:lnTo>
                    <a:pt x="6518" y="23694"/>
                  </a:lnTo>
                  <a:lnTo>
                    <a:pt x="6439" y="23694"/>
                  </a:lnTo>
                  <a:lnTo>
                    <a:pt x="6439" y="30509"/>
                  </a:lnTo>
                  <a:lnTo>
                    <a:pt x="4418" y="32510"/>
                  </a:lnTo>
                  <a:lnTo>
                    <a:pt x="4418" y="35700"/>
                  </a:lnTo>
                  <a:lnTo>
                    <a:pt x="3091" y="34392"/>
                  </a:lnTo>
                  <a:lnTo>
                    <a:pt x="3091" y="29598"/>
                  </a:lnTo>
                  <a:lnTo>
                    <a:pt x="5547" y="27161"/>
                  </a:lnTo>
                  <a:lnTo>
                    <a:pt x="5547" y="19217"/>
                  </a:lnTo>
                  <a:lnTo>
                    <a:pt x="7508" y="17256"/>
                  </a:lnTo>
                  <a:lnTo>
                    <a:pt x="7508" y="10065"/>
                  </a:lnTo>
                  <a:lnTo>
                    <a:pt x="5547" y="8103"/>
                  </a:lnTo>
                  <a:lnTo>
                    <a:pt x="5547" y="338"/>
                  </a:lnTo>
                  <a:lnTo>
                    <a:pt x="5587" y="318"/>
                  </a:lnTo>
                  <a:lnTo>
                    <a:pt x="5626" y="278"/>
                  </a:lnTo>
                  <a:lnTo>
                    <a:pt x="5646" y="239"/>
                  </a:lnTo>
                  <a:lnTo>
                    <a:pt x="5666" y="179"/>
                  </a:lnTo>
                  <a:lnTo>
                    <a:pt x="5646" y="120"/>
                  </a:lnTo>
                  <a:lnTo>
                    <a:pt x="5607" y="60"/>
                  </a:lnTo>
                  <a:lnTo>
                    <a:pt x="5567" y="21"/>
                  </a:lnTo>
                  <a:lnTo>
                    <a:pt x="5488"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9"/>
            <p:cNvSpPr/>
            <p:nvPr/>
          </p:nvSpPr>
          <p:spPr>
            <a:xfrm>
              <a:off x="614525" y="1073275"/>
              <a:ext cx="187725" cy="1361525"/>
            </a:xfrm>
            <a:custGeom>
              <a:avLst/>
              <a:gdLst/>
              <a:ahLst/>
              <a:cxnLst/>
              <a:rect l="l" t="t" r="r" b="b"/>
              <a:pathLst>
                <a:path w="7509" h="54461" fill="none" extrusionOk="0">
                  <a:moveTo>
                    <a:pt x="5488" y="1"/>
                  </a:moveTo>
                  <a:lnTo>
                    <a:pt x="5488" y="1"/>
                  </a:lnTo>
                  <a:lnTo>
                    <a:pt x="5428" y="21"/>
                  </a:lnTo>
                  <a:lnTo>
                    <a:pt x="5369" y="60"/>
                  </a:lnTo>
                  <a:lnTo>
                    <a:pt x="5349" y="120"/>
                  </a:lnTo>
                  <a:lnTo>
                    <a:pt x="5329" y="179"/>
                  </a:lnTo>
                  <a:lnTo>
                    <a:pt x="5329" y="179"/>
                  </a:lnTo>
                  <a:lnTo>
                    <a:pt x="5329" y="239"/>
                  </a:lnTo>
                  <a:lnTo>
                    <a:pt x="5369" y="278"/>
                  </a:lnTo>
                  <a:lnTo>
                    <a:pt x="5408" y="318"/>
                  </a:lnTo>
                  <a:lnTo>
                    <a:pt x="5448" y="338"/>
                  </a:lnTo>
                  <a:lnTo>
                    <a:pt x="5448" y="8143"/>
                  </a:lnTo>
                  <a:lnTo>
                    <a:pt x="7409" y="10104"/>
                  </a:lnTo>
                  <a:lnTo>
                    <a:pt x="7409" y="17216"/>
                  </a:lnTo>
                  <a:lnTo>
                    <a:pt x="5448" y="19177"/>
                  </a:lnTo>
                  <a:lnTo>
                    <a:pt x="5448" y="27122"/>
                  </a:lnTo>
                  <a:lnTo>
                    <a:pt x="3011" y="29558"/>
                  </a:lnTo>
                  <a:lnTo>
                    <a:pt x="3011" y="34412"/>
                  </a:lnTo>
                  <a:lnTo>
                    <a:pt x="4418" y="35818"/>
                  </a:lnTo>
                  <a:lnTo>
                    <a:pt x="4418" y="39206"/>
                  </a:lnTo>
                  <a:lnTo>
                    <a:pt x="2060" y="36849"/>
                  </a:lnTo>
                  <a:lnTo>
                    <a:pt x="2060" y="28904"/>
                  </a:lnTo>
                  <a:lnTo>
                    <a:pt x="79" y="26943"/>
                  </a:lnTo>
                  <a:lnTo>
                    <a:pt x="79" y="19831"/>
                  </a:lnTo>
                  <a:lnTo>
                    <a:pt x="2060" y="17870"/>
                  </a:lnTo>
                  <a:lnTo>
                    <a:pt x="2060" y="10065"/>
                  </a:lnTo>
                  <a:lnTo>
                    <a:pt x="2060" y="10065"/>
                  </a:lnTo>
                  <a:lnTo>
                    <a:pt x="2100" y="10045"/>
                  </a:lnTo>
                  <a:lnTo>
                    <a:pt x="2140" y="10005"/>
                  </a:lnTo>
                  <a:lnTo>
                    <a:pt x="2179" y="9966"/>
                  </a:lnTo>
                  <a:lnTo>
                    <a:pt x="2179" y="9906"/>
                  </a:lnTo>
                  <a:lnTo>
                    <a:pt x="2179" y="9906"/>
                  </a:lnTo>
                  <a:lnTo>
                    <a:pt x="2160" y="9847"/>
                  </a:lnTo>
                  <a:lnTo>
                    <a:pt x="2140" y="9787"/>
                  </a:lnTo>
                  <a:lnTo>
                    <a:pt x="2080" y="9748"/>
                  </a:lnTo>
                  <a:lnTo>
                    <a:pt x="2021" y="9748"/>
                  </a:lnTo>
                  <a:lnTo>
                    <a:pt x="2021" y="9748"/>
                  </a:lnTo>
                  <a:lnTo>
                    <a:pt x="1942" y="9748"/>
                  </a:lnTo>
                  <a:lnTo>
                    <a:pt x="1902" y="9787"/>
                  </a:lnTo>
                  <a:lnTo>
                    <a:pt x="1862" y="9847"/>
                  </a:lnTo>
                  <a:lnTo>
                    <a:pt x="1843" y="9906"/>
                  </a:lnTo>
                  <a:lnTo>
                    <a:pt x="1843" y="9906"/>
                  </a:lnTo>
                  <a:lnTo>
                    <a:pt x="1862" y="9966"/>
                  </a:lnTo>
                  <a:lnTo>
                    <a:pt x="1882" y="10005"/>
                  </a:lnTo>
                  <a:lnTo>
                    <a:pt x="1922" y="10045"/>
                  </a:lnTo>
                  <a:lnTo>
                    <a:pt x="1961" y="10065"/>
                  </a:lnTo>
                  <a:lnTo>
                    <a:pt x="1961" y="17830"/>
                  </a:lnTo>
                  <a:lnTo>
                    <a:pt x="0" y="19792"/>
                  </a:lnTo>
                  <a:lnTo>
                    <a:pt x="0" y="26983"/>
                  </a:lnTo>
                  <a:lnTo>
                    <a:pt x="1961" y="28944"/>
                  </a:lnTo>
                  <a:lnTo>
                    <a:pt x="1961" y="36888"/>
                  </a:lnTo>
                  <a:lnTo>
                    <a:pt x="4418" y="39325"/>
                  </a:lnTo>
                  <a:lnTo>
                    <a:pt x="4418" y="54460"/>
                  </a:lnTo>
                  <a:lnTo>
                    <a:pt x="4497" y="54460"/>
                  </a:lnTo>
                  <a:lnTo>
                    <a:pt x="4497" y="39285"/>
                  </a:lnTo>
                  <a:lnTo>
                    <a:pt x="4497" y="33540"/>
                  </a:lnTo>
                  <a:lnTo>
                    <a:pt x="7508" y="30529"/>
                  </a:lnTo>
                  <a:lnTo>
                    <a:pt x="7508" y="20505"/>
                  </a:lnTo>
                  <a:lnTo>
                    <a:pt x="7409" y="20505"/>
                  </a:lnTo>
                  <a:lnTo>
                    <a:pt x="7409" y="30509"/>
                  </a:lnTo>
                  <a:lnTo>
                    <a:pt x="4497" y="33421"/>
                  </a:lnTo>
                  <a:lnTo>
                    <a:pt x="4497" y="32530"/>
                  </a:lnTo>
                  <a:lnTo>
                    <a:pt x="6518" y="30529"/>
                  </a:lnTo>
                  <a:lnTo>
                    <a:pt x="6518" y="23694"/>
                  </a:lnTo>
                  <a:lnTo>
                    <a:pt x="6439" y="23694"/>
                  </a:lnTo>
                  <a:lnTo>
                    <a:pt x="6439" y="30509"/>
                  </a:lnTo>
                  <a:lnTo>
                    <a:pt x="4418" y="32510"/>
                  </a:lnTo>
                  <a:lnTo>
                    <a:pt x="4418" y="35700"/>
                  </a:lnTo>
                  <a:lnTo>
                    <a:pt x="3091" y="34392"/>
                  </a:lnTo>
                  <a:lnTo>
                    <a:pt x="3091" y="29598"/>
                  </a:lnTo>
                  <a:lnTo>
                    <a:pt x="5547" y="27161"/>
                  </a:lnTo>
                  <a:lnTo>
                    <a:pt x="5547" y="19217"/>
                  </a:lnTo>
                  <a:lnTo>
                    <a:pt x="7508" y="17256"/>
                  </a:lnTo>
                  <a:lnTo>
                    <a:pt x="7508" y="10065"/>
                  </a:lnTo>
                  <a:lnTo>
                    <a:pt x="5547" y="8103"/>
                  </a:lnTo>
                  <a:lnTo>
                    <a:pt x="5547" y="338"/>
                  </a:lnTo>
                  <a:lnTo>
                    <a:pt x="5547" y="338"/>
                  </a:lnTo>
                  <a:lnTo>
                    <a:pt x="5587" y="318"/>
                  </a:lnTo>
                  <a:lnTo>
                    <a:pt x="5626" y="278"/>
                  </a:lnTo>
                  <a:lnTo>
                    <a:pt x="5646" y="239"/>
                  </a:lnTo>
                  <a:lnTo>
                    <a:pt x="5666" y="179"/>
                  </a:lnTo>
                  <a:lnTo>
                    <a:pt x="5666" y="179"/>
                  </a:lnTo>
                  <a:lnTo>
                    <a:pt x="5646" y="120"/>
                  </a:lnTo>
                  <a:lnTo>
                    <a:pt x="5607" y="60"/>
                  </a:lnTo>
                  <a:lnTo>
                    <a:pt x="5567" y="21"/>
                  </a:lnTo>
                  <a:lnTo>
                    <a:pt x="5488"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9"/>
            <p:cNvSpPr/>
            <p:nvPr/>
          </p:nvSpPr>
          <p:spPr>
            <a:xfrm>
              <a:off x="771025" y="1035650"/>
              <a:ext cx="129275" cy="1399150"/>
            </a:xfrm>
            <a:custGeom>
              <a:avLst/>
              <a:gdLst/>
              <a:ahLst/>
              <a:cxnLst/>
              <a:rect l="l" t="t" r="r" b="b"/>
              <a:pathLst>
                <a:path w="5171" h="55966" extrusionOk="0">
                  <a:moveTo>
                    <a:pt x="4953" y="0"/>
                  </a:moveTo>
                  <a:lnTo>
                    <a:pt x="4894" y="40"/>
                  </a:lnTo>
                  <a:lnTo>
                    <a:pt x="4854" y="99"/>
                  </a:lnTo>
                  <a:lnTo>
                    <a:pt x="4834" y="159"/>
                  </a:lnTo>
                  <a:lnTo>
                    <a:pt x="4854" y="218"/>
                  </a:lnTo>
                  <a:lnTo>
                    <a:pt x="4874" y="258"/>
                  </a:lnTo>
                  <a:lnTo>
                    <a:pt x="4913" y="297"/>
                  </a:lnTo>
                  <a:lnTo>
                    <a:pt x="4973" y="317"/>
                  </a:lnTo>
                  <a:lnTo>
                    <a:pt x="4973" y="12956"/>
                  </a:lnTo>
                  <a:lnTo>
                    <a:pt x="3012" y="14918"/>
                  </a:lnTo>
                  <a:lnTo>
                    <a:pt x="3012" y="32014"/>
                  </a:lnTo>
                  <a:lnTo>
                    <a:pt x="0" y="35006"/>
                  </a:lnTo>
                  <a:lnTo>
                    <a:pt x="0" y="55965"/>
                  </a:lnTo>
                  <a:lnTo>
                    <a:pt x="80" y="55965"/>
                  </a:lnTo>
                  <a:lnTo>
                    <a:pt x="80" y="35045"/>
                  </a:lnTo>
                  <a:lnTo>
                    <a:pt x="3091" y="32034"/>
                  </a:lnTo>
                  <a:lnTo>
                    <a:pt x="3091" y="14957"/>
                  </a:lnTo>
                  <a:lnTo>
                    <a:pt x="5052" y="12996"/>
                  </a:lnTo>
                  <a:lnTo>
                    <a:pt x="5052" y="317"/>
                  </a:lnTo>
                  <a:lnTo>
                    <a:pt x="5092" y="297"/>
                  </a:lnTo>
                  <a:lnTo>
                    <a:pt x="5131" y="258"/>
                  </a:lnTo>
                  <a:lnTo>
                    <a:pt x="5171" y="218"/>
                  </a:lnTo>
                  <a:lnTo>
                    <a:pt x="5171" y="159"/>
                  </a:lnTo>
                  <a:lnTo>
                    <a:pt x="5171" y="99"/>
                  </a:lnTo>
                  <a:lnTo>
                    <a:pt x="5131" y="40"/>
                  </a:lnTo>
                  <a:lnTo>
                    <a:pt x="5072"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9"/>
            <p:cNvSpPr/>
            <p:nvPr/>
          </p:nvSpPr>
          <p:spPr>
            <a:xfrm>
              <a:off x="771025" y="1035650"/>
              <a:ext cx="129275" cy="1399150"/>
            </a:xfrm>
            <a:custGeom>
              <a:avLst/>
              <a:gdLst/>
              <a:ahLst/>
              <a:cxnLst/>
              <a:rect l="l" t="t" r="r" b="b"/>
              <a:pathLst>
                <a:path w="5171" h="55966" fill="none" extrusionOk="0">
                  <a:moveTo>
                    <a:pt x="5012" y="0"/>
                  </a:moveTo>
                  <a:lnTo>
                    <a:pt x="5012" y="0"/>
                  </a:lnTo>
                  <a:lnTo>
                    <a:pt x="4953" y="0"/>
                  </a:lnTo>
                  <a:lnTo>
                    <a:pt x="4894" y="40"/>
                  </a:lnTo>
                  <a:lnTo>
                    <a:pt x="4854" y="99"/>
                  </a:lnTo>
                  <a:lnTo>
                    <a:pt x="4834" y="159"/>
                  </a:lnTo>
                  <a:lnTo>
                    <a:pt x="4834" y="159"/>
                  </a:lnTo>
                  <a:lnTo>
                    <a:pt x="4854" y="218"/>
                  </a:lnTo>
                  <a:lnTo>
                    <a:pt x="4874" y="258"/>
                  </a:lnTo>
                  <a:lnTo>
                    <a:pt x="4913" y="297"/>
                  </a:lnTo>
                  <a:lnTo>
                    <a:pt x="4973" y="317"/>
                  </a:lnTo>
                  <a:lnTo>
                    <a:pt x="4973" y="12956"/>
                  </a:lnTo>
                  <a:lnTo>
                    <a:pt x="3012" y="14918"/>
                  </a:lnTo>
                  <a:lnTo>
                    <a:pt x="3012" y="32014"/>
                  </a:lnTo>
                  <a:lnTo>
                    <a:pt x="0" y="35006"/>
                  </a:lnTo>
                  <a:lnTo>
                    <a:pt x="0" y="55965"/>
                  </a:lnTo>
                  <a:lnTo>
                    <a:pt x="80" y="55965"/>
                  </a:lnTo>
                  <a:lnTo>
                    <a:pt x="80" y="35045"/>
                  </a:lnTo>
                  <a:lnTo>
                    <a:pt x="3091" y="32034"/>
                  </a:lnTo>
                  <a:lnTo>
                    <a:pt x="3091" y="14957"/>
                  </a:lnTo>
                  <a:lnTo>
                    <a:pt x="5052" y="12996"/>
                  </a:lnTo>
                  <a:lnTo>
                    <a:pt x="5052" y="317"/>
                  </a:lnTo>
                  <a:lnTo>
                    <a:pt x="5052" y="317"/>
                  </a:lnTo>
                  <a:lnTo>
                    <a:pt x="5092" y="297"/>
                  </a:lnTo>
                  <a:lnTo>
                    <a:pt x="5131" y="258"/>
                  </a:lnTo>
                  <a:lnTo>
                    <a:pt x="5171" y="218"/>
                  </a:lnTo>
                  <a:lnTo>
                    <a:pt x="5171" y="159"/>
                  </a:lnTo>
                  <a:lnTo>
                    <a:pt x="5171" y="159"/>
                  </a:lnTo>
                  <a:lnTo>
                    <a:pt x="5171" y="99"/>
                  </a:lnTo>
                  <a:lnTo>
                    <a:pt x="5131" y="40"/>
                  </a:lnTo>
                  <a:lnTo>
                    <a:pt x="5072" y="0"/>
                  </a:lnTo>
                  <a:lnTo>
                    <a:pt x="5012"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9"/>
            <p:cNvSpPr/>
            <p:nvPr/>
          </p:nvSpPr>
          <p:spPr>
            <a:xfrm>
              <a:off x="747750" y="1264950"/>
              <a:ext cx="130275" cy="1169850"/>
            </a:xfrm>
            <a:custGeom>
              <a:avLst/>
              <a:gdLst/>
              <a:ahLst/>
              <a:cxnLst/>
              <a:rect l="l" t="t" r="r" b="b"/>
              <a:pathLst>
                <a:path w="5211" h="46794" extrusionOk="0">
                  <a:moveTo>
                    <a:pt x="5052" y="1"/>
                  </a:moveTo>
                  <a:lnTo>
                    <a:pt x="4973" y="20"/>
                  </a:lnTo>
                  <a:lnTo>
                    <a:pt x="4933" y="60"/>
                  </a:lnTo>
                  <a:lnTo>
                    <a:pt x="4893" y="100"/>
                  </a:lnTo>
                  <a:lnTo>
                    <a:pt x="4874" y="179"/>
                  </a:lnTo>
                  <a:lnTo>
                    <a:pt x="4874" y="218"/>
                  </a:lnTo>
                  <a:lnTo>
                    <a:pt x="4893" y="258"/>
                  </a:lnTo>
                  <a:lnTo>
                    <a:pt x="4953" y="317"/>
                  </a:lnTo>
                  <a:lnTo>
                    <a:pt x="4953" y="3349"/>
                  </a:lnTo>
                  <a:lnTo>
                    <a:pt x="2992" y="5310"/>
                  </a:lnTo>
                  <a:lnTo>
                    <a:pt x="2992" y="22882"/>
                  </a:lnTo>
                  <a:lnTo>
                    <a:pt x="0" y="25873"/>
                  </a:lnTo>
                  <a:lnTo>
                    <a:pt x="0" y="46793"/>
                  </a:lnTo>
                  <a:lnTo>
                    <a:pt x="99" y="46793"/>
                  </a:lnTo>
                  <a:lnTo>
                    <a:pt x="99" y="25913"/>
                  </a:lnTo>
                  <a:lnTo>
                    <a:pt x="3091" y="22921"/>
                  </a:lnTo>
                  <a:lnTo>
                    <a:pt x="3091" y="5349"/>
                  </a:lnTo>
                  <a:lnTo>
                    <a:pt x="5052" y="3388"/>
                  </a:lnTo>
                  <a:lnTo>
                    <a:pt x="5052" y="337"/>
                  </a:lnTo>
                  <a:lnTo>
                    <a:pt x="5111" y="317"/>
                  </a:lnTo>
                  <a:lnTo>
                    <a:pt x="5171" y="298"/>
                  </a:lnTo>
                  <a:lnTo>
                    <a:pt x="5191" y="238"/>
                  </a:lnTo>
                  <a:lnTo>
                    <a:pt x="5210" y="179"/>
                  </a:lnTo>
                  <a:lnTo>
                    <a:pt x="5191" y="100"/>
                  </a:lnTo>
                  <a:lnTo>
                    <a:pt x="5171" y="60"/>
                  </a:lnTo>
                  <a:lnTo>
                    <a:pt x="5111" y="20"/>
                  </a:lnTo>
                  <a:lnTo>
                    <a:pt x="5052"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9"/>
            <p:cNvSpPr/>
            <p:nvPr/>
          </p:nvSpPr>
          <p:spPr>
            <a:xfrm>
              <a:off x="747750" y="1264950"/>
              <a:ext cx="130275" cy="1169850"/>
            </a:xfrm>
            <a:custGeom>
              <a:avLst/>
              <a:gdLst/>
              <a:ahLst/>
              <a:cxnLst/>
              <a:rect l="l" t="t" r="r" b="b"/>
              <a:pathLst>
                <a:path w="5211" h="46794" fill="none" extrusionOk="0">
                  <a:moveTo>
                    <a:pt x="5052" y="1"/>
                  </a:moveTo>
                  <a:lnTo>
                    <a:pt x="5052" y="1"/>
                  </a:lnTo>
                  <a:lnTo>
                    <a:pt x="5052" y="1"/>
                  </a:lnTo>
                  <a:lnTo>
                    <a:pt x="5052" y="1"/>
                  </a:lnTo>
                  <a:lnTo>
                    <a:pt x="4973" y="20"/>
                  </a:lnTo>
                  <a:lnTo>
                    <a:pt x="4933" y="60"/>
                  </a:lnTo>
                  <a:lnTo>
                    <a:pt x="4893" y="100"/>
                  </a:lnTo>
                  <a:lnTo>
                    <a:pt x="4874" y="179"/>
                  </a:lnTo>
                  <a:lnTo>
                    <a:pt x="4874" y="179"/>
                  </a:lnTo>
                  <a:lnTo>
                    <a:pt x="4874" y="218"/>
                  </a:lnTo>
                  <a:lnTo>
                    <a:pt x="4893" y="258"/>
                  </a:lnTo>
                  <a:lnTo>
                    <a:pt x="4953" y="317"/>
                  </a:lnTo>
                  <a:lnTo>
                    <a:pt x="4953" y="3349"/>
                  </a:lnTo>
                  <a:lnTo>
                    <a:pt x="2992" y="5310"/>
                  </a:lnTo>
                  <a:lnTo>
                    <a:pt x="2992" y="22882"/>
                  </a:lnTo>
                  <a:lnTo>
                    <a:pt x="0" y="25873"/>
                  </a:lnTo>
                  <a:lnTo>
                    <a:pt x="0" y="46793"/>
                  </a:lnTo>
                  <a:lnTo>
                    <a:pt x="99" y="46793"/>
                  </a:lnTo>
                  <a:lnTo>
                    <a:pt x="99" y="25913"/>
                  </a:lnTo>
                  <a:lnTo>
                    <a:pt x="3091" y="22921"/>
                  </a:lnTo>
                  <a:lnTo>
                    <a:pt x="3091" y="5349"/>
                  </a:lnTo>
                  <a:lnTo>
                    <a:pt x="5052" y="3388"/>
                  </a:lnTo>
                  <a:lnTo>
                    <a:pt x="5052" y="337"/>
                  </a:lnTo>
                  <a:lnTo>
                    <a:pt x="5052" y="337"/>
                  </a:lnTo>
                  <a:lnTo>
                    <a:pt x="5111" y="317"/>
                  </a:lnTo>
                  <a:lnTo>
                    <a:pt x="5171" y="298"/>
                  </a:lnTo>
                  <a:lnTo>
                    <a:pt x="5191" y="238"/>
                  </a:lnTo>
                  <a:lnTo>
                    <a:pt x="5210" y="179"/>
                  </a:lnTo>
                  <a:lnTo>
                    <a:pt x="5210" y="179"/>
                  </a:lnTo>
                  <a:lnTo>
                    <a:pt x="5191" y="100"/>
                  </a:lnTo>
                  <a:lnTo>
                    <a:pt x="5171" y="60"/>
                  </a:lnTo>
                  <a:lnTo>
                    <a:pt x="5111" y="20"/>
                  </a:lnTo>
                  <a:lnTo>
                    <a:pt x="5052"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9" name="Google Shape;849;p9"/>
          <p:cNvGrpSpPr/>
          <p:nvPr/>
        </p:nvGrpSpPr>
        <p:grpSpPr>
          <a:xfrm>
            <a:off x="-990008" y="4254685"/>
            <a:ext cx="2638315" cy="4402295"/>
            <a:chOff x="238125" y="1025750"/>
            <a:chExt cx="844450" cy="1409050"/>
          </a:xfrm>
        </p:grpSpPr>
        <p:sp>
          <p:nvSpPr>
            <p:cNvPr id="850" name="Google Shape;850;p9"/>
            <p:cNvSpPr/>
            <p:nvPr/>
          </p:nvSpPr>
          <p:spPr>
            <a:xfrm>
              <a:off x="1028550" y="1271875"/>
              <a:ext cx="54025" cy="1162925"/>
            </a:xfrm>
            <a:custGeom>
              <a:avLst/>
              <a:gdLst/>
              <a:ahLst/>
              <a:cxnLst/>
              <a:rect l="l" t="t" r="r" b="b"/>
              <a:pathLst>
                <a:path w="2161" h="46517" extrusionOk="0">
                  <a:moveTo>
                    <a:pt x="159" y="1"/>
                  </a:moveTo>
                  <a:lnTo>
                    <a:pt x="100" y="21"/>
                  </a:lnTo>
                  <a:lnTo>
                    <a:pt x="41" y="60"/>
                  </a:lnTo>
                  <a:lnTo>
                    <a:pt x="1" y="100"/>
                  </a:lnTo>
                  <a:lnTo>
                    <a:pt x="1" y="179"/>
                  </a:lnTo>
                  <a:lnTo>
                    <a:pt x="1" y="219"/>
                  </a:lnTo>
                  <a:lnTo>
                    <a:pt x="41" y="278"/>
                  </a:lnTo>
                  <a:lnTo>
                    <a:pt x="80" y="298"/>
                  </a:lnTo>
                  <a:lnTo>
                    <a:pt x="120" y="338"/>
                  </a:lnTo>
                  <a:lnTo>
                    <a:pt x="120" y="4478"/>
                  </a:lnTo>
                  <a:lnTo>
                    <a:pt x="2081" y="6439"/>
                  </a:lnTo>
                  <a:lnTo>
                    <a:pt x="2081" y="46516"/>
                  </a:lnTo>
                  <a:lnTo>
                    <a:pt x="2160" y="46516"/>
                  </a:lnTo>
                  <a:lnTo>
                    <a:pt x="2160" y="6400"/>
                  </a:lnTo>
                  <a:lnTo>
                    <a:pt x="199" y="4438"/>
                  </a:lnTo>
                  <a:lnTo>
                    <a:pt x="199" y="338"/>
                  </a:lnTo>
                  <a:lnTo>
                    <a:pt x="258" y="298"/>
                  </a:lnTo>
                  <a:lnTo>
                    <a:pt x="298" y="278"/>
                  </a:lnTo>
                  <a:lnTo>
                    <a:pt x="318" y="219"/>
                  </a:lnTo>
                  <a:lnTo>
                    <a:pt x="338" y="179"/>
                  </a:lnTo>
                  <a:lnTo>
                    <a:pt x="318" y="100"/>
                  </a:lnTo>
                  <a:lnTo>
                    <a:pt x="278" y="60"/>
                  </a:lnTo>
                  <a:lnTo>
                    <a:pt x="239" y="21"/>
                  </a:lnTo>
                  <a:lnTo>
                    <a:pt x="159"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9"/>
            <p:cNvSpPr/>
            <p:nvPr/>
          </p:nvSpPr>
          <p:spPr>
            <a:xfrm>
              <a:off x="1028550" y="1271875"/>
              <a:ext cx="54025" cy="1162925"/>
            </a:xfrm>
            <a:custGeom>
              <a:avLst/>
              <a:gdLst/>
              <a:ahLst/>
              <a:cxnLst/>
              <a:rect l="l" t="t" r="r" b="b"/>
              <a:pathLst>
                <a:path w="2161" h="46517" fill="none" extrusionOk="0">
                  <a:moveTo>
                    <a:pt x="159" y="1"/>
                  </a:moveTo>
                  <a:lnTo>
                    <a:pt x="159" y="1"/>
                  </a:lnTo>
                  <a:lnTo>
                    <a:pt x="100" y="21"/>
                  </a:lnTo>
                  <a:lnTo>
                    <a:pt x="41" y="60"/>
                  </a:lnTo>
                  <a:lnTo>
                    <a:pt x="1" y="100"/>
                  </a:lnTo>
                  <a:lnTo>
                    <a:pt x="1" y="179"/>
                  </a:lnTo>
                  <a:lnTo>
                    <a:pt x="1" y="179"/>
                  </a:lnTo>
                  <a:lnTo>
                    <a:pt x="1" y="219"/>
                  </a:lnTo>
                  <a:lnTo>
                    <a:pt x="41" y="278"/>
                  </a:lnTo>
                  <a:lnTo>
                    <a:pt x="80" y="298"/>
                  </a:lnTo>
                  <a:lnTo>
                    <a:pt x="120" y="338"/>
                  </a:lnTo>
                  <a:lnTo>
                    <a:pt x="120" y="4478"/>
                  </a:lnTo>
                  <a:lnTo>
                    <a:pt x="2081" y="6439"/>
                  </a:lnTo>
                  <a:lnTo>
                    <a:pt x="2081" y="46516"/>
                  </a:lnTo>
                  <a:lnTo>
                    <a:pt x="2160" y="46516"/>
                  </a:lnTo>
                  <a:lnTo>
                    <a:pt x="2160" y="6400"/>
                  </a:lnTo>
                  <a:lnTo>
                    <a:pt x="199" y="4438"/>
                  </a:lnTo>
                  <a:lnTo>
                    <a:pt x="199" y="338"/>
                  </a:lnTo>
                  <a:lnTo>
                    <a:pt x="199" y="338"/>
                  </a:lnTo>
                  <a:lnTo>
                    <a:pt x="258" y="298"/>
                  </a:lnTo>
                  <a:lnTo>
                    <a:pt x="298" y="278"/>
                  </a:lnTo>
                  <a:lnTo>
                    <a:pt x="318" y="219"/>
                  </a:lnTo>
                  <a:lnTo>
                    <a:pt x="338" y="179"/>
                  </a:lnTo>
                  <a:lnTo>
                    <a:pt x="338" y="179"/>
                  </a:lnTo>
                  <a:lnTo>
                    <a:pt x="318" y="100"/>
                  </a:lnTo>
                  <a:lnTo>
                    <a:pt x="278" y="60"/>
                  </a:lnTo>
                  <a:lnTo>
                    <a:pt x="239" y="21"/>
                  </a:lnTo>
                  <a:lnTo>
                    <a:pt x="159"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9"/>
            <p:cNvSpPr/>
            <p:nvPr/>
          </p:nvSpPr>
          <p:spPr>
            <a:xfrm>
              <a:off x="333700" y="1515050"/>
              <a:ext cx="54500" cy="919750"/>
            </a:xfrm>
            <a:custGeom>
              <a:avLst/>
              <a:gdLst/>
              <a:ahLst/>
              <a:cxnLst/>
              <a:rect l="l" t="t" r="r" b="b"/>
              <a:pathLst>
                <a:path w="2180" h="36790" extrusionOk="0">
                  <a:moveTo>
                    <a:pt x="2021" y="1"/>
                  </a:moveTo>
                  <a:lnTo>
                    <a:pt x="1942" y="21"/>
                  </a:lnTo>
                  <a:lnTo>
                    <a:pt x="1902" y="60"/>
                  </a:lnTo>
                  <a:lnTo>
                    <a:pt x="1863" y="100"/>
                  </a:lnTo>
                  <a:lnTo>
                    <a:pt x="1843" y="179"/>
                  </a:lnTo>
                  <a:lnTo>
                    <a:pt x="1863" y="239"/>
                  </a:lnTo>
                  <a:lnTo>
                    <a:pt x="1882" y="278"/>
                  </a:lnTo>
                  <a:lnTo>
                    <a:pt x="1922" y="318"/>
                  </a:lnTo>
                  <a:lnTo>
                    <a:pt x="1962" y="338"/>
                  </a:lnTo>
                  <a:lnTo>
                    <a:pt x="1962" y="4458"/>
                  </a:lnTo>
                  <a:lnTo>
                    <a:pt x="0" y="6420"/>
                  </a:lnTo>
                  <a:lnTo>
                    <a:pt x="0" y="36789"/>
                  </a:lnTo>
                  <a:lnTo>
                    <a:pt x="100" y="36789"/>
                  </a:lnTo>
                  <a:lnTo>
                    <a:pt x="100" y="6439"/>
                  </a:lnTo>
                  <a:lnTo>
                    <a:pt x="2061" y="4478"/>
                  </a:lnTo>
                  <a:lnTo>
                    <a:pt x="2061" y="338"/>
                  </a:lnTo>
                  <a:lnTo>
                    <a:pt x="2100" y="318"/>
                  </a:lnTo>
                  <a:lnTo>
                    <a:pt x="2140" y="278"/>
                  </a:lnTo>
                  <a:lnTo>
                    <a:pt x="2180" y="239"/>
                  </a:lnTo>
                  <a:lnTo>
                    <a:pt x="2180" y="179"/>
                  </a:lnTo>
                  <a:lnTo>
                    <a:pt x="2160" y="120"/>
                  </a:lnTo>
                  <a:lnTo>
                    <a:pt x="2140" y="60"/>
                  </a:lnTo>
                  <a:lnTo>
                    <a:pt x="2081" y="21"/>
                  </a:lnTo>
                  <a:lnTo>
                    <a:pt x="2021"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9"/>
            <p:cNvSpPr/>
            <p:nvPr/>
          </p:nvSpPr>
          <p:spPr>
            <a:xfrm>
              <a:off x="333700" y="1515050"/>
              <a:ext cx="54500" cy="919750"/>
            </a:xfrm>
            <a:custGeom>
              <a:avLst/>
              <a:gdLst/>
              <a:ahLst/>
              <a:cxnLst/>
              <a:rect l="l" t="t" r="r" b="b"/>
              <a:pathLst>
                <a:path w="2180" h="36790" fill="none" extrusionOk="0">
                  <a:moveTo>
                    <a:pt x="2021" y="1"/>
                  </a:moveTo>
                  <a:lnTo>
                    <a:pt x="2021" y="1"/>
                  </a:lnTo>
                  <a:lnTo>
                    <a:pt x="1942" y="21"/>
                  </a:lnTo>
                  <a:lnTo>
                    <a:pt x="1902" y="60"/>
                  </a:lnTo>
                  <a:lnTo>
                    <a:pt x="1863" y="100"/>
                  </a:lnTo>
                  <a:lnTo>
                    <a:pt x="1843" y="179"/>
                  </a:lnTo>
                  <a:lnTo>
                    <a:pt x="1843" y="179"/>
                  </a:lnTo>
                  <a:lnTo>
                    <a:pt x="1863" y="239"/>
                  </a:lnTo>
                  <a:lnTo>
                    <a:pt x="1882" y="278"/>
                  </a:lnTo>
                  <a:lnTo>
                    <a:pt x="1922" y="318"/>
                  </a:lnTo>
                  <a:lnTo>
                    <a:pt x="1962" y="338"/>
                  </a:lnTo>
                  <a:lnTo>
                    <a:pt x="1962" y="4458"/>
                  </a:lnTo>
                  <a:lnTo>
                    <a:pt x="0" y="6420"/>
                  </a:lnTo>
                  <a:lnTo>
                    <a:pt x="0" y="36789"/>
                  </a:lnTo>
                  <a:lnTo>
                    <a:pt x="100" y="36789"/>
                  </a:lnTo>
                  <a:lnTo>
                    <a:pt x="100" y="6439"/>
                  </a:lnTo>
                  <a:lnTo>
                    <a:pt x="2061" y="4478"/>
                  </a:lnTo>
                  <a:lnTo>
                    <a:pt x="2061" y="338"/>
                  </a:lnTo>
                  <a:lnTo>
                    <a:pt x="2061" y="338"/>
                  </a:lnTo>
                  <a:lnTo>
                    <a:pt x="2100" y="318"/>
                  </a:lnTo>
                  <a:lnTo>
                    <a:pt x="2140" y="278"/>
                  </a:lnTo>
                  <a:lnTo>
                    <a:pt x="2180" y="239"/>
                  </a:lnTo>
                  <a:lnTo>
                    <a:pt x="2180" y="179"/>
                  </a:lnTo>
                  <a:lnTo>
                    <a:pt x="2180" y="179"/>
                  </a:lnTo>
                  <a:lnTo>
                    <a:pt x="2160" y="120"/>
                  </a:lnTo>
                  <a:lnTo>
                    <a:pt x="2140" y="60"/>
                  </a:lnTo>
                  <a:lnTo>
                    <a:pt x="2081" y="21"/>
                  </a:lnTo>
                  <a:lnTo>
                    <a:pt x="2021"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9"/>
            <p:cNvSpPr/>
            <p:nvPr/>
          </p:nvSpPr>
          <p:spPr>
            <a:xfrm>
              <a:off x="238125" y="1088150"/>
              <a:ext cx="76275" cy="1346650"/>
            </a:xfrm>
            <a:custGeom>
              <a:avLst/>
              <a:gdLst/>
              <a:ahLst/>
              <a:cxnLst/>
              <a:rect l="l" t="t" r="r" b="b"/>
              <a:pathLst>
                <a:path w="3051" h="53866" extrusionOk="0">
                  <a:moveTo>
                    <a:pt x="1525" y="0"/>
                  </a:moveTo>
                  <a:lnTo>
                    <a:pt x="1466" y="20"/>
                  </a:lnTo>
                  <a:lnTo>
                    <a:pt x="1407" y="60"/>
                  </a:lnTo>
                  <a:lnTo>
                    <a:pt x="1367" y="119"/>
                  </a:lnTo>
                  <a:lnTo>
                    <a:pt x="1367" y="178"/>
                  </a:lnTo>
                  <a:lnTo>
                    <a:pt x="1367" y="238"/>
                  </a:lnTo>
                  <a:lnTo>
                    <a:pt x="1407" y="277"/>
                  </a:lnTo>
                  <a:lnTo>
                    <a:pt x="1446" y="317"/>
                  </a:lnTo>
                  <a:lnTo>
                    <a:pt x="1506" y="337"/>
                  </a:lnTo>
                  <a:lnTo>
                    <a:pt x="1506" y="19731"/>
                  </a:lnTo>
                  <a:lnTo>
                    <a:pt x="198" y="21039"/>
                  </a:lnTo>
                  <a:lnTo>
                    <a:pt x="198" y="5488"/>
                  </a:lnTo>
                  <a:lnTo>
                    <a:pt x="258" y="5468"/>
                  </a:lnTo>
                  <a:lnTo>
                    <a:pt x="297" y="5428"/>
                  </a:lnTo>
                  <a:lnTo>
                    <a:pt x="317" y="5389"/>
                  </a:lnTo>
                  <a:lnTo>
                    <a:pt x="317" y="5329"/>
                  </a:lnTo>
                  <a:lnTo>
                    <a:pt x="317" y="5270"/>
                  </a:lnTo>
                  <a:lnTo>
                    <a:pt x="277" y="5210"/>
                  </a:lnTo>
                  <a:lnTo>
                    <a:pt x="218" y="5171"/>
                  </a:lnTo>
                  <a:lnTo>
                    <a:pt x="99" y="5171"/>
                  </a:lnTo>
                  <a:lnTo>
                    <a:pt x="40" y="5210"/>
                  </a:lnTo>
                  <a:lnTo>
                    <a:pt x="0" y="5270"/>
                  </a:lnTo>
                  <a:lnTo>
                    <a:pt x="0" y="5329"/>
                  </a:lnTo>
                  <a:lnTo>
                    <a:pt x="0" y="5389"/>
                  </a:lnTo>
                  <a:lnTo>
                    <a:pt x="20" y="5428"/>
                  </a:lnTo>
                  <a:lnTo>
                    <a:pt x="59" y="5468"/>
                  </a:lnTo>
                  <a:lnTo>
                    <a:pt x="119" y="5488"/>
                  </a:lnTo>
                  <a:lnTo>
                    <a:pt x="119" y="33975"/>
                  </a:lnTo>
                  <a:lnTo>
                    <a:pt x="1882" y="35738"/>
                  </a:lnTo>
                  <a:lnTo>
                    <a:pt x="1882" y="53865"/>
                  </a:lnTo>
                  <a:lnTo>
                    <a:pt x="1961" y="53865"/>
                  </a:lnTo>
                  <a:lnTo>
                    <a:pt x="1961" y="35719"/>
                  </a:lnTo>
                  <a:lnTo>
                    <a:pt x="198" y="33936"/>
                  </a:lnTo>
                  <a:lnTo>
                    <a:pt x="198" y="30370"/>
                  </a:lnTo>
                  <a:lnTo>
                    <a:pt x="1466" y="29102"/>
                  </a:lnTo>
                  <a:lnTo>
                    <a:pt x="1506" y="29102"/>
                  </a:lnTo>
                  <a:lnTo>
                    <a:pt x="1545" y="29122"/>
                  </a:lnTo>
                  <a:lnTo>
                    <a:pt x="1624" y="29102"/>
                  </a:lnTo>
                  <a:lnTo>
                    <a:pt x="1664" y="29062"/>
                  </a:lnTo>
                  <a:lnTo>
                    <a:pt x="1704" y="29023"/>
                  </a:lnTo>
                  <a:lnTo>
                    <a:pt x="1724" y="28943"/>
                  </a:lnTo>
                  <a:lnTo>
                    <a:pt x="1704" y="28884"/>
                  </a:lnTo>
                  <a:lnTo>
                    <a:pt x="1664" y="28825"/>
                  </a:lnTo>
                  <a:lnTo>
                    <a:pt x="1624" y="28805"/>
                  </a:lnTo>
                  <a:lnTo>
                    <a:pt x="1545" y="28785"/>
                  </a:lnTo>
                  <a:lnTo>
                    <a:pt x="1486" y="28805"/>
                  </a:lnTo>
                  <a:lnTo>
                    <a:pt x="1426" y="28825"/>
                  </a:lnTo>
                  <a:lnTo>
                    <a:pt x="1407" y="28884"/>
                  </a:lnTo>
                  <a:lnTo>
                    <a:pt x="1387" y="28943"/>
                  </a:lnTo>
                  <a:lnTo>
                    <a:pt x="1387" y="29003"/>
                  </a:lnTo>
                  <a:lnTo>
                    <a:pt x="1407" y="29042"/>
                  </a:lnTo>
                  <a:lnTo>
                    <a:pt x="198" y="30251"/>
                  </a:lnTo>
                  <a:lnTo>
                    <a:pt x="198" y="23119"/>
                  </a:lnTo>
                  <a:lnTo>
                    <a:pt x="2932" y="20385"/>
                  </a:lnTo>
                  <a:lnTo>
                    <a:pt x="2932" y="12481"/>
                  </a:lnTo>
                  <a:lnTo>
                    <a:pt x="2991" y="12461"/>
                  </a:lnTo>
                  <a:lnTo>
                    <a:pt x="3031" y="12421"/>
                  </a:lnTo>
                  <a:lnTo>
                    <a:pt x="3051" y="12382"/>
                  </a:lnTo>
                  <a:lnTo>
                    <a:pt x="3051" y="12322"/>
                  </a:lnTo>
                  <a:lnTo>
                    <a:pt x="3051" y="12263"/>
                  </a:lnTo>
                  <a:lnTo>
                    <a:pt x="3011" y="12203"/>
                  </a:lnTo>
                  <a:lnTo>
                    <a:pt x="2952" y="12164"/>
                  </a:lnTo>
                  <a:lnTo>
                    <a:pt x="2833" y="12164"/>
                  </a:lnTo>
                  <a:lnTo>
                    <a:pt x="2774" y="12203"/>
                  </a:lnTo>
                  <a:lnTo>
                    <a:pt x="2734" y="12263"/>
                  </a:lnTo>
                  <a:lnTo>
                    <a:pt x="2734" y="12322"/>
                  </a:lnTo>
                  <a:lnTo>
                    <a:pt x="2734" y="12382"/>
                  </a:lnTo>
                  <a:lnTo>
                    <a:pt x="2754" y="12421"/>
                  </a:lnTo>
                  <a:lnTo>
                    <a:pt x="2793" y="12461"/>
                  </a:lnTo>
                  <a:lnTo>
                    <a:pt x="2853" y="12481"/>
                  </a:lnTo>
                  <a:lnTo>
                    <a:pt x="2853" y="20346"/>
                  </a:lnTo>
                  <a:lnTo>
                    <a:pt x="198" y="23000"/>
                  </a:lnTo>
                  <a:lnTo>
                    <a:pt x="198" y="21158"/>
                  </a:lnTo>
                  <a:lnTo>
                    <a:pt x="1585" y="19771"/>
                  </a:lnTo>
                  <a:lnTo>
                    <a:pt x="1585" y="337"/>
                  </a:lnTo>
                  <a:lnTo>
                    <a:pt x="1624" y="317"/>
                  </a:lnTo>
                  <a:lnTo>
                    <a:pt x="1664" y="277"/>
                  </a:lnTo>
                  <a:lnTo>
                    <a:pt x="1684" y="238"/>
                  </a:lnTo>
                  <a:lnTo>
                    <a:pt x="1684" y="178"/>
                  </a:lnTo>
                  <a:lnTo>
                    <a:pt x="1684" y="119"/>
                  </a:lnTo>
                  <a:lnTo>
                    <a:pt x="1644" y="60"/>
                  </a:lnTo>
                  <a:lnTo>
                    <a:pt x="1585" y="20"/>
                  </a:lnTo>
                  <a:lnTo>
                    <a:pt x="1525"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9"/>
            <p:cNvSpPr/>
            <p:nvPr/>
          </p:nvSpPr>
          <p:spPr>
            <a:xfrm>
              <a:off x="238125" y="1088150"/>
              <a:ext cx="76275" cy="1346650"/>
            </a:xfrm>
            <a:custGeom>
              <a:avLst/>
              <a:gdLst/>
              <a:ahLst/>
              <a:cxnLst/>
              <a:rect l="l" t="t" r="r" b="b"/>
              <a:pathLst>
                <a:path w="3051" h="53866" fill="none" extrusionOk="0">
                  <a:moveTo>
                    <a:pt x="1525" y="0"/>
                  </a:moveTo>
                  <a:lnTo>
                    <a:pt x="1525" y="0"/>
                  </a:lnTo>
                  <a:lnTo>
                    <a:pt x="1466" y="20"/>
                  </a:lnTo>
                  <a:lnTo>
                    <a:pt x="1407" y="60"/>
                  </a:lnTo>
                  <a:lnTo>
                    <a:pt x="1367" y="119"/>
                  </a:lnTo>
                  <a:lnTo>
                    <a:pt x="1367" y="178"/>
                  </a:lnTo>
                  <a:lnTo>
                    <a:pt x="1367" y="178"/>
                  </a:lnTo>
                  <a:lnTo>
                    <a:pt x="1367" y="238"/>
                  </a:lnTo>
                  <a:lnTo>
                    <a:pt x="1407" y="277"/>
                  </a:lnTo>
                  <a:lnTo>
                    <a:pt x="1446" y="317"/>
                  </a:lnTo>
                  <a:lnTo>
                    <a:pt x="1506" y="337"/>
                  </a:lnTo>
                  <a:lnTo>
                    <a:pt x="1506" y="19731"/>
                  </a:lnTo>
                  <a:lnTo>
                    <a:pt x="198" y="21039"/>
                  </a:lnTo>
                  <a:lnTo>
                    <a:pt x="198" y="5488"/>
                  </a:lnTo>
                  <a:lnTo>
                    <a:pt x="198" y="5488"/>
                  </a:lnTo>
                  <a:lnTo>
                    <a:pt x="258" y="5468"/>
                  </a:lnTo>
                  <a:lnTo>
                    <a:pt x="297" y="5428"/>
                  </a:lnTo>
                  <a:lnTo>
                    <a:pt x="317" y="5389"/>
                  </a:lnTo>
                  <a:lnTo>
                    <a:pt x="317" y="5329"/>
                  </a:lnTo>
                  <a:lnTo>
                    <a:pt x="317" y="5329"/>
                  </a:lnTo>
                  <a:lnTo>
                    <a:pt x="317" y="5270"/>
                  </a:lnTo>
                  <a:lnTo>
                    <a:pt x="277" y="5210"/>
                  </a:lnTo>
                  <a:lnTo>
                    <a:pt x="218" y="5171"/>
                  </a:lnTo>
                  <a:lnTo>
                    <a:pt x="158" y="5171"/>
                  </a:lnTo>
                  <a:lnTo>
                    <a:pt x="158" y="5171"/>
                  </a:lnTo>
                  <a:lnTo>
                    <a:pt x="99" y="5171"/>
                  </a:lnTo>
                  <a:lnTo>
                    <a:pt x="40" y="5210"/>
                  </a:lnTo>
                  <a:lnTo>
                    <a:pt x="0" y="5270"/>
                  </a:lnTo>
                  <a:lnTo>
                    <a:pt x="0" y="5329"/>
                  </a:lnTo>
                  <a:lnTo>
                    <a:pt x="0" y="5329"/>
                  </a:lnTo>
                  <a:lnTo>
                    <a:pt x="0" y="5389"/>
                  </a:lnTo>
                  <a:lnTo>
                    <a:pt x="20" y="5428"/>
                  </a:lnTo>
                  <a:lnTo>
                    <a:pt x="59" y="5468"/>
                  </a:lnTo>
                  <a:lnTo>
                    <a:pt x="119" y="5488"/>
                  </a:lnTo>
                  <a:lnTo>
                    <a:pt x="119" y="33975"/>
                  </a:lnTo>
                  <a:lnTo>
                    <a:pt x="1882" y="35738"/>
                  </a:lnTo>
                  <a:lnTo>
                    <a:pt x="1882" y="53865"/>
                  </a:lnTo>
                  <a:lnTo>
                    <a:pt x="1961" y="53865"/>
                  </a:lnTo>
                  <a:lnTo>
                    <a:pt x="1961" y="35719"/>
                  </a:lnTo>
                  <a:lnTo>
                    <a:pt x="198" y="33936"/>
                  </a:lnTo>
                  <a:lnTo>
                    <a:pt x="198" y="30370"/>
                  </a:lnTo>
                  <a:lnTo>
                    <a:pt x="1466" y="29102"/>
                  </a:lnTo>
                  <a:lnTo>
                    <a:pt x="1466" y="29102"/>
                  </a:lnTo>
                  <a:lnTo>
                    <a:pt x="1506" y="29102"/>
                  </a:lnTo>
                  <a:lnTo>
                    <a:pt x="1545" y="29122"/>
                  </a:lnTo>
                  <a:lnTo>
                    <a:pt x="1545" y="29122"/>
                  </a:lnTo>
                  <a:lnTo>
                    <a:pt x="1624" y="29102"/>
                  </a:lnTo>
                  <a:lnTo>
                    <a:pt x="1664" y="29062"/>
                  </a:lnTo>
                  <a:lnTo>
                    <a:pt x="1704" y="29023"/>
                  </a:lnTo>
                  <a:lnTo>
                    <a:pt x="1724" y="28943"/>
                  </a:lnTo>
                  <a:lnTo>
                    <a:pt x="1724" y="28943"/>
                  </a:lnTo>
                  <a:lnTo>
                    <a:pt x="1704" y="28884"/>
                  </a:lnTo>
                  <a:lnTo>
                    <a:pt x="1664" y="28825"/>
                  </a:lnTo>
                  <a:lnTo>
                    <a:pt x="1624" y="28805"/>
                  </a:lnTo>
                  <a:lnTo>
                    <a:pt x="1545" y="28785"/>
                  </a:lnTo>
                  <a:lnTo>
                    <a:pt x="1545" y="28785"/>
                  </a:lnTo>
                  <a:lnTo>
                    <a:pt x="1486" y="28805"/>
                  </a:lnTo>
                  <a:lnTo>
                    <a:pt x="1426" y="28825"/>
                  </a:lnTo>
                  <a:lnTo>
                    <a:pt x="1407" y="28884"/>
                  </a:lnTo>
                  <a:lnTo>
                    <a:pt x="1387" y="28943"/>
                  </a:lnTo>
                  <a:lnTo>
                    <a:pt x="1387" y="28943"/>
                  </a:lnTo>
                  <a:lnTo>
                    <a:pt x="1387" y="29003"/>
                  </a:lnTo>
                  <a:lnTo>
                    <a:pt x="1407" y="29042"/>
                  </a:lnTo>
                  <a:lnTo>
                    <a:pt x="198" y="30251"/>
                  </a:lnTo>
                  <a:lnTo>
                    <a:pt x="198" y="23119"/>
                  </a:lnTo>
                  <a:lnTo>
                    <a:pt x="2932" y="20385"/>
                  </a:lnTo>
                  <a:lnTo>
                    <a:pt x="2932" y="12481"/>
                  </a:lnTo>
                  <a:lnTo>
                    <a:pt x="2932" y="12481"/>
                  </a:lnTo>
                  <a:lnTo>
                    <a:pt x="2991" y="12461"/>
                  </a:lnTo>
                  <a:lnTo>
                    <a:pt x="3031" y="12421"/>
                  </a:lnTo>
                  <a:lnTo>
                    <a:pt x="3051" y="12382"/>
                  </a:lnTo>
                  <a:lnTo>
                    <a:pt x="3051" y="12322"/>
                  </a:lnTo>
                  <a:lnTo>
                    <a:pt x="3051" y="12322"/>
                  </a:lnTo>
                  <a:lnTo>
                    <a:pt x="3051" y="12263"/>
                  </a:lnTo>
                  <a:lnTo>
                    <a:pt x="3011" y="12203"/>
                  </a:lnTo>
                  <a:lnTo>
                    <a:pt x="2952" y="12164"/>
                  </a:lnTo>
                  <a:lnTo>
                    <a:pt x="2892" y="12164"/>
                  </a:lnTo>
                  <a:lnTo>
                    <a:pt x="2892" y="12164"/>
                  </a:lnTo>
                  <a:lnTo>
                    <a:pt x="2892" y="12164"/>
                  </a:lnTo>
                  <a:lnTo>
                    <a:pt x="2892" y="12164"/>
                  </a:lnTo>
                  <a:lnTo>
                    <a:pt x="2833" y="12164"/>
                  </a:lnTo>
                  <a:lnTo>
                    <a:pt x="2774" y="12203"/>
                  </a:lnTo>
                  <a:lnTo>
                    <a:pt x="2734" y="12263"/>
                  </a:lnTo>
                  <a:lnTo>
                    <a:pt x="2734" y="12322"/>
                  </a:lnTo>
                  <a:lnTo>
                    <a:pt x="2734" y="12322"/>
                  </a:lnTo>
                  <a:lnTo>
                    <a:pt x="2734" y="12382"/>
                  </a:lnTo>
                  <a:lnTo>
                    <a:pt x="2754" y="12421"/>
                  </a:lnTo>
                  <a:lnTo>
                    <a:pt x="2793" y="12461"/>
                  </a:lnTo>
                  <a:lnTo>
                    <a:pt x="2853" y="12481"/>
                  </a:lnTo>
                  <a:lnTo>
                    <a:pt x="2853" y="20346"/>
                  </a:lnTo>
                  <a:lnTo>
                    <a:pt x="198" y="23000"/>
                  </a:lnTo>
                  <a:lnTo>
                    <a:pt x="198" y="21158"/>
                  </a:lnTo>
                  <a:lnTo>
                    <a:pt x="1585" y="19771"/>
                  </a:lnTo>
                  <a:lnTo>
                    <a:pt x="1585" y="337"/>
                  </a:lnTo>
                  <a:lnTo>
                    <a:pt x="1585" y="337"/>
                  </a:lnTo>
                  <a:lnTo>
                    <a:pt x="1624" y="317"/>
                  </a:lnTo>
                  <a:lnTo>
                    <a:pt x="1664" y="277"/>
                  </a:lnTo>
                  <a:lnTo>
                    <a:pt x="1684" y="238"/>
                  </a:lnTo>
                  <a:lnTo>
                    <a:pt x="1684" y="178"/>
                  </a:lnTo>
                  <a:lnTo>
                    <a:pt x="1684" y="178"/>
                  </a:lnTo>
                  <a:lnTo>
                    <a:pt x="1684" y="119"/>
                  </a:lnTo>
                  <a:lnTo>
                    <a:pt x="1644" y="60"/>
                  </a:lnTo>
                  <a:lnTo>
                    <a:pt x="1585" y="20"/>
                  </a:lnTo>
                  <a:lnTo>
                    <a:pt x="1525"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9"/>
            <p:cNvSpPr/>
            <p:nvPr/>
          </p:nvSpPr>
          <p:spPr>
            <a:xfrm>
              <a:off x="979525" y="1078725"/>
              <a:ext cx="54025" cy="1356075"/>
            </a:xfrm>
            <a:custGeom>
              <a:avLst/>
              <a:gdLst/>
              <a:ahLst/>
              <a:cxnLst/>
              <a:rect l="l" t="t" r="r" b="b"/>
              <a:pathLst>
                <a:path w="2161" h="54243" extrusionOk="0">
                  <a:moveTo>
                    <a:pt x="159" y="1"/>
                  </a:moveTo>
                  <a:lnTo>
                    <a:pt x="100" y="21"/>
                  </a:lnTo>
                  <a:lnTo>
                    <a:pt x="40" y="60"/>
                  </a:lnTo>
                  <a:lnTo>
                    <a:pt x="1" y="120"/>
                  </a:lnTo>
                  <a:lnTo>
                    <a:pt x="1" y="179"/>
                  </a:lnTo>
                  <a:lnTo>
                    <a:pt x="1" y="238"/>
                  </a:lnTo>
                  <a:lnTo>
                    <a:pt x="40" y="278"/>
                  </a:lnTo>
                  <a:lnTo>
                    <a:pt x="80" y="318"/>
                  </a:lnTo>
                  <a:lnTo>
                    <a:pt x="120" y="338"/>
                  </a:lnTo>
                  <a:lnTo>
                    <a:pt x="120" y="12996"/>
                  </a:lnTo>
                  <a:lnTo>
                    <a:pt x="2081" y="14958"/>
                  </a:lnTo>
                  <a:lnTo>
                    <a:pt x="2081" y="54242"/>
                  </a:lnTo>
                  <a:lnTo>
                    <a:pt x="2160" y="54242"/>
                  </a:lnTo>
                  <a:lnTo>
                    <a:pt x="2160" y="14938"/>
                  </a:lnTo>
                  <a:lnTo>
                    <a:pt x="199" y="12977"/>
                  </a:lnTo>
                  <a:lnTo>
                    <a:pt x="199" y="338"/>
                  </a:lnTo>
                  <a:lnTo>
                    <a:pt x="258" y="318"/>
                  </a:lnTo>
                  <a:lnTo>
                    <a:pt x="298" y="278"/>
                  </a:lnTo>
                  <a:lnTo>
                    <a:pt x="318" y="238"/>
                  </a:lnTo>
                  <a:lnTo>
                    <a:pt x="337" y="179"/>
                  </a:lnTo>
                  <a:lnTo>
                    <a:pt x="318" y="120"/>
                  </a:lnTo>
                  <a:lnTo>
                    <a:pt x="278" y="60"/>
                  </a:lnTo>
                  <a:lnTo>
                    <a:pt x="219" y="21"/>
                  </a:lnTo>
                  <a:lnTo>
                    <a:pt x="159"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9"/>
            <p:cNvSpPr/>
            <p:nvPr/>
          </p:nvSpPr>
          <p:spPr>
            <a:xfrm>
              <a:off x="979525" y="1078725"/>
              <a:ext cx="54025" cy="1356075"/>
            </a:xfrm>
            <a:custGeom>
              <a:avLst/>
              <a:gdLst/>
              <a:ahLst/>
              <a:cxnLst/>
              <a:rect l="l" t="t" r="r" b="b"/>
              <a:pathLst>
                <a:path w="2161" h="54243" fill="none" extrusionOk="0">
                  <a:moveTo>
                    <a:pt x="159" y="1"/>
                  </a:moveTo>
                  <a:lnTo>
                    <a:pt x="159" y="1"/>
                  </a:lnTo>
                  <a:lnTo>
                    <a:pt x="100" y="21"/>
                  </a:lnTo>
                  <a:lnTo>
                    <a:pt x="40" y="60"/>
                  </a:lnTo>
                  <a:lnTo>
                    <a:pt x="1" y="120"/>
                  </a:lnTo>
                  <a:lnTo>
                    <a:pt x="1" y="179"/>
                  </a:lnTo>
                  <a:lnTo>
                    <a:pt x="1" y="179"/>
                  </a:lnTo>
                  <a:lnTo>
                    <a:pt x="1" y="238"/>
                  </a:lnTo>
                  <a:lnTo>
                    <a:pt x="40" y="278"/>
                  </a:lnTo>
                  <a:lnTo>
                    <a:pt x="80" y="318"/>
                  </a:lnTo>
                  <a:lnTo>
                    <a:pt x="120" y="338"/>
                  </a:lnTo>
                  <a:lnTo>
                    <a:pt x="120" y="12996"/>
                  </a:lnTo>
                  <a:lnTo>
                    <a:pt x="2081" y="14958"/>
                  </a:lnTo>
                  <a:lnTo>
                    <a:pt x="2081" y="54242"/>
                  </a:lnTo>
                  <a:lnTo>
                    <a:pt x="2160" y="54242"/>
                  </a:lnTo>
                  <a:lnTo>
                    <a:pt x="2160" y="14938"/>
                  </a:lnTo>
                  <a:lnTo>
                    <a:pt x="199" y="12977"/>
                  </a:lnTo>
                  <a:lnTo>
                    <a:pt x="199" y="338"/>
                  </a:lnTo>
                  <a:lnTo>
                    <a:pt x="199" y="338"/>
                  </a:lnTo>
                  <a:lnTo>
                    <a:pt x="258" y="318"/>
                  </a:lnTo>
                  <a:lnTo>
                    <a:pt x="298" y="278"/>
                  </a:lnTo>
                  <a:lnTo>
                    <a:pt x="318" y="238"/>
                  </a:lnTo>
                  <a:lnTo>
                    <a:pt x="337" y="179"/>
                  </a:lnTo>
                  <a:lnTo>
                    <a:pt x="337" y="179"/>
                  </a:lnTo>
                  <a:lnTo>
                    <a:pt x="318" y="120"/>
                  </a:lnTo>
                  <a:lnTo>
                    <a:pt x="278" y="60"/>
                  </a:lnTo>
                  <a:lnTo>
                    <a:pt x="219" y="21"/>
                  </a:lnTo>
                  <a:lnTo>
                    <a:pt x="159"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9"/>
            <p:cNvSpPr/>
            <p:nvPr/>
          </p:nvSpPr>
          <p:spPr>
            <a:xfrm>
              <a:off x="1003800" y="1025750"/>
              <a:ext cx="54500" cy="1409050"/>
            </a:xfrm>
            <a:custGeom>
              <a:avLst/>
              <a:gdLst/>
              <a:ahLst/>
              <a:cxnLst/>
              <a:rect l="l" t="t" r="r" b="b"/>
              <a:pathLst>
                <a:path w="2180" h="56362" extrusionOk="0">
                  <a:moveTo>
                    <a:pt x="179" y="0"/>
                  </a:moveTo>
                  <a:lnTo>
                    <a:pt x="99" y="20"/>
                  </a:lnTo>
                  <a:lnTo>
                    <a:pt x="60" y="59"/>
                  </a:lnTo>
                  <a:lnTo>
                    <a:pt x="20" y="119"/>
                  </a:lnTo>
                  <a:lnTo>
                    <a:pt x="0" y="178"/>
                  </a:lnTo>
                  <a:lnTo>
                    <a:pt x="20" y="238"/>
                  </a:lnTo>
                  <a:lnTo>
                    <a:pt x="40" y="277"/>
                  </a:lnTo>
                  <a:lnTo>
                    <a:pt x="80" y="317"/>
                  </a:lnTo>
                  <a:lnTo>
                    <a:pt x="139" y="337"/>
                  </a:lnTo>
                  <a:lnTo>
                    <a:pt x="139" y="14719"/>
                  </a:lnTo>
                  <a:lnTo>
                    <a:pt x="2100" y="16681"/>
                  </a:lnTo>
                  <a:lnTo>
                    <a:pt x="2100" y="56361"/>
                  </a:lnTo>
                  <a:lnTo>
                    <a:pt x="2180" y="56361"/>
                  </a:lnTo>
                  <a:lnTo>
                    <a:pt x="2180" y="16641"/>
                  </a:lnTo>
                  <a:lnTo>
                    <a:pt x="218" y="14680"/>
                  </a:lnTo>
                  <a:lnTo>
                    <a:pt x="218" y="337"/>
                  </a:lnTo>
                  <a:lnTo>
                    <a:pt x="258" y="317"/>
                  </a:lnTo>
                  <a:lnTo>
                    <a:pt x="298" y="277"/>
                  </a:lnTo>
                  <a:lnTo>
                    <a:pt x="337" y="238"/>
                  </a:lnTo>
                  <a:lnTo>
                    <a:pt x="337" y="178"/>
                  </a:lnTo>
                  <a:lnTo>
                    <a:pt x="337" y="119"/>
                  </a:lnTo>
                  <a:lnTo>
                    <a:pt x="298" y="59"/>
                  </a:lnTo>
                  <a:lnTo>
                    <a:pt x="238" y="20"/>
                  </a:lnTo>
                  <a:lnTo>
                    <a:pt x="179"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9"/>
            <p:cNvSpPr/>
            <p:nvPr/>
          </p:nvSpPr>
          <p:spPr>
            <a:xfrm>
              <a:off x="1003800" y="1025750"/>
              <a:ext cx="54500" cy="1409050"/>
            </a:xfrm>
            <a:custGeom>
              <a:avLst/>
              <a:gdLst/>
              <a:ahLst/>
              <a:cxnLst/>
              <a:rect l="l" t="t" r="r" b="b"/>
              <a:pathLst>
                <a:path w="2180" h="56362" fill="none" extrusionOk="0">
                  <a:moveTo>
                    <a:pt x="179" y="0"/>
                  </a:moveTo>
                  <a:lnTo>
                    <a:pt x="179" y="0"/>
                  </a:lnTo>
                  <a:lnTo>
                    <a:pt x="99" y="20"/>
                  </a:lnTo>
                  <a:lnTo>
                    <a:pt x="60" y="59"/>
                  </a:lnTo>
                  <a:lnTo>
                    <a:pt x="20" y="119"/>
                  </a:lnTo>
                  <a:lnTo>
                    <a:pt x="0" y="178"/>
                  </a:lnTo>
                  <a:lnTo>
                    <a:pt x="0" y="178"/>
                  </a:lnTo>
                  <a:lnTo>
                    <a:pt x="20" y="238"/>
                  </a:lnTo>
                  <a:lnTo>
                    <a:pt x="40" y="277"/>
                  </a:lnTo>
                  <a:lnTo>
                    <a:pt x="80" y="317"/>
                  </a:lnTo>
                  <a:lnTo>
                    <a:pt x="139" y="337"/>
                  </a:lnTo>
                  <a:lnTo>
                    <a:pt x="139" y="14719"/>
                  </a:lnTo>
                  <a:lnTo>
                    <a:pt x="2100" y="16681"/>
                  </a:lnTo>
                  <a:lnTo>
                    <a:pt x="2100" y="56361"/>
                  </a:lnTo>
                  <a:lnTo>
                    <a:pt x="2180" y="56361"/>
                  </a:lnTo>
                  <a:lnTo>
                    <a:pt x="2180" y="16641"/>
                  </a:lnTo>
                  <a:lnTo>
                    <a:pt x="218" y="14680"/>
                  </a:lnTo>
                  <a:lnTo>
                    <a:pt x="218" y="337"/>
                  </a:lnTo>
                  <a:lnTo>
                    <a:pt x="218" y="337"/>
                  </a:lnTo>
                  <a:lnTo>
                    <a:pt x="258" y="317"/>
                  </a:lnTo>
                  <a:lnTo>
                    <a:pt x="298" y="277"/>
                  </a:lnTo>
                  <a:lnTo>
                    <a:pt x="337" y="238"/>
                  </a:lnTo>
                  <a:lnTo>
                    <a:pt x="337" y="178"/>
                  </a:lnTo>
                  <a:lnTo>
                    <a:pt x="337" y="178"/>
                  </a:lnTo>
                  <a:lnTo>
                    <a:pt x="337" y="119"/>
                  </a:lnTo>
                  <a:lnTo>
                    <a:pt x="298" y="59"/>
                  </a:lnTo>
                  <a:lnTo>
                    <a:pt x="238" y="20"/>
                  </a:lnTo>
                  <a:lnTo>
                    <a:pt x="179"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9"/>
            <p:cNvSpPr/>
            <p:nvPr/>
          </p:nvSpPr>
          <p:spPr>
            <a:xfrm>
              <a:off x="428800" y="2022200"/>
              <a:ext cx="8425" cy="412600"/>
            </a:xfrm>
            <a:custGeom>
              <a:avLst/>
              <a:gdLst/>
              <a:ahLst/>
              <a:cxnLst/>
              <a:rect l="l" t="t" r="r" b="b"/>
              <a:pathLst>
                <a:path w="337" h="16504" extrusionOk="0">
                  <a:moveTo>
                    <a:pt x="178" y="1"/>
                  </a:moveTo>
                  <a:lnTo>
                    <a:pt x="99" y="21"/>
                  </a:lnTo>
                  <a:lnTo>
                    <a:pt x="60" y="60"/>
                  </a:lnTo>
                  <a:lnTo>
                    <a:pt x="20" y="100"/>
                  </a:lnTo>
                  <a:lnTo>
                    <a:pt x="0" y="179"/>
                  </a:lnTo>
                  <a:lnTo>
                    <a:pt x="20" y="219"/>
                  </a:lnTo>
                  <a:lnTo>
                    <a:pt x="40" y="278"/>
                  </a:lnTo>
                  <a:lnTo>
                    <a:pt x="79" y="318"/>
                  </a:lnTo>
                  <a:lnTo>
                    <a:pt x="139" y="338"/>
                  </a:lnTo>
                  <a:lnTo>
                    <a:pt x="139" y="16503"/>
                  </a:lnTo>
                  <a:lnTo>
                    <a:pt x="218" y="16503"/>
                  </a:lnTo>
                  <a:lnTo>
                    <a:pt x="218" y="338"/>
                  </a:lnTo>
                  <a:lnTo>
                    <a:pt x="258" y="318"/>
                  </a:lnTo>
                  <a:lnTo>
                    <a:pt x="297" y="278"/>
                  </a:lnTo>
                  <a:lnTo>
                    <a:pt x="337" y="219"/>
                  </a:lnTo>
                  <a:lnTo>
                    <a:pt x="337" y="179"/>
                  </a:lnTo>
                  <a:lnTo>
                    <a:pt x="317" y="100"/>
                  </a:lnTo>
                  <a:lnTo>
                    <a:pt x="297" y="60"/>
                  </a:lnTo>
                  <a:lnTo>
                    <a:pt x="238" y="21"/>
                  </a:lnTo>
                  <a:lnTo>
                    <a:pt x="178"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9"/>
            <p:cNvSpPr/>
            <p:nvPr/>
          </p:nvSpPr>
          <p:spPr>
            <a:xfrm>
              <a:off x="428800" y="2022200"/>
              <a:ext cx="8425" cy="412600"/>
            </a:xfrm>
            <a:custGeom>
              <a:avLst/>
              <a:gdLst/>
              <a:ahLst/>
              <a:cxnLst/>
              <a:rect l="l" t="t" r="r" b="b"/>
              <a:pathLst>
                <a:path w="337" h="16504" fill="none" extrusionOk="0">
                  <a:moveTo>
                    <a:pt x="178" y="1"/>
                  </a:moveTo>
                  <a:lnTo>
                    <a:pt x="178" y="1"/>
                  </a:lnTo>
                  <a:lnTo>
                    <a:pt x="99" y="21"/>
                  </a:lnTo>
                  <a:lnTo>
                    <a:pt x="60" y="60"/>
                  </a:lnTo>
                  <a:lnTo>
                    <a:pt x="20" y="100"/>
                  </a:lnTo>
                  <a:lnTo>
                    <a:pt x="0" y="179"/>
                  </a:lnTo>
                  <a:lnTo>
                    <a:pt x="0" y="179"/>
                  </a:lnTo>
                  <a:lnTo>
                    <a:pt x="20" y="219"/>
                  </a:lnTo>
                  <a:lnTo>
                    <a:pt x="40" y="278"/>
                  </a:lnTo>
                  <a:lnTo>
                    <a:pt x="79" y="318"/>
                  </a:lnTo>
                  <a:lnTo>
                    <a:pt x="139" y="338"/>
                  </a:lnTo>
                  <a:lnTo>
                    <a:pt x="139" y="16503"/>
                  </a:lnTo>
                  <a:lnTo>
                    <a:pt x="218" y="16503"/>
                  </a:lnTo>
                  <a:lnTo>
                    <a:pt x="218" y="338"/>
                  </a:lnTo>
                  <a:lnTo>
                    <a:pt x="218" y="338"/>
                  </a:lnTo>
                  <a:lnTo>
                    <a:pt x="258" y="318"/>
                  </a:lnTo>
                  <a:lnTo>
                    <a:pt x="297" y="278"/>
                  </a:lnTo>
                  <a:lnTo>
                    <a:pt x="337" y="219"/>
                  </a:lnTo>
                  <a:lnTo>
                    <a:pt x="337" y="179"/>
                  </a:lnTo>
                  <a:lnTo>
                    <a:pt x="337" y="179"/>
                  </a:lnTo>
                  <a:lnTo>
                    <a:pt x="317" y="100"/>
                  </a:lnTo>
                  <a:lnTo>
                    <a:pt x="297" y="60"/>
                  </a:lnTo>
                  <a:lnTo>
                    <a:pt x="238" y="21"/>
                  </a:lnTo>
                  <a:lnTo>
                    <a:pt x="178"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9"/>
            <p:cNvSpPr/>
            <p:nvPr/>
          </p:nvSpPr>
          <p:spPr>
            <a:xfrm>
              <a:off x="309425" y="1428400"/>
              <a:ext cx="54500" cy="1006400"/>
            </a:xfrm>
            <a:custGeom>
              <a:avLst/>
              <a:gdLst/>
              <a:ahLst/>
              <a:cxnLst/>
              <a:rect l="l" t="t" r="r" b="b"/>
              <a:pathLst>
                <a:path w="2180" h="40256" extrusionOk="0">
                  <a:moveTo>
                    <a:pt x="1942" y="0"/>
                  </a:moveTo>
                  <a:lnTo>
                    <a:pt x="1883" y="40"/>
                  </a:lnTo>
                  <a:lnTo>
                    <a:pt x="1843" y="99"/>
                  </a:lnTo>
                  <a:lnTo>
                    <a:pt x="1843" y="159"/>
                  </a:lnTo>
                  <a:lnTo>
                    <a:pt x="1843" y="218"/>
                  </a:lnTo>
                  <a:lnTo>
                    <a:pt x="1863" y="258"/>
                  </a:lnTo>
                  <a:lnTo>
                    <a:pt x="1903" y="297"/>
                  </a:lnTo>
                  <a:lnTo>
                    <a:pt x="1962" y="317"/>
                  </a:lnTo>
                  <a:lnTo>
                    <a:pt x="1962" y="7508"/>
                  </a:lnTo>
                  <a:lnTo>
                    <a:pt x="21" y="9469"/>
                  </a:lnTo>
                  <a:lnTo>
                    <a:pt x="40" y="9489"/>
                  </a:lnTo>
                  <a:lnTo>
                    <a:pt x="1" y="9489"/>
                  </a:lnTo>
                  <a:lnTo>
                    <a:pt x="1" y="40255"/>
                  </a:lnTo>
                  <a:lnTo>
                    <a:pt x="80" y="40255"/>
                  </a:lnTo>
                  <a:lnTo>
                    <a:pt x="80" y="9509"/>
                  </a:lnTo>
                  <a:lnTo>
                    <a:pt x="2041" y="7548"/>
                  </a:lnTo>
                  <a:lnTo>
                    <a:pt x="2041" y="317"/>
                  </a:lnTo>
                  <a:lnTo>
                    <a:pt x="2101" y="297"/>
                  </a:lnTo>
                  <a:lnTo>
                    <a:pt x="2140" y="258"/>
                  </a:lnTo>
                  <a:lnTo>
                    <a:pt x="2160" y="218"/>
                  </a:lnTo>
                  <a:lnTo>
                    <a:pt x="2180" y="159"/>
                  </a:lnTo>
                  <a:lnTo>
                    <a:pt x="2160" y="99"/>
                  </a:lnTo>
                  <a:lnTo>
                    <a:pt x="2120" y="40"/>
                  </a:lnTo>
                  <a:lnTo>
                    <a:pt x="2061"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9"/>
            <p:cNvSpPr/>
            <p:nvPr/>
          </p:nvSpPr>
          <p:spPr>
            <a:xfrm>
              <a:off x="309425" y="1428400"/>
              <a:ext cx="54500" cy="1006400"/>
            </a:xfrm>
            <a:custGeom>
              <a:avLst/>
              <a:gdLst/>
              <a:ahLst/>
              <a:cxnLst/>
              <a:rect l="l" t="t" r="r" b="b"/>
              <a:pathLst>
                <a:path w="2180" h="40256" fill="none" extrusionOk="0">
                  <a:moveTo>
                    <a:pt x="2002" y="0"/>
                  </a:moveTo>
                  <a:lnTo>
                    <a:pt x="2002" y="0"/>
                  </a:lnTo>
                  <a:lnTo>
                    <a:pt x="2002" y="0"/>
                  </a:lnTo>
                  <a:lnTo>
                    <a:pt x="2002" y="0"/>
                  </a:lnTo>
                  <a:lnTo>
                    <a:pt x="1942" y="0"/>
                  </a:lnTo>
                  <a:lnTo>
                    <a:pt x="1883" y="40"/>
                  </a:lnTo>
                  <a:lnTo>
                    <a:pt x="1843" y="99"/>
                  </a:lnTo>
                  <a:lnTo>
                    <a:pt x="1843" y="159"/>
                  </a:lnTo>
                  <a:lnTo>
                    <a:pt x="1843" y="159"/>
                  </a:lnTo>
                  <a:lnTo>
                    <a:pt x="1843" y="218"/>
                  </a:lnTo>
                  <a:lnTo>
                    <a:pt x="1863" y="258"/>
                  </a:lnTo>
                  <a:lnTo>
                    <a:pt x="1903" y="297"/>
                  </a:lnTo>
                  <a:lnTo>
                    <a:pt x="1962" y="317"/>
                  </a:lnTo>
                  <a:lnTo>
                    <a:pt x="1962" y="7508"/>
                  </a:lnTo>
                  <a:lnTo>
                    <a:pt x="21" y="9469"/>
                  </a:lnTo>
                  <a:lnTo>
                    <a:pt x="40" y="9489"/>
                  </a:lnTo>
                  <a:lnTo>
                    <a:pt x="1" y="9489"/>
                  </a:lnTo>
                  <a:lnTo>
                    <a:pt x="1" y="40255"/>
                  </a:lnTo>
                  <a:lnTo>
                    <a:pt x="80" y="40255"/>
                  </a:lnTo>
                  <a:lnTo>
                    <a:pt x="80" y="9509"/>
                  </a:lnTo>
                  <a:lnTo>
                    <a:pt x="2041" y="7548"/>
                  </a:lnTo>
                  <a:lnTo>
                    <a:pt x="2041" y="317"/>
                  </a:lnTo>
                  <a:lnTo>
                    <a:pt x="2041" y="317"/>
                  </a:lnTo>
                  <a:lnTo>
                    <a:pt x="2101" y="297"/>
                  </a:lnTo>
                  <a:lnTo>
                    <a:pt x="2140" y="258"/>
                  </a:lnTo>
                  <a:lnTo>
                    <a:pt x="2160" y="218"/>
                  </a:lnTo>
                  <a:lnTo>
                    <a:pt x="2180" y="159"/>
                  </a:lnTo>
                  <a:lnTo>
                    <a:pt x="2180" y="159"/>
                  </a:lnTo>
                  <a:lnTo>
                    <a:pt x="2160" y="99"/>
                  </a:lnTo>
                  <a:lnTo>
                    <a:pt x="2120" y="40"/>
                  </a:lnTo>
                  <a:lnTo>
                    <a:pt x="2061" y="0"/>
                  </a:lnTo>
                  <a:lnTo>
                    <a:pt x="2002"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9"/>
            <p:cNvSpPr/>
            <p:nvPr/>
          </p:nvSpPr>
          <p:spPr>
            <a:xfrm>
              <a:off x="404525" y="1687900"/>
              <a:ext cx="119875" cy="746900"/>
            </a:xfrm>
            <a:custGeom>
              <a:avLst/>
              <a:gdLst/>
              <a:ahLst/>
              <a:cxnLst/>
              <a:rect l="l" t="t" r="r" b="b"/>
              <a:pathLst>
                <a:path w="4795" h="29876" extrusionOk="0">
                  <a:moveTo>
                    <a:pt x="4636" y="1"/>
                  </a:moveTo>
                  <a:lnTo>
                    <a:pt x="4577" y="21"/>
                  </a:lnTo>
                  <a:lnTo>
                    <a:pt x="4517" y="60"/>
                  </a:lnTo>
                  <a:lnTo>
                    <a:pt x="4478" y="120"/>
                  </a:lnTo>
                  <a:lnTo>
                    <a:pt x="4478" y="179"/>
                  </a:lnTo>
                  <a:lnTo>
                    <a:pt x="4478" y="239"/>
                  </a:lnTo>
                  <a:lnTo>
                    <a:pt x="4497" y="278"/>
                  </a:lnTo>
                  <a:lnTo>
                    <a:pt x="4537" y="318"/>
                  </a:lnTo>
                  <a:lnTo>
                    <a:pt x="4596" y="338"/>
                  </a:lnTo>
                  <a:lnTo>
                    <a:pt x="4596" y="6736"/>
                  </a:lnTo>
                  <a:lnTo>
                    <a:pt x="199" y="11115"/>
                  </a:lnTo>
                  <a:lnTo>
                    <a:pt x="199" y="5825"/>
                  </a:lnTo>
                  <a:lnTo>
                    <a:pt x="258" y="5805"/>
                  </a:lnTo>
                  <a:lnTo>
                    <a:pt x="298" y="5766"/>
                  </a:lnTo>
                  <a:lnTo>
                    <a:pt x="317" y="5706"/>
                  </a:lnTo>
                  <a:lnTo>
                    <a:pt x="337" y="5667"/>
                  </a:lnTo>
                  <a:lnTo>
                    <a:pt x="317" y="5587"/>
                  </a:lnTo>
                  <a:lnTo>
                    <a:pt x="278" y="5548"/>
                  </a:lnTo>
                  <a:lnTo>
                    <a:pt x="218" y="5508"/>
                  </a:lnTo>
                  <a:lnTo>
                    <a:pt x="159" y="5488"/>
                  </a:lnTo>
                  <a:lnTo>
                    <a:pt x="99" y="5508"/>
                  </a:lnTo>
                  <a:lnTo>
                    <a:pt x="40" y="5548"/>
                  </a:lnTo>
                  <a:lnTo>
                    <a:pt x="0" y="5587"/>
                  </a:lnTo>
                  <a:lnTo>
                    <a:pt x="0" y="5667"/>
                  </a:lnTo>
                  <a:lnTo>
                    <a:pt x="0" y="5706"/>
                  </a:lnTo>
                  <a:lnTo>
                    <a:pt x="20" y="5766"/>
                  </a:lnTo>
                  <a:lnTo>
                    <a:pt x="60" y="5805"/>
                  </a:lnTo>
                  <a:lnTo>
                    <a:pt x="119" y="5825"/>
                  </a:lnTo>
                  <a:lnTo>
                    <a:pt x="119" y="29875"/>
                  </a:lnTo>
                  <a:lnTo>
                    <a:pt x="199" y="29875"/>
                  </a:lnTo>
                  <a:lnTo>
                    <a:pt x="199" y="11233"/>
                  </a:lnTo>
                  <a:lnTo>
                    <a:pt x="4676" y="6756"/>
                  </a:lnTo>
                  <a:lnTo>
                    <a:pt x="4676" y="338"/>
                  </a:lnTo>
                  <a:lnTo>
                    <a:pt x="4735" y="318"/>
                  </a:lnTo>
                  <a:lnTo>
                    <a:pt x="4775" y="278"/>
                  </a:lnTo>
                  <a:lnTo>
                    <a:pt x="4795" y="239"/>
                  </a:lnTo>
                  <a:lnTo>
                    <a:pt x="4795" y="179"/>
                  </a:lnTo>
                  <a:lnTo>
                    <a:pt x="4795" y="120"/>
                  </a:lnTo>
                  <a:lnTo>
                    <a:pt x="4755" y="60"/>
                  </a:lnTo>
                  <a:lnTo>
                    <a:pt x="4696" y="21"/>
                  </a:lnTo>
                  <a:lnTo>
                    <a:pt x="4636"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9"/>
            <p:cNvSpPr/>
            <p:nvPr/>
          </p:nvSpPr>
          <p:spPr>
            <a:xfrm>
              <a:off x="404525" y="1687900"/>
              <a:ext cx="119875" cy="746900"/>
            </a:xfrm>
            <a:custGeom>
              <a:avLst/>
              <a:gdLst/>
              <a:ahLst/>
              <a:cxnLst/>
              <a:rect l="l" t="t" r="r" b="b"/>
              <a:pathLst>
                <a:path w="4795" h="29876" fill="none" extrusionOk="0">
                  <a:moveTo>
                    <a:pt x="4636" y="1"/>
                  </a:moveTo>
                  <a:lnTo>
                    <a:pt x="4636" y="1"/>
                  </a:lnTo>
                  <a:lnTo>
                    <a:pt x="4577" y="21"/>
                  </a:lnTo>
                  <a:lnTo>
                    <a:pt x="4517" y="60"/>
                  </a:lnTo>
                  <a:lnTo>
                    <a:pt x="4478" y="120"/>
                  </a:lnTo>
                  <a:lnTo>
                    <a:pt x="4478" y="179"/>
                  </a:lnTo>
                  <a:lnTo>
                    <a:pt x="4478" y="179"/>
                  </a:lnTo>
                  <a:lnTo>
                    <a:pt x="4478" y="239"/>
                  </a:lnTo>
                  <a:lnTo>
                    <a:pt x="4497" y="278"/>
                  </a:lnTo>
                  <a:lnTo>
                    <a:pt x="4537" y="318"/>
                  </a:lnTo>
                  <a:lnTo>
                    <a:pt x="4596" y="338"/>
                  </a:lnTo>
                  <a:lnTo>
                    <a:pt x="4596" y="6736"/>
                  </a:lnTo>
                  <a:lnTo>
                    <a:pt x="199" y="11115"/>
                  </a:lnTo>
                  <a:lnTo>
                    <a:pt x="199" y="5825"/>
                  </a:lnTo>
                  <a:lnTo>
                    <a:pt x="199" y="5825"/>
                  </a:lnTo>
                  <a:lnTo>
                    <a:pt x="258" y="5805"/>
                  </a:lnTo>
                  <a:lnTo>
                    <a:pt x="298" y="5766"/>
                  </a:lnTo>
                  <a:lnTo>
                    <a:pt x="317" y="5706"/>
                  </a:lnTo>
                  <a:lnTo>
                    <a:pt x="337" y="5667"/>
                  </a:lnTo>
                  <a:lnTo>
                    <a:pt x="337" y="5667"/>
                  </a:lnTo>
                  <a:lnTo>
                    <a:pt x="317" y="5587"/>
                  </a:lnTo>
                  <a:lnTo>
                    <a:pt x="278" y="5548"/>
                  </a:lnTo>
                  <a:lnTo>
                    <a:pt x="218" y="5508"/>
                  </a:lnTo>
                  <a:lnTo>
                    <a:pt x="159" y="5488"/>
                  </a:lnTo>
                  <a:lnTo>
                    <a:pt x="159" y="5488"/>
                  </a:lnTo>
                  <a:lnTo>
                    <a:pt x="159" y="5488"/>
                  </a:lnTo>
                  <a:lnTo>
                    <a:pt x="159" y="5488"/>
                  </a:lnTo>
                  <a:lnTo>
                    <a:pt x="99" y="5508"/>
                  </a:lnTo>
                  <a:lnTo>
                    <a:pt x="40" y="5548"/>
                  </a:lnTo>
                  <a:lnTo>
                    <a:pt x="0" y="5587"/>
                  </a:lnTo>
                  <a:lnTo>
                    <a:pt x="0" y="5667"/>
                  </a:lnTo>
                  <a:lnTo>
                    <a:pt x="0" y="5667"/>
                  </a:lnTo>
                  <a:lnTo>
                    <a:pt x="0" y="5706"/>
                  </a:lnTo>
                  <a:lnTo>
                    <a:pt x="20" y="5766"/>
                  </a:lnTo>
                  <a:lnTo>
                    <a:pt x="60" y="5805"/>
                  </a:lnTo>
                  <a:lnTo>
                    <a:pt x="119" y="5825"/>
                  </a:lnTo>
                  <a:lnTo>
                    <a:pt x="119" y="29875"/>
                  </a:lnTo>
                  <a:lnTo>
                    <a:pt x="199" y="29875"/>
                  </a:lnTo>
                  <a:lnTo>
                    <a:pt x="199" y="11233"/>
                  </a:lnTo>
                  <a:lnTo>
                    <a:pt x="4676" y="6756"/>
                  </a:lnTo>
                  <a:lnTo>
                    <a:pt x="4676" y="338"/>
                  </a:lnTo>
                  <a:lnTo>
                    <a:pt x="4676" y="338"/>
                  </a:lnTo>
                  <a:lnTo>
                    <a:pt x="4735" y="318"/>
                  </a:lnTo>
                  <a:lnTo>
                    <a:pt x="4775" y="278"/>
                  </a:lnTo>
                  <a:lnTo>
                    <a:pt x="4795" y="239"/>
                  </a:lnTo>
                  <a:lnTo>
                    <a:pt x="4795" y="179"/>
                  </a:lnTo>
                  <a:lnTo>
                    <a:pt x="4795" y="179"/>
                  </a:lnTo>
                  <a:lnTo>
                    <a:pt x="4795" y="120"/>
                  </a:lnTo>
                  <a:lnTo>
                    <a:pt x="4755" y="60"/>
                  </a:lnTo>
                  <a:lnTo>
                    <a:pt x="4696" y="21"/>
                  </a:lnTo>
                  <a:lnTo>
                    <a:pt x="4636"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9"/>
            <p:cNvSpPr/>
            <p:nvPr/>
          </p:nvSpPr>
          <p:spPr>
            <a:xfrm>
              <a:off x="434250" y="1977150"/>
              <a:ext cx="55975" cy="457650"/>
            </a:xfrm>
            <a:custGeom>
              <a:avLst/>
              <a:gdLst/>
              <a:ahLst/>
              <a:cxnLst/>
              <a:rect l="l" t="t" r="r" b="b"/>
              <a:pathLst>
                <a:path w="2239" h="18306" extrusionOk="0">
                  <a:moveTo>
                    <a:pt x="178" y="0"/>
                  </a:moveTo>
                  <a:lnTo>
                    <a:pt x="99" y="20"/>
                  </a:lnTo>
                  <a:lnTo>
                    <a:pt x="59" y="60"/>
                  </a:lnTo>
                  <a:lnTo>
                    <a:pt x="20" y="99"/>
                  </a:lnTo>
                  <a:lnTo>
                    <a:pt x="0" y="178"/>
                  </a:lnTo>
                  <a:lnTo>
                    <a:pt x="20" y="238"/>
                  </a:lnTo>
                  <a:lnTo>
                    <a:pt x="59" y="297"/>
                  </a:lnTo>
                  <a:lnTo>
                    <a:pt x="99" y="317"/>
                  </a:lnTo>
                  <a:lnTo>
                    <a:pt x="178" y="337"/>
                  </a:lnTo>
                  <a:lnTo>
                    <a:pt x="218" y="337"/>
                  </a:lnTo>
                  <a:lnTo>
                    <a:pt x="258" y="317"/>
                  </a:lnTo>
                  <a:lnTo>
                    <a:pt x="2140" y="2199"/>
                  </a:lnTo>
                  <a:lnTo>
                    <a:pt x="2140" y="18305"/>
                  </a:lnTo>
                  <a:lnTo>
                    <a:pt x="2239" y="18305"/>
                  </a:lnTo>
                  <a:lnTo>
                    <a:pt x="2239" y="2179"/>
                  </a:lnTo>
                  <a:lnTo>
                    <a:pt x="317" y="258"/>
                  </a:lnTo>
                  <a:lnTo>
                    <a:pt x="337" y="218"/>
                  </a:lnTo>
                  <a:lnTo>
                    <a:pt x="337" y="178"/>
                  </a:lnTo>
                  <a:lnTo>
                    <a:pt x="317" y="99"/>
                  </a:lnTo>
                  <a:lnTo>
                    <a:pt x="297" y="60"/>
                  </a:lnTo>
                  <a:lnTo>
                    <a:pt x="238" y="20"/>
                  </a:lnTo>
                  <a:lnTo>
                    <a:pt x="178"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9"/>
            <p:cNvSpPr/>
            <p:nvPr/>
          </p:nvSpPr>
          <p:spPr>
            <a:xfrm>
              <a:off x="434250" y="1977150"/>
              <a:ext cx="55975" cy="457650"/>
            </a:xfrm>
            <a:custGeom>
              <a:avLst/>
              <a:gdLst/>
              <a:ahLst/>
              <a:cxnLst/>
              <a:rect l="l" t="t" r="r" b="b"/>
              <a:pathLst>
                <a:path w="2239" h="18306" fill="none" extrusionOk="0">
                  <a:moveTo>
                    <a:pt x="178" y="0"/>
                  </a:moveTo>
                  <a:lnTo>
                    <a:pt x="178" y="0"/>
                  </a:lnTo>
                  <a:lnTo>
                    <a:pt x="178" y="0"/>
                  </a:lnTo>
                  <a:lnTo>
                    <a:pt x="178" y="0"/>
                  </a:lnTo>
                  <a:lnTo>
                    <a:pt x="99" y="20"/>
                  </a:lnTo>
                  <a:lnTo>
                    <a:pt x="59" y="60"/>
                  </a:lnTo>
                  <a:lnTo>
                    <a:pt x="20" y="99"/>
                  </a:lnTo>
                  <a:lnTo>
                    <a:pt x="0" y="178"/>
                  </a:lnTo>
                  <a:lnTo>
                    <a:pt x="0" y="178"/>
                  </a:lnTo>
                  <a:lnTo>
                    <a:pt x="20" y="238"/>
                  </a:lnTo>
                  <a:lnTo>
                    <a:pt x="59" y="297"/>
                  </a:lnTo>
                  <a:lnTo>
                    <a:pt x="99" y="317"/>
                  </a:lnTo>
                  <a:lnTo>
                    <a:pt x="178" y="337"/>
                  </a:lnTo>
                  <a:lnTo>
                    <a:pt x="178" y="337"/>
                  </a:lnTo>
                  <a:lnTo>
                    <a:pt x="218" y="337"/>
                  </a:lnTo>
                  <a:lnTo>
                    <a:pt x="258" y="317"/>
                  </a:lnTo>
                  <a:lnTo>
                    <a:pt x="2140" y="2199"/>
                  </a:lnTo>
                  <a:lnTo>
                    <a:pt x="2140" y="18305"/>
                  </a:lnTo>
                  <a:lnTo>
                    <a:pt x="2239" y="18305"/>
                  </a:lnTo>
                  <a:lnTo>
                    <a:pt x="2239" y="2179"/>
                  </a:lnTo>
                  <a:lnTo>
                    <a:pt x="317" y="258"/>
                  </a:lnTo>
                  <a:lnTo>
                    <a:pt x="317" y="258"/>
                  </a:lnTo>
                  <a:lnTo>
                    <a:pt x="337" y="218"/>
                  </a:lnTo>
                  <a:lnTo>
                    <a:pt x="337" y="178"/>
                  </a:lnTo>
                  <a:lnTo>
                    <a:pt x="337" y="178"/>
                  </a:lnTo>
                  <a:lnTo>
                    <a:pt x="317" y="99"/>
                  </a:lnTo>
                  <a:lnTo>
                    <a:pt x="297" y="60"/>
                  </a:lnTo>
                  <a:lnTo>
                    <a:pt x="238" y="20"/>
                  </a:lnTo>
                  <a:lnTo>
                    <a:pt x="178"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9"/>
            <p:cNvSpPr/>
            <p:nvPr/>
          </p:nvSpPr>
          <p:spPr>
            <a:xfrm>
              <a:off x="891875" y="1444725"/>
              <a:ext cx="120375" cy="990075"/>
            </a:xfrm>
            <a:custGeom>
              <a:avLst/>
              <a:gdLst/>
              <a:ahLst/>
              <a:cxnLst/>
              <a:rect l="l" t="t" r="r" b="b"/>
              <a:pathLst>
                <a:path w="4815" h="39603" extrusionOk="0">
                  <a:moveTo>
                    <a:pt x="178" y="1"/>
                  </a:moveTo>
                  <a:lnTo>
                    <a:pt x="119" y="21"/>
                  </a:lnTo>
                  <a:lnTo>
                    <a:pt x="60" y="60"/>
                  </a:lnTo>
                  <a:lnTo>
                    <a:pt x="20" y="100"/>
                  </a:lnTo>
                  <a:lnTo>
                    <a:pt x="0" y="179"/>
                  </a:lnTo>
                  <a:lnTo>
                    <a:pt x="20" y="219"/>
                  </a:lnTo>
                  <a:lnTo>
                    <a:pt x="40" y="278"/>
                  </a:lnTo>
                  <a:lnTo>
                    <a:pt x="79" y="318"/>
                  </a:lnTo>
                  <a:lnTo>
                    <a:pt x="139" y="338"/>
                  </a:lnTo>
                  <a:lnTo>
                    <a:pt x="139" y="6756"/>
                  </a:lnTo>
                  <a:lnTo>
                    <a:pt x="4616" y="11233"/>
                  </a:lnTo>
                  <a:lnTo>
                    <a:pt x="4616" y="39602"/>
                  </a:lnTo>
                  <a:lnTo>
                    <a:pt x="4695" y="39602"/>
                  </a:lnTo>
                  <a:lnTo>
                    <a:pt x="4695" y="5805"/>
                  </a:lnTo>
                  <a:lnTo>
                    <a:pt x="4735" y="5785"/>
                  </a:lnTo>
                  <a:lnTo>
                    <a:pt x="4775" y="5766"/>
                  </a:lnTo>
                  <a:lnTo>
                    <a:pt x="4814" y="5706"/>
                  </a:lnTo>
                  <a:lnTo>
                    <a:pt x="4814" y="5647"/>
                  </a:lnTo>
                  <a:lnTo>
                    <a:pt x="4814" y="5587"/>
                  </a:lnTo>
                  <a:lnTo>
                    <a:pt x="4775" y="5528"/>
                  </a:lnTo>
                  <a:lnTo>
                    <a:pt x="4715" y="5508"/>
                  </a:lnTo>
                  <a:lnTo>
                    <a:pt x="4656" y="5488"/>
                  </a:lnTo>
                  <a:lnTo>
                    <a:pt x="4576" y="5508"/>
                  </a:lnTo>
                  <a:lnTo>
                    <a:pt x="4537" y="5528"/>
                  </a:lnTo>
                  <a:lnTo>
                    <a:pt x="4497" y="5587"/>
                  </a:lnTo>
                  <a:lnTo>
                    <a:pt x="4477" y="5647"/>
                  </a:lnTo>
                  <a:lnTo>
                    <a:pt x="4497" y="5706"/>
                  </a:lnTo>
                  <a:lnTo>
                    <a:pt x="4517" y="5766"/>
                  </a:lnTo>
                  <a:lnTo>
                    <a:pt x="4557" y="5785"/>
                  </a:lnTo>
                  <a:lnTo>
                    <a:pt x="4616" y="5805"/>
                  </a:lnTo>
                  <a:lnTo>
                    <a:pt x="4616" y="11115"/>
                  </a:lnTo>
                  <a:lnTo>
                    <a:pt x="218" y="6717"/>
                  </a:lnTo>
                  <a:lnTo>
                    <a:pt x="218" y="338"/>
                  </a:lnTo>
                  <a:lnTo>
                    <a:pt x="258" y="318"/>
                  </a:lnTo>
                  <a:lnTo>
                    <a:pt x="297" y="278"/>
                  </a:lnTo>
                  <a:lnTo>
                    <a:pt x="337" y="219"/>
                  </a:lnTo>
                  <a:lnTo>
                    <a:pt x="337" y="179"/>
                  </a:lnTo>
                  <a:lnTo>
                    <a:pt x="337" y="100"/>
                  </a:lnTo>
                  <a:lnTo>
                    <a:pt x="297" y="60"/>
                  </a:lnTo>
                  <a:lnTo>
                    <a:pt x="238" y="21"/>
                  </a:lnTo>
                  <a:lnTo>
                    <a:pt x="178"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9"/>
            <p:cNvSpPr/>
            <p:nvPr/>
          </p:nvSpPr>
          <p:spPr>
            <a:xfrm>
              <a:off x="891875" y="1444725"/>
              <a:ext cx="120375" cy="990075"/>
            </a:xfrm>
            <a:custGeom>
              <a:avLst/>
              <a:gdLst/>
              <a:ahLst/>
              <a:cxnLst/>
              <a:rect l="l" t="t" r="r" b="b"/>
              <a:pathLst>
                <a:path w="4815" h="39603" fill="none" extrusionOk="0">
                  <a:moveTo>
                    <a:pt x="178" y="1"/>
                  </a:moveTo>
                  <a:lnTo>
                    <a:pt x="178" y="1"/>
                  </a:lnTo>
                  <a:lnTo>
                    <a:pt x="119" y="21"/>
                  </a:lnTo>
                  <a:lnTo>
                    <a:pt x="60" y="60"/>
                  </a:lnTo>
                  <a:lnTo>
                    <a:pt x="20" y="100"/>
                  </a:lnTo>
                  <a:lnTo>
                    <a:pt x="0" y="179"/>
                  </a:lnTo>
                  <a:lnTo>
                    <a:pt x="0" y="179"/>
                  </a:lnTo>
                  <a:lnTo>
                    <a:pt x="20" y="219"/>
                  </a:lnTo>
                  <a:lnTo>
                    <a:pt x="40" y="278"/>
                  </a:lnTo>
                  <a:lnTo>
                    <a:pt x="79" y="318"/>
                  </a:lnTo>
                  <a:lnTo>
                    <a:pt x="139" y="338"/>
                  </a:lnTo>
                  <a:lnTo>
                    <a:pt x="139" y="6756"/>
                  </a:lnTo>
                  <a:lnTo>
                    <a:pt x="4616" y="11233"/>
                  </a:lnTo>
                  <a:lnTo>
                    <a:pt x="4616" y="39602"/>
                  </a:lnTo>
                  <a:lnTo>
                    <a:pt x="4695" y="39602"/>
                  </a:lnTo>
                  <a:lnTo>
                    <a:pt x="4695" y="5805"/>
                  </a:lnTo>
                  <a:lnTo>
                    <a:pt x="4695" y="5805"/>
                  </a:lnTo>
                  <a:lnTo>
                    <a:pt x="4735" y="5785"/>
                  </a:lnTo>
                  <a:lnTo>
                    <a:pt x="4775" y="5766"/>
                  </a:lnTo>
                  <a:lnTo>
                    <a:pt x="4814" y="5706"/>
                  </a:lnTo>
                  <a:lnTo>
                    <a:pt x="4814" y="5647"/>
                  </a:lnTo>
                  <a:lnTo>
                    <a:pt x="4814" y="5647"/>
                  </a:lnTo>
                  <a:lnTo>
                    <a:pt x="4814" y="5587"/>
                  </a:lnTo>
                  <a:lnTo>
                    <a:pt x="4775" y="5528"/>
                  </a:lnTo>
                  <a:lnTo>
                    <a:pt x="4715" y="5508"/>
                  </a:lnTo>
                  <a:lnTo>
                    <a:pt x="4656" y="5488"/>
                  </a:lnTo>
                  <a:lnTo>
                    <a:pt x="4656" y="5488"/>
                  </a:lnTo>
                  <a:lnTo>
                    <a:pt x="4576" y="5508"/>
                  </a:lnTo>
                  <a:lnTo>
                    <a:pt x="4537" y="5528"/>
                  </a:lnTo>
                  <a:lnTo>
                    <a:pt x="4497" y="5587"/>
                  </a:lnTo>
                  <a:lnTo>
                    <a:pt x="4477" y="5647"/>
                  </a:lnTo>
                  <a:lnTo>
                    <a:pt x="4477" y="5647"/>
                  </a:lnTo>
                  <a:lnTo>
                    <a:pt x="4497" y="5706"/>
                  </a:lnTo>
                  <a:lnTo>
                    <a:pt x="4517" y="5766"/>
                  </a:lnTo>
                  <a:lnTo>
                    <a:pt x="4557" y="5785"/>
                  </a:lnTo>
                  <a:lnTo>
                    <a:pt x="4616" y="5805"/>
                  </a:lnTo>
                  <a:lnTo>
                    <a:pt x="4616" y="11115"/>
                  </a:lnTo>
                  <a:lnTo>
                    <a:pt x="218" y="6717"/>
                  </a:lnTo>
                  <a:lnTo>
                    <a:pt x="218" y="338"/>
                  </a:lnTo>
                  <a:lnTo>
                    <a:pt x="218" y="338"/>
                  </a:lnTo>
                  <a:lnTo>
                    <a:pt x="258" y="318"/>
                  </a:lnTo>
                  <a:lnTo>
                    <a:pt x="297" y="278"/>
                  </a:lnTo>
                  <a:lnTo>
                    <a:pt x="337" y="219"/>
                  </a:lnTo>
                  <a:lnTo>
                    <a:pt x="337" y="179"/>
                  </a:lnTo>
                  <a:lnTo>
                    <a:pt x="337" y="179"/>
                  </a:lnTo>
                  <a:lnTo>
                    <a:pt x="337" y="100"/>
                  </a:lnTo>
                  <a:lnTo>
                    <a:pt x="297" y="60"/>
                  </a:lnTo>
                  <a:lnTo>
                    <a:pt x="238" y="21"/>
                  </a:lnTo>
                  <a:lnTo>
                    <a:pt x="178"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9"/>
            <p:cNvSpPr/>
            <p:nvPr/>
          </p:nvSpPr>
          <p:spPr>
            <a:xfrm>
              <a:off x="382725" y="1322400"/>
              <a:ext cx="54500" cy="1112400"/>
            </a:xfrm>
            <a:custGeom>
              <a:avLst/>
              <a:gdLst/>
              <a:ahLst/>
              <a:cxnLst/>
              <a:rect l="l" t="t" r="r" b="b"/>
              <a:pathLst>
                <a:path w="2180" h="44496" extrusionOk="0">
                  <a:moveTo>
                    <a:pt x="1942" y="1"/>
                  </a:moveTo>
                  <a:lnTo>
                    <a:pt x="1903" y="40"/>
                  </a:lnTo>
                  <a:lnTo>
                    <a:pt x="1863" y="100"/>
                  </a:lnTo>
                  <a:lnTo>
                    <a:pt x="1843" y="159"/>
                  </a:lnTo>
                  <a:lnTo>
                    <a:pt x="1863" y="218"/>
                  </a:lnTo>
                  <a:lnTo>
                    <a:pt x="1883" y="258"/>
                  </a:lnTo>
                  <a:lnTo>
                    <a:pt x="1922" y="298"/>
                  </a:lnTo>
                  <a:lnTo>
                    <a:pt x="1982" y="318"/>
                  </a:lnTo>
                  <a:lnTo>
                    <a:pt x="1982" y="12957"/>
                  </a:lnTo>
                  <a:lnTo>
                    <a:pt x="1" y="14918"/>
                  </a:lnTo>
                  <a:lnTo>
                    <a:pt x="1" y="44495"/>
                  </a:lnTo>
                  <a:lnTo>
                    <a:pt x="100" y="44495"/>
                  </a:lnTo>
                  <a:lnTo>
                    <a:pt x="100" y="14958"/>
                  </a:lnTo>
                  <a:lnTo>
                    <a:pt x="2061" y="12996"/>
                  </a:lnTo>
                  <a:lnTo>
                    <a:pt x="2061" y="318"/>
                  </a:lnTo>
                  <a:lnTo>
                    <a:pt x="2101" y="298"/>
                  </a:lnTo>
                  <a:lnTo>
                    <a:pt x="2140" y="258"/>
                  </a:lnTo>
                  <a:lnTo>
                    <a:pt x="2180" y="218"/>
                  </a:lnTo>
                  <a:lnTo>
                    <a:pt x="2180" y="159"/>
                  </a:lnTo>
                  <a:lnTo>
                    <a:pt x="2160" y="100"/>
                  </a:lnTo>
                  <a:lnTo>
                    <a:pt x="2140" y="40"/>
                  </a:lnTo>
                  <a:lnTo>
                    <a:pt x="2081"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9"/>
            <p:cNvSpPr/>
            <p:nvPr/>
          </p:nvSpPr>
          <p:spPr>
            <a:xfrm>
              <a:off x="382725" y="1322400"/>
              <a:ext cx="54500" cy="1112400"/>
            </a:xfrm>
            <a:custGeom>
              <a:avLst/>
              <a:gdLst/>
              <a:ahLst/>
              <a:cxnLst/>
              <a:rect l="l" t="t" r="r" b="b"/>
              <a:pathLst>
                <a:path w="2180" h="44496" fill="none" extrusionOk="0">
                  <a:moveTo>
                    <a:pt x="2021" y="1"/>
                  </a:moveTo>
                  <a:lnTo>
                    <a:pt x="2021" y="1"/>
                  </a:lnTo>
                  <a:lnTo>
                    <a:pt x="1942" y="1"/>
                  </a:lnTo>
                  <a:lnTo>
                    <a:pt x="1903" y="40"/>
                  </a:lnTo>
                  <a:lnTo>
                    <a:pt x="1863" y="100"/>
                  </a:lnTo>
                  <a:lnTo>
                    <a:pt x="1843" y="159"/>
                  </a:lnTo>
                  <a:lnTo>
                    <a:pt x="1843" y="159"/>
                  </a:lnTo>
                  <a:lnTo>
                    <a:pt x="1863" y="218"/>
                  </a:lnTo>
                  <a:lnTo>
                    <a:pt x="1883" y="258"/>
                  </a:lnTo>
                  <a:lnTo>
                    <a:pt x="1922" y="298"/>
                  </a:lnTo>
                  <a:lnTo>
                    <a:pt x="1982" y="318"/>
                  </a:lnTo>
                  <a:lnTo>
                    <a:pt x="1982" y="12957"/>
                  </a:lnTo>
                  <a:lnTo>
                    <a:pt x="1" y="14918"/>
                  </a:lnTo>
                  <a:lnTo>
                    <a:pt x="1" y="44495"/>
                  </a:lnTo>
                  <a:lnTo>
                    <a:pt x="100" y="44495"/>
                  </a:lnTo>
                  <a:lnTo>
                    <a:pt x="100" y="14958"/>
                  </a:lnTo>
                  <a:lnTo>
                    <a:pt x="2061" y="12996"/>
                  </a:lnTo>
                  <a:lnTo>
                    <a:pt x="2061" y="318"/>
                  </a:lnTo>
                  <a:lnTo>
                    <a:pt x="2061" y="318"/>
                  </a:lnTo>
                  <a:lnTo>
                    <a:pt x="2101" y="298"/>
                  </a:lnTo>
                  <a:lnTo>
                    <a:pt x="2140" y="258"/>
                  </a:lnTo>
                  <a:lnTo>
                    <a:pt x="2180" y="218"/>
                  </a:lnTo>
                  <a:lnTo>
                    <a:pt x="2180" y="159"/>
                  </a:lnTo>
                  <a:lnTo>
                    <a:pt x="2180" y="159"/>
                  </a:lnTo>
                  <a:lnTo>
                    <a:pt x="2160" y="100"/>
                  </a:lnTo>
                  <a:lnTo>
                    <a:pt x="2140" y="40"/>
                  </a:lnTo>
                  <a:lnTo>
                    <a:pt x="2081" y="1"/>
                  </a:lnTo>
                  <a:lnTo>
                    <a:pt x="2021"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9"/>
            <p:cNvSpPr/>
            <p:nvPr/>
          </p:nvSpPr>
          <p:spPr>
            <a:xfrm>
              <a:off x="358475" y="1269400"/>
              <a:ext cx="54500" cy="1165400"/>
            </a:xfrm>
            <a:custGeom>
              <a:avLst/>
              <a:gdLst/>
              <a:ahLst/>
              <a:cxnLst/>
              <a:rect l="l" t="t" r="r" b="b"/>
              <a:pathLst>
                <a:path w="2180" h="46616" extrusionOk="0">
                  <a:moveTo>
                    <a:pt x="1941" y="1"/>
                  </a:moveTo>
                  <a:lnTo>
                    <a:pt x="1882" y="40"/>
                  </a:lnTo>
                  <a:lnTo>
                    <a:pt x="1842" y="100"/>
                  </a:lnTo>
                  <a:lnTo>
                    <a:pt x="1842" y="159"/>
                  </a:lnTo>
                  <a:lnTo>
                    <a:pt x="1842" y="219"/>
                  </a:lnTo>
                  <a:lnTo>
                    <a:pt x="1862" y="258"/>
                  </a:lnTo>
                  <a:lnTo>
                    <a:pt x="1902" y="298"/>
                  </a:lnTo>
                  <a:lnTo>
                    <a:pt x="1961" y="318"/>
                  </a:lnTo>
                  <a:lnTo>
                    <a:pt x="1961" y="14680"/>
                  </a:lnTo>
                  <a:lnTo>
                    <a:pt x="0" y="16642"/>
                  </a:lnTo>
                  <a:lnTo>
                    <a:pt x="0" y="46615"/>
                  </a:lnTo>
                  <a:lnTo>
                    <a:pt x="79" y="46615"/>
                  </a:lnTo>
                  <a:lnTo>
                    <a:pt x="79" y="16662"/>
                  </a:lnTo>
                  <a:lnTo>
                    <a:pt x="2041" y="14700"/>
                  </a:lnTo>
                  <a:lnTo>
                    <a:pt x="2041" y="318"/>
                  </a:lnTo>
                  <a:lnTo>
                    <a:pt x="2100" y="298"/>
                  </a:lnTo>
                  <a:lnTo>
                    <a:pt x="2140" y="258"/>
                  </a:lnTo>
                  <a:lnTo>
                    <a:pt x="2159" y="219"/>
                  </a:lnTo>
                  <a:lnTo>
                    <a:pt x="2179" y="159"/>
                  </a:lnTo>
                  <a:lnTo>
                    <a:pt x="2159" y="100"/>
                  </a:lnTo>
                  <a:lnTo>
                    <a:pt x="2120" y="40"/>
                  </a:lnTo>
                  <a:lnTo>
                    <a:pt x="2060"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9"/>
            <p:cNvSpPr/>
            <p:nvPr/>
          </p:nvSpPr>
          <p:spPr>
            <a:xfrm>
              <a:off x="358475" y="1269400"/>
              <a:ext cx="54500" cy="1165400"/>
            </a:xfrm>
            <a:custGeom>
              <a:avLst/>
              <a:gdLst/>
              <a:ahLst/>
              <a:cxnLst/>
              <a:rect l="l" t="t" r="r" b="b"/>
              <a:pathLst>
                <a:path w="2180" h="46616" fill="none" extrusionOk="0">
                  <a:moveTo>
                    <a:pt x="2001" y="1"/>
                  </a:moveTo>
                  <a:lnTo>
                    <a:pt x="2001" y="1"/>
                  </a:lnTo>
                  <a:lnTo>
                    <a:pt x="2001" y="1"/>
                  </a:lnTo>
                  <a:lnTo>
                    <a:pt x="2001" y="1"/>
                  </a:lnTo>
                  <a:lnTo>
                    <a:pt x="1941" y="1"/>
                  </a:lnTo>
                  <a:lnTo>
                    <a:pt x="1882" y="40"/>
                  </a:lnTo>
                  <a:lnTo>
                    <a:pt x="1842" y="100"/>
                  </a:lnTo>
                  <a:lnTo>
                    <a:pt x="1842" y="159"/>
                  </a:lnTo>
                  <a:lnTo>
                    <a:pt x="1842" y="159"/>
                  </a:lnTo>
                  <a:lnTo>
                    <a:pt x="1842" y="219"/>
                  </a:lnTo>
                  <a:lnTo>
                    <a:pt x="1862" y="258"/>
                  </a:lnTo>
                  <a:lnTo>
                    <a:pt x="1902" y="298"/>
                  </a:lnTo>
                  <a:lnTo>
                    <a:pt x="1961" y="318"/>
                  </a:lnTo>
                  <a:lnTo>
                    <a:pt x="1961" y="14680"/>
                  </a:lnTo>
                  <a:lnTo>
                    <a:pt x="0" y="16642"/>
                  </a:lnTo>
                  <a:lnTo>
                    <a:pt x="0" y="46615"/>
                  </a:lnTo>
                  <a:lnTo>
                    <a:pt x="79" y="46615"/>
                  </a:lnTo>
                  <a:lnTo>
                    <a:pt x="79" y="16662"/>
                  </a:lnTo>
                  <a:lnTo>
                    <a:pt x="2041" y="14700"/>
                  </a:lnTo>
                  <a:lnTo>
                    <a:pt x="2041" y="318"/>
                  </a:lnTo>
                  <a:lnTo>
                    <a:pt x="2041" y="318"/>
                  </a:lnTo>
                  <a:lnTo>
                    <a:pt x="2100" y="298"/>
                  </a:lnTo>
                  <a:lnTo>
                    <a:pt x="2140" y="258"/>
                  </a:lnTo>
                  <a:lnTo>
                    <a:pt x="2159" y="219"/>
                  </a:lnTo>
                  <a:lnTo>
                    <a:pt x="2179" y="159"/>
                  </a:lnTo>
                  <a:lnTo>
                    <a:pt x="2179" y="159"/>
                  </a:lnTo>
                  <a:lnTo>
                    <a:pt x="2159" y="100"/>
                  </a:lnTo>
                  <a:lnTo>
                    <a:pt x="2120" y="40"/>
                  </a:lnTo>
                  <a:lnTo>
                    <a:pt x="2060" y="1"/>
                  </a:lnTo>
                  <a:lnTo>
                    <a:pt x="2001"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9"/>
            <p:cNvSpPr/>
            <p:nvPr/>
          </p:nvSpPr>
          <p:spPr>
            <a:xfrm>
              <a:off x="979525" y="1779025"/>
              <a:ext cx="8450" cy="655775"/>
            </a:xfrm>
            <a:custGeom>
              <a:avLst/>
              <a:gdLst/>
              <a:ahLst/>
              <a:cxnLst/>
              <a:rect l="l" t="t" r="r" b="b"/>
              <a:pathLst>
                <a:path w="338" h="26231" extrusionOk="0">
                  <a:moveTo>
                    <a:pt x="100" y="1"/>
                  </a:moveTo>
                  <a:lnTo>
                    <a:pt x="40" y="41"/>
                  </a:lnTo>
                  <a:lnTo>
                    <a:pt x="1" y="100"/>
                  </a:lnTo>
                  <a:lnTo>
                    <a:pt x="1" y="159"/>
                  </a:lnTo>
                  <a:lnTo>
                    <a:pt x="1" y="219"/>
                  </a:lnTo>
                  <a:lnTo>
                    <a:pt x="40" y="258"/>
                  </a:lnTo>
                  <a:lnTo>
                    <a:pt x="80" y="298"/>
                  </a:lnTo>
                  <a:lnTo>
                    <a:pt x="120" y="318"/>
                  </a:lnTo>
                  <a:lnTo>
                    <a:pt x="120" y="26230"/>
                  </a:lnTo>
                  <a:lnTo>
                    <a:pt x="199" y="26230"/>
                  </a:lnTo>
                  <a:lnTo>
                    <a:pt x="199" y="318"/>
                  </a:lnTo>
                  <a:lnTo>
                    <a:pt x="258" y="298"/>
                  </a:lnTo>
                  <a:lnTo>
                    <a:pt x="298" y="258"/>
                  </a:lnTo>
                  <a:lnTo>
                    <a:pt x="318" y="219"/>
                  </a:lnTo>
                  <a:lnTo>
                    <a:pt x="337" y="159"/>
                  </a:lnTo>
                  <a:lnTo>
                    <a:pt x="318" y="100"/>
                  </a:lnTo>
                  <a:lnTo>
                    <a:pt x="278" y="41"/>
                  </a:lnTo>
                  <a:lnTo>
                    <a:pt x="219"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9"/>
            <p:cNvSpPr/>
            <p:nvPr/>
          </p:nvSpPr>
          <p:spPr>
            <a:xfrm>
              <a:off x="979525" y="1779025"/>
              <a:ext cx="8450" cy="655775"/>
            </a:xfrm>
            <a:custGeom>
              <a:avLst/>
              <a:gdLst/>
              <a:ahLst/>
              <a:cxnLst/>
              <a:rect l="l" t="t" r="r" b="b"/>
              <a:pathLst>
                <a:path w="338" h="26231" fill="none" extrusionOk="0">
                  <a:moveTo>
                    <a:pt x="159" y="1"/>
                  </a:moveTo>
                  <a:lnTo>
                    <a:pt x="159" y="1"/>
                  </a:lnTo>
                  <a:lnTo>
                    <a:pt x="100" y="1"/>
                  </a:lnTo>
                  <a:lnTo>
                    <a:pt x="40" y="41"/>
                  </a:lnTo>
                  <a:lnTo>
                    <a:pt x="1" y="100"/>
                  </a:lnTo>
                  <a:lnTo>
                    <a:pt x="1" y="159"/>
                  </a:lnTo>
                  <a:lnTo>
                    <a:pt x="1" y="159"/>
                  </a:lnTo>
                  <a:lnTo>
                    <a:pt x="1" y="219"/>
                  </a:lnTo>
                  <a:lnTo>
                    <a:pt x="40" y="258"/>
                  </a:lnTo>
                  <a:lnTo>
                    <a:pt x="80" y="298"/>
                  </a:lnTo>
                  <a:lnTo>
                    <a:pt x="120" y="318"/>
                  </a:lnTo>
                  <a:lnTo>
                    <a:pt x="120" y="26230"/>
                  </a:lnTo>
                  <a:lnTo>
                    <a:pt x="199" y="26230"/>
                  </a:lnTo>
                  <a:lnTo>
                    <a:pt x="199" y="318"/>
                  </a:lnTo>
                  <a:lnTo>
                    <a:pt x="199" y="318"/>
                  </a:lnTo>
                  <a:lnTo>
                    <a:pt x="258" y="298"/>
                  </a:lnTo>
                  <a:lnTo>
                    <a:pt x="298" y="258"/>
                  </a:lnTo>
                  <a:lnTo>
                    <a:pt x="318" y="219"/>
                  </a:lnTo>
                  <a:lnTo>
                    <a:pt x="337" y="159"/>
                  </a:lnTo>
                  <a:lnTo>
                    <a:pt x="337" y="159"/>
                  </a:lnTo>
                  <a:lnTo>
                    <a:pt x="318" y="100"/>
                  </a:lnTo>
                  <a:lnTo>
                    <a:pt x="278" y="41"/>
                  </a:lnTo>
                  <a:lnTo>
                    <a:pt x="219" y="1"/>
                  </a:lnTo>
                  <a:lnTo>
                    <a:pt x="159"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9"/>
            <p:cNvSpPr/>
            <p:nvPr/>
          </p:nvSpPr>
          <p:spPr>
            <a:xfrm>
              <a:off x="538750" y="1510100"/>
              <a:ext cx="54000" cy="924700"/>
            </a:xfrm>
            <a:custGeom>
              <a:avLst/>
              <a:gdLst/>
              <a:ahLst/>
              <a:cxnLst/>
              <a:rect l="l" t="t" r="r" b="b"/>
              <a:pathLst>
                <a:path w="2160" h="36988" extrusionOk="0">
                  <a:moveTo>
                    <a:pt x="159" y="1"/>
                  </a:moveTo>
                  <a:lnTo>
                    <a:pt x="99" y="21"/>
                  </a:lnTo>
                  <a:lnTo>
                    <a:pt x="40" y="40"/>
                  </a:lnTo>
                  <a:lnTo>
                    <a:pt x="0" y="100"/>
                  </a:lnTo>
                  <a:lnTo>
                    <a:pt x="0" y="159"/>
                  </a:lnTo>
                  <a:lnTo>
                    <a:pt x="0" y="219"/>
                  </a:lnTo>
                  <a:lnTo>
                    <a:pt x="40" y="278"/>
                  </a:lnTo>
                  <a:lnTo>
                    <a:pt x="79" y="298"/>
                  </a:lnTo>
                  <a:lnTo>
                    <a:pt x="119" y="318"/>
                  </a:lnTo>
                  <a:lnTo>
                    <a:pt x="119" y="3270"/>
                  </a:lnTo>
                  <a:lnTo>
                    <a:pt x="2080" y="5231"/>
                  </a:lnTo>
                  <a:lnTo>
                    <a:pt x="2080" y="36987"/>
                  </a:lnTo>
                  <a:lnTo>
                    <a:pt x="2159" y="36987"/>
                  </a:lnTo>
                  <a:lnTo>
                    <a:pt x="2159" y="5191"/>
                  </a:lnTo>
                  <a:lnTo>
                    <a:pt x="198" y="3230"/>
                  </a:lnTo>
                  <a:lnTo>
                    <a:pt x="198" y="318"/>
                  </a:lnTo>
                  <a:lnTo>
                    <a:pt x="258" y="298"/>
                  </a:lnTo>
                  <a:lnTo>
                    <a:pt x="297" y="278"/>
                  </a:lnTo>
                  <a:lnTo>
                    <a:pt x="317" y="219"/>
                  </a:lnTo>
                  <a:lnTo>
                    <a:pt x="337" y="159"/>
                  </a:lnTo>
                  <a:lnTo>
                    <a:pt x="317" y="100"/>
                  </a:lnTo>
                  <a:lnTo>
                    <a:pt x="277" y="40"/>
                  </a:lnTo>
                  <a:lnTo>
                    <a:pt x="218" y="21"/>
                  </a:lnTo>
                  <a:lnTo>
                    <a:pt x="159"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9"/>
            <p:cNvSpPr/>
            <p:nvPr/>
          </p:nvSpPr>
          <p:spPr>
            <a:xfrm>
              <a:off x="538750" y="1510100"/>
              <a:ext cx="54000" cy="924700"/>
            </a:xfrm>
            <a:custGeom>
              <a:avLst/>
              <a:gdLst/>
              <a:ahLst/>
              <a:cxnLst/>
              <a:rect l="l" t="t" r="r" b="b"/>
              <a:pathLst>
                <a:path w="2160" h="36988" fill="none" extrusionOk="0">
                  <a:moveTo>
                    <a:pt x="159" y="1"/>
                  </a:moveTo>
                  <a:lnTo>
                    <a:pt x="159" y="1"/>
                  </a:lnTo>
                  <a:lnTo>
                    <a:pt x="99" y="21"/>
                  </a:lnTo>
                  <a:lnTo>
                    <a:pt x="40" y="40"/>
                  </a:lnTo>
                  <a:lnTo>
                    <a:pt x="0" y="100"/>
                  </a:lnTo>
                  <a:lnTo>
                    <a:pt x="0" y="159"/>
                  </a:lnTo>
                  <a:lnTo>
                    <a:pt x="0" y="159"/>
                  </a:lnTo>
                  <a:lnTo>
                    <a:pt x="0" y="219"/>
                  </a:lnTo>
                  <a:lnTo>
                    <a:pt x="40" y="278"/>
                  </a:lnTo>
                  <a:lnTo>
                    <a:pt x="79" y="298"/>
                  </a:lnTo>
                  <a:lnTo>
                    <a:pt x="119" y="318"/>
                  </a:lnTo>
                  <a:lnTo>
                    <a:pt x="119" y="3270"/>
                  </a:lnTo>
                  <a:lnTo>
                    <a:pt x="2080" y="5231"/>
                  </a:lnTo>
                  <a:lnTo>
                    <a:pt x="2080" y="36987"/>
                  </a:lnTo>
                  <a:lnTo>
                    <a:pt x="2159" y="36987"/>
                  </a:lnTo>
                  <a:lnTo>
                    <a:pt x="2159" y="5191"/>
                  </a:lnTo>
                  <a:lnTo>
                    <a:pt x="198" y="3230"/>
                  </a:lnTo>
                  <a:lnTo>
                    <a:pt x="198" y="318"/>
                  </a:lnTo>
                  <a:lnTo>
                    <a:pt x="198" y="318"/>
                  </a:lnTo>
                  <a:lnTo>
                    <a:pt x="258" y="298"/>
                  </a:lnTo>
                  <a:lnTo>
                    <a:pt x="297" y="278"/>
                  </a:lnTo>
                  <a:lnTo>
                    <a:pt x="317" y="219"/>
                  </a:lnTo>
                  <a:lnTo>
                    <a:pt x="337" y="159"/>
                  </a:lnTo>
                  <a:lnTo>
                    <a:pt x="337" y="159"/>
                  </a:lnTo>
                  <a:lnTo>
                    <a:pt x="317" y="100"/>
                  </a:lnTo>
                  <a:lnTo>
                    <a:pt x="277" y="40"/>
                  </a:lnTo>
                  <a:lnTo>
                    <a:pt x="218" y="21"/>
                  </a:lnTo>
                  <a:lnTo>
                    <a:pt x="159"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9"/>
            <p:cNvSpPr/>
            <p:nvPr/>
          </p:nvSpPr>
          <p:spPr>
            <a:xfrm>
              <a:off x="516450" y="1278825"/>
              <a:ext cx="54025" cy="1155975"/>
            </a:xfrm>
            <a:custGeom>
              <a:avLst/>
              <a:gdLst/>
              <a:ahLst/>
              <a:cxnLst/>
              <a:rect l="l" t="t" r="r" b="b"/>
              <a:pathLst>
                <a:path w="2161" h="46239" extrusionOk="0">
                  <a:moveTo>
                    <a:pt x="159" y="0"/>
                  </a:moveTo>
                  <a:lnTo>
                    <a:pt x="100" y="20"/>
                  </a:lnTo>
                  <a:lnTo>
                    <a:pt x="40" y="60"/>
                  </a:lnTo>
                  <a:lnTo>
                    <a:pt x="1" y="99"/>
                  </a:lnTo>
                  <a:lnTo>
                    <a:pt x="1" y="179"/>
                  </a:lnTo>
                  <a:lnTo>
                    <a:pt x="1" y="218"/>
                  </a:lnTo>
                  <a:lnTo>
                    <a:pt x="20" y="278"/>
                  </a:lnTo>
                  <a:lnTo>
                    <a:pt x="60" y="297"/>
                  </a:lnTo>
                  <a:lnTo>
                    <a:pt x="119" y="337"/>
                  </a:lnTo>
                  <a:lnTo>
                    <a:pt x="119" y="12996"/>
                  </a:lnTo>
                  <a:lnTo>
                    <a:pt x="2081" y="14957"/>
                  </a:lnTo>
                  <a:lnTo>
                    <a:pt x="2081" y="46238"/>
                  </a:lnTo>
                  <a:lnTo>
                    <a:pt x="2160" y="46238"/>
                  </a:lnTo>
                  <a:lnTo>
                    <a:pt x="2160" y="14918"/>
                  </a:lnTo>
                  <a:lnTo>
                    <a:pt x="199" y="12956"/>
                  </a:lnTo>
                  <a:lnTo>
                    <a:pt x="199" y="337"/>
                  </a:lnTo>
                  <a:lnTo>
                    <a:pt x="258" y="297"/>
                  </a:lnTo>
                  <a:lnTo>
                    <a:pt x="298" y="278"/>
                  </a:lnTo>
                  <a:lnTo>
                    <a:pt x="318" y="218"/>
                  </a:lnTo>
                  <a:lnTo>
                    <a:pt x="318" y="179"/>
                  </a:lnTo>
                  <a:lnTo>
                    <a:pt x="318" y="99"/>
                  </a:lnTo>
                  <a:lnTo>
                    <a:pt x="278" y="60"/>
                  </a:lnTo>
                  <a:lnTo>
                    <a:pt x="219" y="20"/>
                  </a:lnTo>
                  <a:lnTo>
                    <a:pt x="159"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9"/>
            <p:cNvSpPr/>
            <p:nvPr/>
          </p:nvSpPr>
          <p:spPr>
            <a:xfrm>
              <a:off x="516450" y="1278825"/>
              <a:ext cx="54025" cy="1155975"/>
            </a:xfrm>
            <a:custGeom>
              <a:avLst/>
              <a:gdLst/>
              <a:ahLst/>
              <a:cxnLst/>
              <a:rect l="l" t="t" r="r" b="b"/>
              <a:pathLst>
                <a:path w="2161" h="46239" fill="none" extrusionOk="0">
                  <a:moveTo>
                    <a:pt x="159" y="0"/>
                  </a:moveTo>
                  <a:lnTo>
                    <a:pt x="159" y="0"/>
                  </a:lnTo>
                  <a:lnTo>
                    <a:pt x="100" y="20"/>
                  </a:lnTo>
                  <a:lnTo>
                    <a:pt x="40" y="60"/>
                  </a:lnTo>
                  <a:lnTo>
                    <a:pt x="1" y="99"/>
                  </a:lnTo>
                  <a:lnTo>
                    <a:pt x="1" y="179"/>
                  </a:lnTo>
                  <a:lnTo>
                    <a:pt x="1" y="179"/>
                  </a:lnTo>
                  <a:lnTo>
                    <a:pt x="1" y="218"/>
                  </a:lnTo>
                  <a:lnTo>
                    <a:pt x="20" y="278"/>
                  </a:lnTo>
                  <a:lnTo>
                    <a:pt x="60" y="297"/>
                  </a:lnTo>
                  <a:lnTo>
                    <a:pt x="119" y="337"/>
                  </a:lnTo>
                  <a:lnTo>
                    <a:pt x="119" y="12996"/>
                  </a:lnTo>
                  <a:lnTo>
                    <a:pt x="2081" y="14957"/>
                  </a:lnTo>
                  <a:lnTo>
                    <a:pt x="2081" y="46238"/>
                  </a:lnTo>
                  <a:lnTo>
                    <a:pt x="2160" y="46238"/>
                  </a:lnTo>
                  <a:lnTo>
                    <a:pt x="2160" y="14918"/>
                  </a:lnTo>
                  <a:lnTo>
                    <a:pt x="199" y="12956"/>
                  </a:lnTo>
                  <a:lnTo>
                    <a:pt x="199" y="337"/>
                  </a:lnTo>
                  <a:lnTo>
                    <a:pt x="199" y="337"/>
                  </a:lnTo>
                  <a:lnTo>
                    <a:pt x="258" y="297"/>
                  </a:lnTo>
                  <a:lnTo>
                    <a:pt x="298" y="278"/>
                  </a:lnTo>
                  <a:lnTo>
                    <a:pt x="318" y="218"/>
                  </a:lnTo>
                  <a:lnTo>
                    <a:pt x="318" y="179"/>
                  </a:lnTo>
                  <a:lnTo>
                    <a:pt x="318" y="179"/>
                  </a:lnTo>
                  <a:lnTo>
                    <a:pt x="318" y="99"/>
                  </a:lnTo>
                  <a:lnTo>
                    <a:pt x="278" y="60"/>
                  </a:lnTo>
                  <a:lnTo>
                    <a:pt x="219" y="20"/>
                  </a:lnTo>
                  <a:lnTo>
                    <a:pt x="159"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9"/>
            <p:cNvSpPr/>
            <p:nvPr/>
          </p:nvSpPr>
          <p:spPr>
            <a:xfrm>
              <a:off x="611550" y="1825100"/>
              <a:ext cx="8450" cy="609700"/>
            </a:xfrm>
            <a:custGeom>
              <a:avLst/>
              <a:gdLst/>
              <a:ahLst/>
              <a:cxnLst/>
              <a:rect l="l" t="t" r="r" b="b"/>
              <a:pathLst>
                <a:path w="338" h="24388" extrusionOk="0">
                  <a:moveTo>
                    <a:pt x="159" y="0"/>
                  </a:moveTo>
                  <a:lnTo>
                    <a:pt x="99" y="20"/>
                  </a:lnTo>
                  <a:lnTo>
                    <a:pt x="40" y="60"/>
                  </a:lnTo>
                  <a:lnTo>
                    <a:pt x="20" y="99"/>
                  </a:lnTo>
                  <a:lnTo>
                    <a:pt x="0" y="179"/>
                  </a:lnTo>
                  <a:lnTo>
                    <a:pt x="0" y="218"/>
                  </a:lnTo>
                  <a:lnTo>
                    <a:pt x="40" y="278"/>
                  </a:lnTo>
                  <a:lnTo>
                    <a:pt x="80" y="317"/>
                  </a:lnTo>
                  <a:lnTo>
                    <a:pt x="119" y="337"/>
                  </a:lnTo>
                  <a:lnTo>
                    <a:pt x="119" y="24387"/>
                  </a:lnTo>
                  <a:lnTo>
                    <a:pt x="198" y="24387"/>
                  </a:lnTo>
                  <a:lnTo>
                    <a:pt x="198" y="337"/>
                  </a:lnTo>
                  <a:lnTo>
                    <a:pt x="258" y="317"/>
                  </a:lnTo>
                  <a:lnTo>
                    <a:pt x="297" y="278"/>
                  </a:lnTo>
                  <a:lnTo>
                    <a:pt x="317" y="218"/>
                  </a:lnTo>
                  <a:lnTo>
                    <a:pt x="337" y="179"/>
                  </a:lnTo>
                  <a:lnTo>
                    <a:pt x="317" y="99"/>
                  </a:lnTo>
                  <a:lnTo>
                    <a:pt x="278" y="60"/>
                  </a:lnTo>
                  <a:lnTo>
                    <a:pt x="238" y="20"/>
                  </a:lnTo>
                  <a:lnTo>
                    <a:pt x="159"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9"/>
            <p:cNvSpPr/>
            <p:nvPr/>
          </p:nvSpPr>
          <p:spPr>
            <a:xfrm>
              <a:off x="611550" y="1825100"/>
              <a:ext cx="8450" cy="609700"/>
            </a:xfrm>
            <a:custGeom>
              <a:avLst/>
              <a:gdLst/>
              <a:ahLst/>
              <a:cxnLst/>
              <a:rect l="l" t="t" r="r" b="b"/>
              <a:pathLst>
                <a:path w="338" h="24388" fill="none" extrusionOk="0">
                  <a:moveTo>
                    <a:pt x="159" y="0"/>
                  </a:moveTo>
                  <a:lnTo>
                    <a:pt x="159" y="0"/>
                  </a:lnTo>
                  <a:lnTo>
                    <a:pt x="99" y="20"/>
                  </a:lnTo>
                  <a:lnTo>
                    <a:pt x="40" y="60"/>
                  </a:lnTo>
                  <a:lnTo>
                    <a:pt x="20" y="99"/>
                  </a:lnTo>
                  <a:lnTo>
                    <a:pt x="0" y="179"/>
                  </a:lnTo>
                  <a:lnTo>
                    <a:pt x="0" y="179"/>
                  </a:lnTo>
                  <a:lnTo>
                    <a:pt x="0" y="218"/>
                  </a:lnTo>
                  <a:lnTo>
                    <a:pt x="40" y="278"/>
                  </a:lnTo>
                  <a:lnTo>
                    <a:pt x="80" y="317"/>
                  </a:lnTo>
                  <a:lnTo>
                    <a:pt x="119" y="337"/>
                  </a:lnTo>
                  <a:lnTo>
                    <a:pt x="119" y="24387"/>
                  </a:lnTo>
                  <a:lnTo>
                    <a:pt x="198" y="24387"/>
                  </a:lnTo>
                  <a:lnTo>
                    <a:pt x="198" y="337"/>
                  </a:lnTo>
                  <a:lnTo>
                    <a:pt x="198" y="337"/>
                  </a:lnTo>
                  <a:lnTo>
                    <a:pt x="258" y="317"/>
                  </a:lnTo>
                  <a:lnTo>
                    <a:pt x="297" y="278"/>
                  </a:lnTo>
                  <a:lnTo>
                    <a:pt x="317" y="218"/>
                  </a:lnTo>
                  <a:lnTo>
                    <a:pt x="337" y="179"/>
                  </a:lnTo>
                  <a:lnTo>
                    <a:pt x="337" y="179"/>
                  </a:lnTo>
                  <a:lnTo>
                    <a:pt x="317" y="99"/>
                  </a:lnTo>
                  <a:lnTo>
                    <a:pt x="278" y="60"/>
                  </a:lnTo>
                  <a:lnTo>
                    <a:pt x="238" y="20"/>
                  </a:lnTo>
                  <a:lnTo>
                    <a:pt x="159"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9"/>
            <p:cNvSpPr/>
            <p:nvPr/>
          </p:nvSpPr>
          <p:spPr>
            <a:xfrm>
              <a:off x="926525" y="1733975"/>
              <a:ext cx="56000" cy="700825"/>
            </a:xfrm>
            <a:custGeom>
              <a:avLst/>
              <a:gdLst/>
              <a:ahLst/>
              <a:cxnLst/>
              <a:rect l="l" t="t" r="r" b="b"/>
              <a:pathLst>
                <a:path w="2240" h="28033" extrusionOk="0">
                  <a:moveTo>
                    <a:pt x="2061" y="0"/>
                  </a:moveTo>
                  <a:lnTo>
                    <a:pt x="2002" y="20"/>
                  </a:lnTo>
                  <a:lnTo>
                    <a:pt x="1942" y="40"/>
                  </a:lnTo>
                  <a:lnTo>
                    <a:pt x="1903" y="99"/>
                  </a:lnTo>
                  <a:lnTo>
                    <a:pt x="1903" y="159"/>
                  </a:lnTo>
                  <a:lnTo>
                    <a:pt x="1903" y="218"/>
                  </a:lnTo>
                  <a:lnTo>
                    <a:pt x="1923" y="258"/>
                  </a:lnTo>
                  <a:lnTo>
                    <a:pt x="1" y="2160"/>
                  </a:lnTo>
                  <a:lnTo>
                    <a:pt x="1" y="28032"/>
                  </a:lnTo>
                  <a:lnTo>
                    <a:pt x="80" y="28032"/>
                  </a:lnTo>
                  <a:lnTo>
                    <a:pt x="80" y="2199"/>
                  </a:lnTo>
                  <a:lnTo>
                    <a:pt x="1982" y="317"/>
                  </a:lnTo>
                  <a:lnTo>
                    <a:pt x="2022" y="337"/>
                  </a:lnTo>
                  <a:lnTo>
                    <a:pt x="2061" y="337"/>
                  </a:lnTo>
                  <a:lnTo>
                    <a:pt x="2121" y="317"/>
                  </a:lnTo>
                  <a:lnTo>
                    <a:pt x="2180" y="278"/>
                  </a:lnTo>
                  <a:lnTo>
                    <a:pt x="2220" y="238"/>
                  </a:lnTo>
                  <a:lnTo>
                    <a:pt x="2240" y="159"/>
                  </a:lnTo>
                  <a:lnTo>
                    <a:pt x="2220" y="99"/>
                  </a:lnTo>
                  <a:lnTo>
                    <a:pt x="2180" y="40"/>
                  </a:lnTo>
                  <a:lnTo>
                    <a:pt x="2121" y="20"/>
                  </a:lnTo>
                  <a:lnTo>
                    <a:pt x="2061"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9"/>
            <p:cNvSpPr/>
            <p:nvPr/>
          </p:nvSpPr>
          <p:spPr>
            <a:xfrm>
              <a:off x="926525" y="1733975"/>
              <a:ext cx="56000" cy="700825"/>
            </a:xfrm>
            <a:custGeom>
              <a:avLst/>
              <a:gdLst/>
              <a:ahLst/>
              <a:cxnLst/>
              <a:rect l="l" t="t" r="r" b="b"/>
              <a:pathLst>
                <a:path w="2240" h="28033" fill="none" extrusionOk="0">
                  <a:moveTo>
                    <a:pt x="2061" y="0"/>
                  </a:moveTo>
                  <a:lnTo>
                    <a:pt x="2061" y="0"/>
                  </a:lnTo>
                  <a:lnTo>
                    <a:pt x="2002" y="20"/>
                  </a:lnTo>
                  <a:lnTo>
                    <a:pt x="1942" y="40"/>
                  </a:lnTo>
                  <a:lnTo>
                    <a:pt x="1903" y="99"/>
                  </a:lnTo>
                  <a:lnTo>
                    <a:pt x="1903" y="159"/>
                  </a:lnTo>
                  <a:lnTo>
                    <a:pt x="1903" y="159"/>
                  </a:lnTo>
                  <a:lnTo>
                    <a:pt x="1903" y="218"/>
                  </a:lnTo>
                  <a:lnTo>
                    <a:pt x="1923" y="258"/>
                  </a:lnTo>
                  <a:lnTo>
                    <a:pt x="1" y="2160"/>
                  </a:lnTo>
                  <a:lnTo>
                    <a:pt x="1" y="28032"/>
                  </a:lnTo>
                  <a:lnTo>
                    <a:pt x="80" y="28032"/>
                  </a:lnTo>
                  <a:lnTo>
                    <a:pt x="80" y="2199"/>
                  </a:lnTo>
                  <a:lnTo>
                    <a:pt x="1982" y="317"/>
                  </a:lnTo>
                  <a:lnTo>
                    <a:pt x="1982" y="317"/>
                  </a:lnTo>
                  <a:lnTo>
                    <a:pt x="2022" y="337"/>
                  </a:lnTo>
                  <a:lnTo>
                    <a:pt x="2061" y="337"/>
                  </a:lnTo>
                  <a:lnTo>
                    <a:pt x="2061" y="337"/>
                  </a:lnTo>
                  <a:lnTo>
                    <a:pt x="2121" y="317"/>
                  </a:lnTo>
                  <a:lnTo>
                    <a:pt x="2180" y="278"/>
                  </a:lnTo>
                  <a:lnTo>
                    <a:pt x="2220" y="238"/>
                  </a:lnTo>
                  <a:lnTo>
                    <a:pt x="2240" y="159"/>
                  </a:lnTo>
                  <a:lnTo>
                    <a:pt x="2240" y="159"/>
                  </a:lnTo>
                  <a:lnTo>
                    <a:pt x="2220" y="99"/>
                  </a:lnTo>
                  <a:lnTo>
                    <a:pt x="2180" y="40"/>
                  </a:lnTo>
                  <a:lnTo>
                    <a:pt x="2121" y="20"/>
                  </a:lnTo>
                  <a:lnTo>
                    <a:pt x="2061"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9"/>
            <p:cNvSpPr/>
            <p:nvPr/>
          </p:nvSpPr>
          <p:spPr>
            <a:xfrm>
              <a:off x="472875" y="1899875"/>
              <a:ext cx="49550" cy="534925"/>
            </a:xfrm>
            <a:custGeom>
              <a:avLst/>
              <a:gdLst/>
              <a:ahLst/>
              <a:cxnLst/>
              <a:rect l="l" t="t" r="r" b="b"/>
              <a:pathLst>
                <a:path w="1982" h="21397" extrusionOk="0">
                  <a:moveTo>
                    <a:pt x="1744" y="1"/>
                  </a:moveTo>
                  <a:lnTo>
                    <a:pt x="1684" y="40"/>
                  </a:lnTo>
                  <a:lnTo>
                    <a:pt x="1664" y="100"/>
                  </a:lnTo>
                  <a:lnTo>
                    <a:pt x="1645" y="159"/>
                  </a:lnTo>
                  <a:lnTo>
                    <a:pt x="1645" y="199"/>
                  </a:lnTo>
                  <a:lnTo>
                    <a:pt x="1664" y="258"/>
                  </a:lnTo>
                  <a:lnTo>
                    <a:pt x="0" y="1922"/>
                  </a:lnTo>
                  <a:lnTo>
                    <a:pt x="0" y="3111"/>
                  </a:lnTo>
                  <a:lnTo>
                    <a:pt x="1763" y="4874"/>
                  </a:lnTo>
                  <a:lnTo>
                    <a:pt x="1763" y="21396"/>
                  </a:lnTo>
                  <a:lnTo>
                    <a:pt x="1862" y="21396"/>
                  </a:lnTo>
                  <a:lnTo>
                    <a:pt x="1862" y="4834"/>
                  </a:lnTo>
                  <a:lnTo>
                    <a:pt x="1862" y="2735"/>
                  </a:lnTo>
                  <a:lnTo>
                    <a:pt x="1902" y="2715"/>
                  </a:lnTo>
                  <a:lnTo>
                    <a:pt x="1942" y="2675"/>
                  </a:lnTo>
                  <a:lnTo>
                    <a:pt x="1962" y="2636"/>
                  </a:lnTo>
                  <a:lnTo>
                    <a:pt x="1981" y="2576"/>
                  </a:lnTo>
                  <a:lnTo>
                    <a:pt x="1962" y="2517"/>
                  </a:lnTo>
                  <a:lnTo>
                    <a:pt x="1922" y="2457"/>
                  </a:lnTo>
                  <a:lnTo>
                    <a:pt x="1882" y="2418"/>
                  </a:lnTo>
                  <a:lnTo>
                    <a:pt x="1744" y="2418"/>
                  </a:lnTo>
                  <a:lnTo>
                    <a:pt x="1684" y="2457"/>
                  </a:lnTo>
                  <a:lnTo>
                    <a:pt x="1664" y="2517"/>
                  </a:lnTo>
                  <a:lnTo>
                    <a:pt x="1645" y="2576"/>
                  </a:lnTo>
                  <a:lnTo>
                    <a:pt x="1645" y="2636"/>
                  </a:lnTo>
                  <a:lnTo>
                    <a:pt x="1684" y="2675"/>
                  </a:lnTo>
                  <a:lnTo>
                    <a:pt x="1724" y="2715"/>
                  </a:lnTo>
                  <a:lnTo>
                    <a:pt x="1763" y="2735"/>
                  </a:lnTo>
                  <a:lnTo>
                    <a:pt x="1763" y="4755"/>
                  </a:lnTo>
                  <a:lnTo>
                    <a:pt x="80" y="3071"/>
                  </a:lnTo>
                  <a:lnTo>
                    <a:pt x="80" y="1962"/>
                  </a:lnTo>
                  <a:lnTo>
                    <a:pt x="1744" y="298"/>
                  </a:lnTo>
                  <a:lnTo>
                    <a:pt x="1803" y="318"/>
                  </a:lnTo>
                  <a:lnTo>
                    <a:pt x="1882" y="318"/>
                  </a:lnTo>
                  <a:lnTo>
                    <a:pt x="1922" y="278"/>
                  </a:lnTo>
                  <a:lnTo>
                    <a:pt x="1962" y="219"/>
                  </a:lnTo>
                  <a:lnTo>
                    <a:pt x="1981" y="159"/>
                  </a:lnTo>
                  <a:lnTo>
                    <a:pt x="1962" y="100"/>
                  </a:lnTo>
                  <a:lnTo>
                    <a:pt x="1922" y="40"/>
                  </a:lnTo>
                  <a:lnTo>
                    <a:pt x="1882"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9"/>
            <p:cNvSpPr/>
            <p:nvPr/>
          </p:nvSpPr>
          <p:spPr>
            <a:xfrm>
              <a:off x="472875" y="1899875"/>
              <a:ext cx="49550" cy="534925"/>
            </a:xfrm>
            <a:custGeom>
              <a:avLst/>
              <a:gdLst/>
              <a:ahLst/>
              <a:cxnLst/>
              <a:rect l="l" t="t" r="r" b="b"/>
              <a:pathLst>
                <a:path w="1982" h="21397" fill="none" extrusionOk="0">
                  <a:moveTo>
                    <a:pt x="1803" y="1"/>
                  </a:moveTo>
                  <a:lnTo>
                    <a:pt x="1803" y="1"/>
                  </a:lnTo>
                  <a:lnTo>
                    <a:pt x="1744" y="1"/>
                  </a:lnTo>
                  <a:lnTo>
                    <a:pt x="1684" y="40"/>
                  </a:lnTo>
                  <a:lnTo>
                    <a:pt x="1664" y="100"/>
                  </a:lnTo>
                  <a:lnTo>
                    <a:pt x="1645" y="159"/>
                  </a:lnTo>
                  <a:lnTo>
                    <a:pt x="1645" y="159"/>
                  </a:lnTo>
                  <a:lnTo>
                    <a:pt x="1645" y="199"/>
                  </a:lnTo>
                  <a:lnTo>
                    <a:pt x="1664" y="258"/>
                  </a:lnTo>
                  <a:lnTo>
                    <a:pt x="0" y="1922"/>
                  </a:lnTo>
                  <a:lnTo>
                    <a:pt x="0" y="3111"/>
                  </a:lnTo>
                  <a:lnTo>
                    <a:pt x="1763" y="4874"/>
                  </a:lnTo>
                  <a:lnTo>
                    <a:pt x="1763" y="21396"/>
                  </a:lnTo>
                  <a:lnTo>
                    <a:pt x="1862" y="21396"/>
                  </a:lnTo>
                  <a:lnTo>
                    <a:pt x="1862" y="4834"/>
                  </a:lnTo>
                  <a:lnTo>
                    <a:pt x="1862" y="2735"/>
                  </a:lnTo>
                  <a:lnTo>
                    <a:pt x="1862" y="2735"/>
                  </a:lnTo>
                  <a:lnTo>
                    <a:pt x="1902" y="2715"/>
                  </a:lnTo>
                  <a:lnTo>
                    <a:pt x="1942" y="2675"/>
                  </a:lnTo>
                  <a:lnTo>
                    <a:pt x="1962" y="2636"/>
                  </a:lnTo>
                  <a:lnTo>
                    <a:pt x="1981" y="2576"/>
                  </a:lnTo>
                  <a:lnTo>
                    <a:pt x="1981" y="2576"/>
                  </a:lnTo>
                  <a:lnTo>
                    <a:pt x="1962" y="2517"/>
                  </a:lnTo>
                  <a:lnTo>
                    <a:pt x="1922" y="2457"/>
                  </a:lnTo>
                  <a:lnTo>
                    <a:pt x="1882" y="2418"/>
                  </a:lnTo>
                  <a:lnTo>
                    <a:pt x="1803" y="2418"/>
                  </a:lnTo>
                  <a:lnTo>
                    <a:pt x="1803" y="2418"/>
                  </a:lnTo>
                  <a:lnTo>
                    <a:pt x="1744" y="2418"/>
                  </a:lnTo>
                  <a:lnTo>
                    <a:pt x="1684" y="2457"/>
                  </a:lnTo>
                  <a:lnTo>
                    <a:pt x="1664" y="2517"/>
                  </a:lnTo>
                  <a:lnTo>
                    <a:pt x="1645" y="2576"/>
                  </a:lnTo>
                  <a:lnTo>
                    <a:pt x="1645" y="2576"/>
                  </a:lnTo>
                  <a:lnTo>
                    <a:pt x="1645" y="2636"/>
                  </a:lnTo>
                  <a:lnTo>
                    <a:pt x="1684" y="2675"/>
                  </a:lnTo>
                  <a:lnTo>
                    <a:pt x="1724" y="2715"/>
                  </a:lnTo>
                  <a:lnTo>
                    <a:pt x="1763" y="2735"/>
                  </a:lnTo>
                  <a:lnTo>
                    <a:pt x="1763" y="4755"/>
                  </a:lnTo>
                  <a:lnTo>
                    <a:pt x="80" y="3071"/>
                  </a:lnTo>
                  <a:lnTo>
                    <a:pt x="80" y="1962"/>
                  </a:lnTo>
                  <a:lnTo>
                    <a:pt x="1744" y="298"/>
                  </a:lnTo>
                  <a:lnTo>
                    <a:pt x="1744" y="298"/>
                  </a:lnTo>
                  <a:lnTo>
                    <a:pt x="1803" y="318"/>
                  </a:lnTo>
                  <a:lnTo>
                    <a:pt x="1803" y="318"/>
                  </a:lnTo>
                  <a:lnTo>
                    <a:pt x="1882" y="318"/>
                  </a:lnTo>
                  <a:lnTo>
                    <a:pt x="1922" y="278"/>
                  </a:lnTo>
                  <a:lnTo>
                    <a:pt x="1962" y="219"/>
                  </a:lnTo>
                  <a:lnTo>
                    <a:pt x="1981" y="159"/>
                  </a:lnTo>
                  <a:lnTo>
                    <a:pt x="1981" y="159"/>
                  </a:lnTo>
                  <a:lnTo>
                    <a:pt x="1962" y="100"/>
                  </a:lnTo>
                  <a:lnTo>
                    <a:pt x="1922" y="40"/>
                  </a:lnTo>
                  <a:lnTo>
                    <a:pt x="1882" y="1"/>
                  </a:lnTo>
                  <a:lnTo>
                    <a:pt x="1803"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9"/>
            <p:cNvSpPr/>
            <p:nvPr/>
          </p:nvSpPr>
          <p:spPr>
            <a:xfrm>
              <a:off x="635825" y="1904825"/>
              <a:ext cx="8425" cy="529975"/>
            </a:xfrm>
            <a:custGeom>
              <a:avLst/>
              <a:gdLst/>
              <a:ahLst/>
              <a:cxnLst/>
              <a:rect l="l" t="t" r="r" b="b"/>
              <a:pathLst>
                <a:path w="337" h="21199" extrusionOk="0">
                  <a:moveTo>
                    <a:pt x="119" y="1"/>
                  </a:moveTo>
                  <a:lnTo>
                    <a:pt x="59" y="40"/>
                  </a:lnTo>
                  <a:lnTo>
                    <a:pt x="20" y="100"/>
                  </a:lnTo>
                  <a:lnTo>
                    <a:pt x="0" y="159"/>
                  </a:lnTo>
                  <a:lnTo>
                    <a:pt x="20" y="219"/>
                  </a:lnTo>
                  <a:lnTo>
                    <a:pt x="40" y="258"/>
                  </a:lnTo>
                  <a:lnTo>
                    <a:pt x="79" y="298"/>
                  </a:lnTo>
                  <a:lnTo>
                    <a:pt x="139" y="318"/>
                  </a:lnTo>
                  <a:lnTo>
                    <a:pt x="139" y="21198"/>
                  </a:lnTo>
                  <a:lnTo>
                    <a:pt x="218" y="21198"/>
                  </a:lnTo>
                  <a:lnTo>
                    <a:pt x="218" y="318"/>
                  </a:lnTo>
                  <a:lnTo>
                    <a:pt x="277" y="298"/>
                  </a:lnTo>
                  <a:lnTo>
                    <a:pt x="317" y="258"/>
                  </a:lnTo>
                  <a:lnTo>
                    <a:pt x="337" y="219"/>
                  </a:lnTo>
                  <a:lnTo>
                    <a:pt x="337" y="159"/>
                  </a:lnTo>
                  <a:lnTo>
                    <a:pt x="337" y="100"/>
                  </a:lnTo>
                  <a:lnTo>
                    <a:pt x="297" y="40"/>
                  </a:lnTo>
                  <a:lnTo>
                    <a:pt x="238"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9"/>
            <p:cNvSpPr/>
            <p:nvPr/>
          </p:nvSpPr>
          <p:spPr>
            <a:xfrm>
              <a:off x="635825" y="1904825"/>
              <a:ext cx="8425" cy="529975"/>
            </a:xfrm>
            <a:custGeom>
              <a:avLst/>
              <a:gdLst/>
              <a:ahLst/>
              <a:cxnLst/>
              <a:rect l="l" t="t" r="r" b="b"/>
              <a:pathLst>
                <a:path w="337" h="21199" fill="none" extrusionOk="0">
                  <a:moveTo>
                    <a:pt x="178" y="1"/>
                  </a:moveTo>
                  <a:lnTo>
                    <a:pt x="178" y="1"/>
                  </a:lnTo>
                  <a:lnTo>
                    <a:pt x="119" y="1"/>
                  </a:lnTo>
                  <a:lnTo>
                    <a:pt x="59" y="40"/>
                  </a:lnTo>
                  <a:lnTo>
                    <a:pt x="20" y="100"/>
                  </a:lnTo>
                  <a:lnTo>
                    <a:pt x="0" y="159"/>
                  </a:lnTo>
                  <a:lnTo>
                    <a:pt x="0" y="159"/>
                  </a:lnTo>
                  <a:lnTo>
                    <a:pt x="20" y="219"/>
                  </a:lnTo>
                  <a:lnTo>
                    <a:pt x="40" y="258"/>
                  </a:lnTo>
                  <a:lnTo>
                    <a:pt x="79" y="298"/>
                  </a:lnTo>
                  <a:lnTo>
                    <a:pt x="139" y="318"/>
                  </a:lnTo>
                  <a:lnTo>
                    <a:pt x="139" y="21198"/>
                  </a:lnTo>
                  <a:lnTo>
                    <a:pt x="218" y="21198"/>
                  </a:lnTo>
                  <a:lnTo>
                    <a:pt x="218" y="318"/>
                  </a:lnTo>
                  <a:lnTo>
                    <a:pt x="218" y="318"/>
                  </a:lnTo>
                  <a:lnTo>
                    <a:pt x="277" y="298"/>
                  </a:lnTo>
                  <a:lnTo>
                    <a:pt x="317" y="258"/>
                  </a:lnTo>
                  <a:lnTo>
                    <a:pt x="337" y="219"/>
                  </a:lnTo>
                  <a:lnTo>
                    <a:pt x="337" y="159"/>
                  </a:lnTo>
                  <a:lnTo>
                    <a:pt x="337" y="159"/>
                  </a:lnTo>
                  <a:lnTo>
                    <a:pt x="337" y="100"/>
                  </a:lnTo>
                  <a:lnTo>
                    <a:pt x="297" y="40"/>
                  </a:lnTo>
                  <a:lnTo>
                    <a:pt x="238" y="1"/>
                  </a:lnTo>
                  <a:lnTo>
                    <a:pt x="178"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9"/>
            <p:cNvSpPr/>
            <p:nvPr/>
          </p:nvSpPr>
          <p:spPr>
            <a:xfrm>
              <a:off x="469900" y="1333800"/>
              <a:ext cx="78275" cy="1101000"/>
            </a:xfrm>
            <a:custGeom>
              <a:avLst/>
              <a:gdLst/>
              <a:ahLst/>
              <a:cxnLst/>
              <a:rect l="l" t="t" r="r" b="b"/>
              <a:pathLst>
                <a:path w="3131" h="44040" extrusionOk="0">
                  <a:moveTo>
                    <a:pt x="179" y="0"/>
                  </a:moveTo>
                  <a:lnTo>
                    <a:pt x="119" y="20"/>
                  </a:lnTo>
                  <a:lnTo>
                    <a:pt x="60" y="60"/>
                  </a:lnTo>
                  <a:lnTo>
                    <a:pt x="20" y="119"/>
                  </a:lnTo>
                  <a:lnTo>
                    <a:pt x="0" y="178"/>
                  </a:lnTo>
                  <a:lnTo>
                    <a:pt x="20" y="238"/>
                  </a:lnTo>
                  <a:lnTo>
                    <a:pt x="40" y="278"/>
                  </a:lnTo>
                  <a:lnTo>
                    <a:pt x="80" y="317"/>
                  </a:lnTo>
                  <a:lnTo>
                    <a:pt x="139" y="337"/>
                  </a:lnTo>
                  <a:lnTo>
                    <a:pt x="139" y="1684"/>
                  </a:lnTo>
                  <a:lnTo>
                    <a:pt x="1090" y="2635"/>
                  </a:lnTo>
                  <a:lnTo>
                    <a:pt x="1090" y="11272"/>
                  </a:lnTo>
                  <a:lnTo>
                    <a:pt x="3051" y="13234"/>
                  </a:lnTo>
                  <a:lnTo>
                    <a:pt x="3051" y="44039"/>
                  </a:lnTo>
                  <a:lnTo>
                    <a:pt x="3131" y="44039"/>
                  </a:lnTo>
                  <a:lnTo>
                    <a:pt x="3131" y="13194"/>
                  </a:lnTo>
                  <a:lnTo>
                    <a:pt x="1169" y="11233"/>
                  </a:lnTo>
                  <a:lnTo>
                    <a:pt x="1169" y="2595"/>
                  </a:lnTo>
                  <a:lnTo>
                    <a:pt x="218" y="1644"/>
                  </a:lnTo>
                  <a:lnTo>
                    <a:pt x="218" y="337"/>
                  </a:lnTo>
                  <a:lnTo>
                    <a:pt x="278" y="317"/>
                  </a:lnTo>
                  <a:lnTo>
                    <a:pt x="317" y="278"/>
                  </a:lnTo>
                  <a:lnTo>
                    <a:pt x="337" y="238"/>
                  </a:lnTo>
                  <a:lnTo>
                    <a:pt x="337" y="178"/>
                  </a:lnTo>
                  <a:lnTo>
                    <a:pt x="337" y="119"/>
                  </a:lnTo>
                  <a:lnTo>
                    <a:pt x="298" y="60"/>
                  </a:lnTo>
                  <a:lnTo>
                    <a:pt x="238" y="20"/>
                  </a:lnTo>
                  <a:lnTo>
                    <a:pt x="179"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9"/>
            <p:cNvSpPr/>
            <p:nvPr/>
          </p:nvSpPr>
          <p:spPr>
            <a:xfrm>
              <a:off x="469900" y="1333800"/>
              <a:ext cx="78275" cy="1101000"/>
            </a:xfrm>
            <a:custGeom>
              <a:avLst/>
              <a:gdLst/>
              <a:ahLst/>
              <a:cxnLst/>
              <a:rect l="l" t="t" r="r" b="b"/>
              <a:pathLst>
                <a:path w="3131" h="44040" fill="none" extrusionOk="0">
                  <a:moveTo>
                    <a:pt x="179" y="0"/>
                  </a:moveTo>
                  <a:lnTo>
                    <a:pt x="179" y="0"/>
                  </a:lnTo>
                  <a:lnTo>
                    <a:pt x="119" y="20"/>
                  </a:lnTo>
                  <a:lnTo>
                    <a:pt x="60" y="60"/>
                  </a:lnTo>
                  <a:lnTo>
                    <a:pt x="20" y="119"/>
                  </a:lnTo>
                  <a:lnTo>
                    <a:pt x="0" y="178"/>
                  </a:lnTo>
                  <a:lnTo>
                    <a:pt x="0" y="178"/>
                  </a:lnTo>
                  <a:lnTo>
                    <a:pt x="20" y="238"/>
                  </a:lnTo>
                  <a:lnTo>
                    <a:pt x="40" y="278"/>
                  </a:lnTo>
                  <a:lnTo>
                    <a:pt x="80" y="317"/>
                  </a:lnTo>
                  <a:lnTo>
                    <a:pt x="139" y="337"/>
                  </a:lnTo>
                  <a:lnTo>
                    <a:pt x="139" y="1684"/>
                  </a:lnTo>
                  <a:lnTo>
                    <a:pt x="1090" y="2635"/>
                  </a:lnTo>
                  <a:lnTo>
                    <a:pt x="1090" y="11272"/>
                  </a:lnTo>
                  <a:lnTo>
                    <a:pt x="3051" y="13234"/>
                  </a:lnTo>
                  <a:lnTo>
                    <a:pt x="3051" y="44039"/>
                  </a:lnTo>
                  <a:lnTo>
                    <a:pt x="3131" y="44039"/>
                  </a:lnTo>
                  <a:lnTo>
                    <a:pt x="3131" y="13194"/>
                  </a:lnTo>
                  <a:lnTo>
                    <a:pt x="1169" y="11233"/>
                  </a:lnTo>
                  <a:lnTo>
                    <a:pt x="1169" y="2595"/>
                  </a:lnTo>
                  <a:lnTo>
                    <a:pt x="218" y="1644"/>
                  </a:lnTo>
                  <a:lnTo>
                    <a:pt x="218" y="337"/>
                  </a:lnTo>
                  <a:lnTo>
                    <a:pt x="218" y="337"/>
                  </a:lnTo>
                  <a:lnTo>
                    <a:pt x="278" y="317"/>
                  </a:lnTo>
                  <a:lnTo>
                    <a:pt x="317" y="278"/>
                  </a:lnTo>
                  <a:lnTo>
                    <a:pt x="337" y="238"/>
                  </a:lnTo>
                  <a:lnTo>
                    <a:pt x="337" y="178"/>
                  </a:lnTo>
                  <a:lnTo>
                    <a:pt x="337" y="178"/>
                  </a:lnTo>
                  <a:lnTo>
                    <a:pt x="337" y="119"/>
                  </a:lnTo>
                  <a:lnTo>
                    <a:pt x="298" y="60"/>
                  </a:lnTo>
                  <a:lnTo>
                    <a:pt x="238" y="20"/>
                  </a:lnTo>
                  <a:lnTo>
                    <a:pt x="179"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9"/>
            <p:cNvSpPr/>
            <p:nvPr/>
          </p:nvSpPr>
          <p:spPr>
            <a:xfrm>
              <a:off x="868600" y="1090625"/>
              <a:ext cx="77775" cy="1344175"/>
            </a:xfrm>
            <a:custGeom>
              <a:avLst/>
              <a:gdLst/>
              <a:ahLst/>
              <a:cxnLst/>
              <a:rect l="l" t="t" r="r" b="b"/>
              <a:pathLst>
                <a:path w="3111" h="53767" extrusionOk="0">
                  <a:moveTo>
                    <a:pt x="2952" y="0"/>
                  </a:moveTo>
                  <a:lnTo>
                    <a:pt x="2892" y="20"/>
                  </a:lnTo>
                  <a:lnTo>
                    <a:pt x="2833" y="60"/>
                  </a:lnTo>
                  <a:lnTo>
                    <a:pt x="2793" y="99"/>
                  </a:lnTo>
                  <a:lnTo>
                    <a:pt x="2774" y="178"/>
                  </a:lnTo>
                  <a:lnTo>
                    <a:pt x="2793" y="218"/>
                  </a:lnTo>
                  <a:lnTo>
                    <a:pt x="2813" y="278"/>
                  </a:lnTo>
                  <a:lnTo>
                    <a:pt x="2853" y="317"/>
                  </a:lnTo>
                  <a:lnTo>
                    <a:pt x="2912" y="337"/>
                  </a:lnTo>
                  <a:lnTo>
                    <a:pt x="2912" y="1644"/>
                  </a:lnTo>
                  <a:lnTo>
                    <a:pt x="1961" y="2595"/>
                  </a:lnTo>
                  <a:lnTo>
                    <a:pt x="1961" y="11233"/>
                  </a:lnTo>
                  <a:lnTo>
                    <a:pt x="0" y="13194"/>
                  </a:lnTo>
                  <a:lnTo>
                    <a:pt x="0" y="53766"/>
                  </a:lnTo>
                  <a:lnTo>
                    <a:pt x="79" y="53766"/>
                  </a:lnTo>
                  <a:lnTo>
                    <a:pt x="79" y="13234"/>
                  </a:lnTo>
                  <a:lnTo>
                    <a:pt x="2041" y="11272"/>
                  </a:lnTo>
                  <a:lnTo>
                    <a:pt x="2041" y="2635"/>
                  </a:lnTo>
                  <a:lnTo>
                    <a:pt x="2991" y="1684"/>
                  </a:lnTo>
                  <a:lnTo>
                    <a:pt x="2991" y="337"/>
                  </a:lnTo>
                  <a:lnTo>
                    <a:pt x="3051" y="317"/>
                  </a:lnTo>
                  <a:lnTo>
                    <a:pt x="3091" y="278"/>
                  </a:lnTo>
                  <a:lnTo>
                    <a:pt x="3110" y="218"/>
                  </a:lnTo>
                  <a:lnTo>
                    <a:pt x="3110" y="178"/>
                  </a:lnTo>
                  <a:lnTo>
                    <a:pt x="3110" y="99"/>
                  </a:lnTo>
                  <a:lnTo>
                    <a:pt x="3071" y="60"/>
                  </a:lnTo>
                  <a:lnTo>
                    <a:pt x="3011" y="20"/>
                  </a:lnTo>
                  <a:lnTo>
                    <a:pt x="2952"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9"/>
            <p:cNvSpPr/>
            <p:nvPr/>
          </p:nvSpPr>
          <p:spPr>
            <a:xfrm>
              <a:off x="868600" y="1090625"/>
              <a:ext cx="77775" cy="1344175"/>
            </a:xfrm>
            <a:custGeom>
              <a:avLst/>
              <a:gdLst/>
              <a:ahLst/>
              <a:cxnLst/>
              <a:rect l="l" t="t" r="r" b="b"/>
              <a:pathLst>
                <a:path w="3111" h="53767" fill="none" extrusionOk="0">
                  <a:moveTo>
                    <a:pt x="2952" y="0"/>
                  </a:moveTo>
                  <a:lnTo>
                    <a:pt x="2952" y="0"/>
                  </a:lnTo>
                  <a:lnTo>
                    <a:pt x="2892" y="20"/>
                  </a:lnTo>
                  <a:lnTo>
                    <a:pt x="2833" y="60"/>
                  </a:lnTo>
                  <a:lnTo>
                    <a:pt x="2793" y="99"/>
                  </a:lnTo>
                  <a:lnTo>
                    <a:pt x="2774" y="178"/>
                  </a:lnTo>
                  <a:lnTo>
                    <a:pt x="2774" y="178"/>
                  </a:lnTo>
                  <a:lnTo>
                    <a:pt x="2793" y="218"/>
                  </a:lnTo>
                  <a:lnTo>
                    <a:pt x="2813" y="278"/>
                  </a:lnTo>
                  <a:lnTo>
                    <a:pt x="2853" y="317"/>
                  </a:lnTo>
                  <a:lnTo>
                    <a:pt x="2912" y="337"/>
                  </a:lnTo>
                  <a:lnTo>
                    <a:pt x="2912" y="1644"/>
                  </a:lnTo>
                  <a:lnTo>
                    <a:pt x="1961" y="2595"/>
                  </a:lnTo>
                  <a:lnTo>
                    <a:pt x="1961" y="11233"/>
                  </a:lnTo>
                  <a:lnTo>
                    <a:pt x="0" y="13194"/>
                  </a:lnTo>
                  <a:lnTo>
                    <a:pt x="0" y="53766"/>
                  </a:lnTo>
                  <a:lnTo>
                    <a:pt x="79" y="53766"/>
                  </a:lnTo>
                  <a:lnTo>
                    <a:pt x="79" y="13234"/>
                  </a:lnTo>
                  <a:lnTo>
                    <a:pt x="2041" y="11272"/>
                  </a:lnTo>
                  <a:lnTo>
                    <a:pt x="2041" y="2635"/>
                  </a:lnTo>
                  <a:lnTo>
                    <a:pt x="2991" y="1684"/>
                  </a:lnTo>
                  <a:lnTo>
                    <a:pt x="2991" y="337"/>
                  </a:lnTo>
                  <a:lnTo>
                    <a:pt x="2991" y="337"/>
                  </a:lnTo>
                  <a:lnTo>
                    <a:pt x="3051" y="317"/>
                  </a:lnTo>
                  <a:lnTo>
                    <a:pt x="3091" y="278"/>
                  </a:lnTo>
                  <a:lnTo>
                    <a:pt x="3110" y="218"/>
                  </a:lnTo>
                  <a:lnTo>
                    <a:pt x="3110" y="178"/>
                  </a:lnTo>
                  <a:lnTo>
                    <a:pt x="3110" y="178"/>
                  </a:lnTo>
                  <a:lnTo>
                    <a:pt x="3110" y="99"/>
                  </a:lnTo>
                  <a:lnTo>
                    <a:pt x="3071" y="60"/>
                  </a:lnTo>
                  <a:lnTo>
                    <a:pt x="3011" y="20"/>
                  </a:lnTo>
                  <a:lnTo>
                    <a:pt x="2952"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9"/>
            <p:cNvSpPr/>
            <p:nvPr/>
          </p:nvSpPr>
          <p:spPr>
            <a:xfrm>
              <a:off x="894350" y="1656700"/>
              <a:ext cx="49550" cy="778100"/>
            </a:xfrm>
            <a:custGeom>
              <a:avLst/>
              <a:gdLst/>
              <a:ahLst/>
              <a:cxnLst/>
              <a:rect l="l" t="t" r="r" b="b"/>
              <a:pathLst>
                <a:path w="1982" h="31124" extrusionOk="0">
                  <a:moveTo>
                    <a:pt x="159" y="1"/>
                  </a:moveTo>
                  <a:lnTo>
                    <a:pt x="99" y="21"/>
                  </a:lnTo>
                  <a:lnTo>
                    <a:pt x="40" y="40"/>
                  </a:lnTo>
                  <a:lnTo>
                    <a:pt x="20" y="100"/>
                  </a:lnTo>
                  <a:lnTo>
                    <a:pt x="0" y="159"/>
                  </a:lnTo>
                  <a:lnTo>
                    <a:pt x="20" y="238"/>
                  </a:lnTo>
                  <a:lnTo>
                    <a:pt x="40" y="278"/>
                  </a:lnTo>
                  <a:lnTo>
                    <a:pt x="99" y="318"/>
                  </a:lnTo>
                  <a:lnTo>
                    <a:pt x="159" y="337"/>
                  </a:lnTo>
                  <a:lnTo>
                    <a:pt x="218" y="337"/>
                  </a:lnTo>
                  <a:lnTo>
                    <a:pt x="258" y="318"/>
                  </a:lnTo>
                  <a:lnTo>
                    <a:pt x="1902" y="1962"/>
                  </a:lnTo>
                  <a:lnTo>
                    <a:pt x="1902" y="3071"/>
                  </a:lnTo>
                  <a:lnTo>
                    <a:pt x="218" y="4755"/>
                  </a:lnTo>
                  <a:lnTo>
                    <a:pt x="218" y="2735"/>
                  </a:lnTo>
                  <a:lnTo>
                    <a:pt x="258" y="2715"/>
                  </a:lnTo>
                  <a:lnTo>
                    <a:pt x="297" y="2675"/>
                  </a:lnTo>
                  <a:lnTo>
                    <a:pt x="317" y="2616"/>
                  </a:lnTo>
                  <a:lnTo>
                    <a:pt x="337" y="2576"/>
                  </a:lnTo>
                  <a:lnTo>
                    <a:pt x="317" y="2497"/>
                  </a:lnTo>
                  <a:lnTo>
                    <a:pt x="278" y="2457"/>
                  </a:lnTo>
                  <a:lnTo>
                    <a:pt x="238" y="2418"/>
                  </a:lnTo>
                  <a:lnTo>
                    <a:pt x="159" y="2398"/>
                  </a:lnTo>
                  <a:lnTo>
                    <a:pt x="99" y="2418"/>
                  </a:lnTo>
                  <a:lnTo>
                    <a:pt x="40" y="2457"/>
                  </a:lnTo>
                  <a:lnTo>
                    <a:pt x="20" y="2497"/>
                  </a:lnTo>
                  <a:lnTo>
                    <a:pt x="0" y="2576"/>
                  </a:lnTo>
                  <a:lnTo>
                    <a:pt x="0" y="2616"/>
                  </a:lnTo>
                  <a:lnTo>
                    <a:pt x="40" y="2675"/>
                  </a:lnTo>
                  <a:lnTo>
                    <a:pt x="79" y="2715"/>
                  </a:lnTo>
                  <a:lnTo>
                    <a:pt x="119" y="2735"/>
                  </a:lnTo>
                  <a:lnTo>
                    <a:pt x="119" y="31123"/>
                  </a:lnTo>
                  <a:lnTo>
                    <a:pt x="218" y="31123"/>
                  </a:lnTo>
                  <a:lnTo>
                    <a:pt x="218" y="4874"/>
                  </a:lnTo>
                  <a:lnTo>
                    <a:pt x="1981" y="3091"/>
                  </a:lnTo>
                  <a:lnTo>
                    <a:pt x="1981" y="1922"/>
                  </a:lnTo>
                  <a:lnTo>
                    <a:pt x="317" y="258"/>
                  </a:lnTo>
                  <a:lnTo>
                    <a:pt x="337" y="219"/>
                  </a:lnTo>
                  <a:lnTo>
                    <a:pt x="337" y="159"/>
                  </a:lnTo>
                  <a:lnTo>
                    <a:pt x="317" y="100"/>
                  </a:lnTo>
                  <a:lnTo>
                    <a:pt x="278" y="40"/>
                  </a:lnTo>
                  <a:lnTo>
                    <a:pt x="238" y="21"/>
                  </a:lnTo>
                  <a:lnTo>
                    <a:pt x="159"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9"/>
            <p:cNvSpPr/>
            <p:nvPr/>
          </p:nvSpPr>
          <p:spPr>
            <a:xfrm>
              <a:off x="894350" y="1656700"/>
              <a:ext cx="49550" cy="778100"/>
            </a:xfrm>
            <a:custGeom>
              <a:avLst/>
              <a:gdLst/>
              <a:ahLst/>
              <a:cxnLst/>
              <a:rect l="l" t="t" r="r" b="b"/>
              <a:pathLst>
                <a:path w="1982" h="31124" fill="none" extrusionOk="0">
                  <a:moveTo>
                    <a:pt x="159" y="1"/>
                  </a:moveTo>
                  <a:lnTo>
                    <a:pt x="159" y="1"/>
                  </a:lnTo>
                  <a:lnTo>
                    <a:pt x="159" y="1"/>
                  </a:lnTo>
                  <a:lnTo>
                    <a:pt x="159" y="1"/>
                  </a:lnTo>
                  <a:lnTo>
                    <a:pt x="99" y="21"/>
                  </a:lnTo>
                  <a:lnTo>
                    <a:pt x="40" y="40"/>
                  </a:lnTo>
                  <a:lnTo>
                    <a:pt x="20" y="100"/>
                  </a:lnTo>
                  <a:lnTo>
                    <a:pt x="0" y="159"/>
                  </a:lnTo>
                  <a:lnTo>
                    <a:pt x="0" y="159"/>
                  </a:lnTo>
                  <a:lnTo>
                    <a:pt x="20" y="238"/>
                  </a:lnTo>
                  <a:lnTo>
                    <a:pt x="40" y="278"/>
                  </a:lnTo>
                  <a:lnTo>
                    <a:pt x="99" y="318"/>
                  </a:lnTo>
                  <a:lnTo>
                    <a:pt x="159" y="337"/>
                  </a:lnTo>
                  <a:lnTo>
                    <a:pt x="159" y="337"/>
                  </a:lnTo>
                  <a:lnTo>
                    <a:pt x="218" y="337"/>
                  </a:lnTo>
                  <a:lnTo>
                    <a:pt x="258" y="318"/>
                  </a:lnTo>
                  <a:lnTo>
                    <a:pt x="1902" y="1962"/>
                  </a:lnTo>
                  <a:lnTo>
                    <a:pt x="1902" y="3071"/>
                  </a:lnTo>
                  <a:lnTo>
                    <a:pt x="218" y="4755"/>
                  </a:lnTo>
                  <a:lnTo>
                    <a:pt x="218" y="2735"/>
                  </a:lnTo>
                  <a:lnTo>
                    <a:pt x="218" y="2735"/>
                  </a:lnTo>
                  <a:lnTo>
                    <a:pt x="258" y="2715"/>
                  </a:lnTo>
                  <a:lnTo>
                    <a:pt x="297" y="2675"/>
                  </a:lnTo>
                  <a:lnTo>
                    <a:pt x="317" y="2616"/>
                  </a:lnTo>
                  <a:lnTo>
                    <a:pt x="337" y="2576"/>
                  </a:lnTo>
                  <a:lnTo>
                    <a:pt x="337" y="2576"/>
                  </a:lnTo>
                  <a:lnTo>
                    <a:pt x="317" y="2497"/>
                  </a:lnTo>
                  <a:lnTo>
                    <a:pt x="278" y="2457"/>
                  </a:lnTo>
                  <a:lnTo>
                    <a:pt x="238" y="2418"/>
                  </a:lnTo>
                  <a:lnTo>
                    <a:pt x="159" y="2398"/>
                  </a:lnTo>
                  <a:lnTo>
                    <a:pt x="159" y="2398"/>
                  </a:lnTo>
                  <a:lnTo>
                    <a:pt x="99" y="2418"/>
                  </a:lnTo>
                  <a:lnTo>
                    <a:pt x="40" y="2457"/>
                  </a:lnTo>
                  <a:lnTo>
                    <a:pt x="20" y="2497"/>
                  </a:lnTo>
                  <a:lnTo>
                    <a:pt x="0" y="2576"/>
                  </a:lnTo>
                  <a:lnTo>
                    <a:pt x="0" y="2576"/>
                  </a:lnTo>
                  <a:lnTo>
                    <a:pt x="0" y="2616"/>
                  </a:lnTo>
                  <a:lnTo>
                    <a:pt x="40" y="2675"/>
                  </a:lnTo>
                  <a:lnTo>
                    <a:pt x="79" y="2715"/>
                  </a:lnTo>
                  <a:lnTo>
                    <a:pt x="119" y="2735"/>
                  </a:lnTo>
                  <a:lnTo>
                    <a:pt x="119" y="31123"/>
                  </a:lnTo>
                  <a:lnTo>
                    <a:pt x="218" y="31123"/>
                  </a:lnTo>
                  <a:lnTo>
                    <a:pt x="218" y="4874"/>
                  </a:lnTo>
                  <a:lnTo>
                    <a:pt x="1981" y="3091"/>
                  </a:lnTo>
                  <a:lnTo>
                    <a:pt x="1981" y="1922"/>
                  </a:lnTo>
                  <a:lnTo>
                    <a:pt x="317" y="258"/>
                  </a:lnTo>
                  <a:lnTo>
                    <a:pt x="317" y="258"/>
                  </a:lnTo>
                  <a:lnTo>
                    <a:pt x="337" y="219"/>
                  </a:lnTo>
                  <a:lnTo>
                    <a:pt x="337" y="159"/>
                  </a:lnTo>
                  <a:lnTo>
                    <a:pt x="337" y="159"/>
                  </a:lnTo>
                  <a:lnTo>
                    <a:pt x="317" y="100"/>
                  </a:lnTo>
                  <a:lnTo>
                    <a:pt x="278" y="40"/>
                  </a:lnTo>
                  <a:lnTo>
                    <a:pt x="238" y="21"/>
                  </a:lnTo>
                  <a:lnTo>
                    <a:pt x="159"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9"/>
            <p:cNvSpPr/>
            <p:nvPr/>
          </p:nvSpPr>
          <p:spPr>
            <a:xfrm>
              <a:off x="614525" y="1073275"/>
              <a:ext cx="187725" cy="1361525"/>
            </a:xfrm>
            <a:custGeom>
              <a:avLst/>
              <a:gdLst/>
              <a:ahLst/>
              <a:cxnLst/>
              <a:rect l="l" t="t" r="r" b="b"/>
              <a:pathLst>
                <a:path w="7509" h="54461" extrusionOk="0">
                  <a:moveTo>
                    <a:pt x="5488" y="1"/>
                  </a:moveTo>
                  <a:lnTo>
                    <a:pt x="5428" y="21"/>
                  </a:lnTo>
                  <a:lnTo>
                    <a:pt x="5369" y="60"/>
                  </a:lnTo>
                  <a:lnTo>
                    <a:pt x="5349" y="120"/>
                  </a:lnTo>
                  <a:lnTo>
                    <a:pt x="5329" y="179"/>
                  </a:lnTo>
                  <a:lnTo>
                    <a:pt x="5329" y="239"/>
                  </a:lnTo>
                  <a:lnTo>
                    <a:pt x="5369" y="278"/>
                  </a:lnTo>
                  <a:lnTo>
                    <a:pt x="5408" y="318"/>
                  </a:lnTo>
                  <a:lnTo>
                    <a:pt x="5448" y="338"/>
                  </a:lnTo>
                  <a:lnTo>
                    <a:pt x="5448" y="8143"/>
                  </a:lnTo>
                  <a:lnTo>
                    <a:pt x="7409" y="10104"/>
                  </a:lnTo>
                  <a:lnTo>
                    <a:pt x="7409" y="17216"/>
                  </a:lnTo>
                  <a:lnTo>
                    <a:pt x="5448" y="19177"/>
                  </a:lnTo>
                  <a:lnTo>
                    <a:pt x="5448" y="27122"/>
                  </a:lnTo>
                  <a:lnTo>
                    <a:pt x="3011" y="29558"/>
                  </a:lnTo>
                  <a:lnTo>
                    <a:pt x="3011" y="34412"/>
                  </a:lnTo>
                  <a:lnTo>
                    <a:pt x="4418" y="35818"/>
                  </a:lnTo>
                  <a:lnTo>
                    <a:pt x="4418" y="39206"/>
                  </a:lnTo>
                  <a:lnTo>
                    <a:pt x="2060" y="36849"/>
                  </a:lnTo>
                  <a:lnTo>
                    <a:pt x="2060" y="28904"/>
                  </a:lnTo>
                  <a:lnTo>
                    <a:pt x="79" y="26943"/>
                  </a:lnTo>
                  <a:lnTo>
                    <a:pt x="79" y="19831"/>
                  </a:lnTo>
                  <a:lnTo>
                    <a:pt x="2060" y="17870"/>
                  </a:lnTo>
                  <a:lnTo>
                    <a:pt x="2060" y="10065"/>
                  </a:lnTo>
                  <a:lnTo>
                    <a:pt x="2100" y="10045"/>
                  </a:lnTo>
                  <a:lnTo>
                    <a:pt x="2140" y="10005"/>
                  </a:lnTo>
                  <a:lnTo>
                    <a:pt x="2179" y="9966"/>
                  </a:lnTo>
                  <a:lnTo>
                    <a:pt x="2179" y="9906"/>
                  </a:lnTo>
                  <a:lnTo>
                    <a:pt x="2160" y="9847"/>
                  </a:lnTo>
                  <a:lnTo>
                    <a:pt x="2140" y="9787"/>
                  </a:lnTo>
                  <a:lnTo>
                    <a:pt x="2080" y="9748"/>
                  </a:lnTo>
                  <a:lnTo>
                    <a:pt x="1942" y="9748"/>
                  </a:lnTo>
                  <a:lnTo>
                    <a:pt x="1902" y="9787"/>
                  </a:lnTo>
                  <a:lnTo>
                    <a:pt x="1862" y="9847"/>
                  </a:lnTo>
                  <a:lnTo>
                    <a:pt x="1843" y="9906"/>
                  </a:lnTo>
                  <a:lnTo>
                    <a:pt x="1862" y="9966"/>
                  </a:lnTo>
                  <a:lnTo>
                    <a:pt x="1882" y="10005"/>
                  </a:lnTo>
                  <a:lnTo>
                    <a:pt x="1922" y="10045"/>
                  </a:lnTo>
                  <a:lnTo>
                    <a:pt x="1961" y="10065"/>
                  </a:lnTo>
                  <a:lnTo>
                    <a:pt x="1961" y="17830"/>
                  </a:lnTo>
                  <a:lnTo>
                    <a:pt x="0" y="19792"/>
                  </a:lnTo>
                  <a:lnTo>
                    <a:pt x="0" y="26983"/>
                  </a:lnTo>
                  <a:lnTo>
                    <a:pt x="1961" y="28944"/>
                  </a:lnTo>
                  <a:lnTo>
                    <a:pt x="1961" y="36888"/>
                  </a:lnTo>
                  <a:lnTo>
                    <a:pt x="4418" y="39325"/>
                  </a:lnTo>
                  <a:lnTo>
                    <a:pt x="4418" y="54460"/>
                  </a:lnTo>
                  <a:lnTo>
                    <a:pt x="4497" y="54460"/>
                  </a:lnTo>
                  <a:lnTo>
                    <a:pt x="4497" y="39285"/>
                  </a:lnTo>
                  <a:lnTo>
                    <a:pt x="4497" y="33540"/>
                  </a:lnTo>
                  <a:lnTo>
                    <a:pt x="7508" y="30529"/>
                  </a:lnTo>
                  <a:lnTo>
                    <a:pt x="7508" y="20505"/>
                  </a:lnTo>
                  <a:lnTo>
                    <a:pt x="7409" y="20505"/>
                  </a:lnTo>
                  <a:lnTo>
                    <a:pt x="7409" y="30509"/>
                  </a:lnTo>
                  <a:lnTo>
                    <a:pt x="4497" y="33421"/>
                  </a:lnTo>
                  <a:lnTo>
                    <a:pt x="4497" y="32530"/>
                  </a:lnTo>
                  <a:lnTo>
                    <a:pt x="6518" y="30529"/>
                  </a:lnTo>
                  <a:lnTo>
                    <a:pt x="6518" y="23694"/>
                  </a:lnTo>
                  <a:lnTo>
                    <a:pt x="6439" y="23694"/>
                  </a:lnTo>
                  <a:lnTo>
                    <a:pt x="6439" y="30509"/>
                  </a:lnTo>
                  <a:lnTo>
                    <a:pt x="4418" y="32510"/>
                  </a:lnTo>
                  <a:lnTo>
                    <a:pt x="4418" y="35700"/>
                  </a:lnTo>
                  <a:lnTo>
                    <a:pt x="3091" y="34392"/>
                  </a:lnTo>
                  <a:lnTo>
                    <a:pt x="3091" y="29598"/>
                  </a:lnTo>
                  <a:lnTo>
                    <a:pt x="5547" y="27161"/>
                  </a:lnTo>
                  <a:lnTo>
                    <a:pt x="5547" y="19217"/>
                  </a:lnTo>
                  <a:lnTo>
                    <a:pt x="7508" y="17256"/>
                  </a:lnTo>
                  <a:lnTo>
                    <a:pt x="7508" y="10065"/>
                  </a:lnTo>
                  <a:lnTo>
                    <a:pt x="5547" y="8103"/>
                  </a:lnTo>
                  <a:lnTo>
                    <a:pt x="5547" y="338"/>
                  </a:lnTo>
                  <a:lnTo>
                    <a:pt x="5587" y="318"/>
                  </a:lnTo>
                  <a:lnTo>
                    <a:pt x="5626" y="278"/>
                  </a:lnTo>
                  <a:lnTo>
                    <a:pt x="5646" y="239"/>
                  </a:lnTo>
                  <a:lnTo>
                    <a:pt x="5666" y="179"/>
                  </a:lnTo>
                  <a:lnTo>
                    <a:pt x="5646" y="120"/>
                  </a:lnTo>
                  <a:lnTo>
                    <a:pt x="5607" y="60"/>
                  </a:lnTo>
                  <a:lnTo>
                    <a:pt x="5567" y="21"/>
                  </a:lnTo>
                  <a:lnTo>
                    <a:pt x="5488"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9"/>
            <p:cNvSpPr/>
            <p:nvPr/>
          </p:nvSpPr>
          <p:spPr>
            <a:xfrm>
              <a:off x="614525" y="1073275"/>
              <a:ext cx="187725" cy="1361525"/>
            </a:xfrm>
            <a:custGeom>
              <a:avLst/>
              <a:gdLst/>
              <a:ahLst/>
              <a:cxnLst/>
              <a:rect l="l" t="t" r="r" b="b"/>
              <a:pathLst>
                <a:path w="7509" h="54461" fill="none" extrusionOk="0">
                  <a:moveTo>
                    <a:pt x="5488" y="1"/>
                  </a:moveTo>
                  <a:lnTo>
                    <a:pt x="5488" y="1"/>
                  </a:lnTo>
                  <a:lnTo>
                    <a:pt x="5428" y="21"/>
                  </a:lnTo>
                  <a:lnTo>
                    <a:pt x="5369" y="60"/>
                  </a:lnTo>
                  <a:lnTo>
                    <a:pt x="5349" y="120"/>
                  </a:lnTo>
                  <a:lnTo>
                    <a:pt x="5329" y="179"/>
                  </a:lnTo>
                  <a:lnTo>
                    <a:pt x="5329" y="179"/>
                  </a:lnTo>
                  <a:lnTo>
                    <a:pt x="5329" y="239"/>
                  </a:lnTo>
                  <a:lnTo>
                    <a:pt x="5369" y="278"/>
                  </a:lnTo>
                  <a:lnTo>
                    <a:pt x="5408" y="318"/>
                  </a:lnTo>
                  <a:lnTo>
                    <a:pt x="5448" y="338"/>
                  </a:lnTo>
                  <a:lnTo>
                    <a:pt x="5448" y="8143"/>
                  </a:lnTo>
                  <a:lnTo>
                    <a:pt x="7409" y="10104"/>
                  </a:lnTo>
                  <a:lnTo>
                    <a:pt x="7409" y="17216"/>
                  </a:lnTo>
                  <a:lnTo>
                    <a:pt x="5448" y="19177"/>
                  </a:lnTo>
                  <a:lnTo>
                    <a:pt x="5448" y="27122"/>
                  </a:lnTo>
                  <a:lnTo>
                    <a:pt x="3011" y="29558"/>
                  </a:lnTo>
                  <a:lnTo>
                    <a:pt x="3011" y="34412"/>
                  </a:lnTo>
                  <a:lnTo>
                    <a:pt x="4418" y="35818"/>
                  </a:lnTo>
                  <a:lnTo>
                    <a:pt x="4418" y="39206"/>
                  </a:lnTo>
                  <a:lnTo>
                    <a:pt x="2060" y="36849"/>
                  </a:lnTo>
                  <a:lnTo>
                    <a:pt x="2060" y="28904"/>
                  </a:lnTo>
                  <a:lnTo>
                    <a:pt x="79" y="26943"/>
                  </a:lnTo>
                  <a:lnTo>
                    <a:pt x="79" y="19831"/>
                  </a:lnTo>
                  <a:lnTo>
                    <a:pt x="2060" y="17870"/>
                  </a:lnTo>
                  <a:lnTo>
                    <a:pt x="2060" y="10065"/>
                  </a:lnTo>
                  <a:lnTo>
                    <a:pt x="2060" y="10065"/>
                  </a:lnTo>
                  <a:lnTo>
                    <a:pt x="2100" y="10045"/>
                  </a:lnTo>
                  <a:lnTo>
                    <a:pt x="2140" y="10005"/>
                  </a:lnTo>
                  <a:lnTo>
                    <a:pt x="2179" y="9966"/>
                  </a:lnTo>
                  <a:lnTo>
                    <a:pt x="2179" y="9906"/>
                  </a:lnTo>
                  <a:lnTo>
                    <a:pt x="2179" y="9906"/>
                  </a:lnTo>
                  <a:lnTo>
                    <a:pt x="2160" y="9847"/>
                  </a:lnTo>
                  <a:lnTo>
                    <a:pt x="2140" y="9787"/>
                  </a:lnTo>
                  <a:lnTo>
                    <a:pt x="2080" y="9748"/>
                  </a:lnTo>
                  <a:lnTo>
                    <a:pt x="2021" y="9748"/>
                  </a:lnTo>
                  <a:lnTo>
                    <a:pt x="2021" y="9748"/>
                  </a:lnTo>
                  <a:lnTo>
                    <a:pt x="1942" y="9748"/>
                  </a:lnTo>
                  <a:lnTo>
                    <a:pt x="1902" y="9787"/>
                  </a:lnTo>
                  <a:lnTo>
                    <a:pt x="1862" y="9847"/>
                  </a:lnTo>
                  <a:lnTo>
                    <a:pt x="1843" y="9906"/>
                  </a:lnTo>
                  <a:lnTo>
                    <a:pt x="1843" y="9906"/>
                  </a:lnTo>
                  <a:lnTo>
                    <a:pt x="1862" y="9966"/>
                  </a:lnTo>
                  <a:lnTo>
                    <a:pt x="1882" y="10005"/>
                  </a:lnTo>
                  <a:lnTo>
                    <a:pt x="1922" y="10045"/>
                  </a:lnTo>
                  <a:lnTo>
                    <a:pt x="1961" y="10065"/>
                  </a:lnTo>
                  <a:lnTo>
                    <a:pt x="1961" y="17830"/>
                  </a:lnTo>
                  <a:lnTo>
                    <a:pt x="0" y="19792"/>
                  </a:lnTo>
                  <a:lnTo>
                    <a:pt x="0" y="26983"/>
                  </a:lnTo>
                  <a:lnTo>
                    <a:pt x="1961" y="28944"/>
                  </a:lnTo>
                  <a:lnTo>
                    <a:pt x="1961" y="36888"/>
                  </a:lnTo>
                  <a:lnTo>
                    <a:pt x="4418" y="39325"/>
                  </a:lnTo>
                  <a:lnTo>
                    <a:pt x="4418" y="54460"/>
                  </a:lnTo>
                  <a:lnTo>
                    <a:pt x="4497" y="54460"/>
                  </a:lnTo>
                  <a:lnTo>
                    <a:pt x="4497" y="39285"/>
                  </a:lnTo>
                  <a:lnTo>
                    <a:pt x="4497" y="33540"/>
                  </a:lnTo>
                  <a:lnTo>
                    <a:pt x="7508" y="30529"/>
                  </a:lnTo>
                  <a:lnTo>
                    <a:pt x="7508" y="20505"/>
                  </a:lnTo>
                  <a:lnTo>
                    <a:pt x="7409" y="20505"/>
                  </a:lnTo>
                  <a:lnTo>
                    <a:pt x="7409" y="30509"/>
                  </a:lnTo>
                  <a:lnTo>
                    <a:pt x="4497" y="33421"/>
                  </a:lnTo>
                  <a:lnTo>
                    <a:pt x="4497" y="32530"/>
                  </a:lnTo>
                  <a:lnTo>
                    <a:pt x="6518" y="30529"/>
                  </a:lnTo>
                  <a:lnTo>
                    <a:pt x="6518" y="23694"/>
                  </a:lnTo>
                  <a:lnTo>
                    <a:pt x="6439" y="23694"/>
                  </a:lnTo>
                  <a:lnTo>
                    <a:pt x="6439" y="30509"/>
                  </a:lnTo>
                  <a:lnTo>
                    <a:pt x="4418" y="32510"/>
                  </a:lnTo>
                  <a:lnTo>
                    <a:pt x="4418" y="35700"/>
                  </a:lnTo>
                  <a:lnTo>
                    <a:pt x="3091" y="34392"/>
                  </a:lnTo>
                  <a:lnTo>
                    <a:pt x="3091" y="29598"/>
                  </a:lnTo>
                  <a:lnTo>
                    <a:pt x="5547" y="27161"/>
                  </a:lnTo>
                  <a:lnTo>
                    <a:pt x="5547" y="19217"/>
                  </a:lnTo>
                  <a:lnTo>
                    <a:pt x="7508" y="17256"/>
                  </a:lnTo>
                  <a:lnTo>
                    <a:pt x="7508" y="10065"/>
                  </a:lnTo>
                  <a:lnTo>
                    <a:pt x="5547" y="8103"/>
                  </a:lnTo>
                  <a:lnTo>
                    <a:pt x="5547" y="338"/>
                  </a:lnTo>
                  <a:lnTo>
                    <a:pt x="5547" y="338"/>
                  </a:lnTo>
                  <a:lnTo>
                    <a:pt x="5587" y="318"/>
                  </a:lnTo>
                  <a:lnTo>
                    <a:pt x="5626" y="278"/>
                  </a:lnTo>
                  <a:lnTo>
                    <a:pt x="5646" y="239"/>
                  </a:lnTo>
                  <a:lnTo>
                    <a:pt x="5666" y="179"/>
                  </a:lnTo>
                  <a:lnTo>
                    <a:pt x="5666" y="179"/>
                  </a:lnTo>
                  <a:lnTo>
                    <a:pt x="5646" y="120"/>
                  </a:lnTo>
                  <a:lnTo>
                    <a:pt x="5607" y="60"/>
                  </a:lnTo>
                  <a:lnTo>
                    <a:pt x="5567" y="21"/>
                  </a:lnTo>
                  <a:lnTo>
                    <a:pt x="5488"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9"/>
            <p:cNvSpPr/>
            <p:nvPr/>
          </p:nvSpPr>
          <p:spPr>
            <a:xfrm>
              <a:off x="771025" y="1035650"/>
              <a:ext cx="129275" cy="1399150"/>
            </a:xfrm>
            <a:custGeom>
              <a:avLst/>
              <a:gdLst/>
              <a:ahLst/>
              <a:cxnLst/>
              <a:rect l="l" t="t" r="r" b="b"/>
              <a:pathLst>
                <a:path w="5171" h="55966" extrusionOk="0">
                  <a:moveTo>
                    <a:pt x="4953" y="0"/>
                  </a:moveTo>
                  <a:lnTo>
                    <a:pt x="4894" y="40"/>
                  </a:lnTo>
                  <a:lnTo>
                    <a:pt x="4854" y="99"/>
                  </a:lnTo>
                  <a:lnTo>
                    <a:pt x="4834" y="159"/>
                  </a:lnTo>
                  <a:lnTo>
                    <a:pt x="4854" y="218"/>
                  </a:lnTo>
                  <a:lnTo>
                    <a:pt x="4874" y="258"/>
                  </a:lnTo>
                  <a:lnTo>
                    <a:pt x="4913" y="297"/>
                  </a:lnTo>
                  <a:lnTo>
                    <a:pt x="4973" y="317"/>
                  </a:lnTo>
                  <a:lnTo>
                    <a:pt x="4973" y="12956"/>
                  </a:lnTo>
                  <a:lnTo>
                    <a:pt x="3012" y="14918"/>
                  </a:lnTo>
                  <a:lnTo>
                    <a:pt x="3012" y="32014"/>
                  </a:lnTo>
                  <a:lnTo>
                    <a:pt x="0" y="35006"/>
                  </a:lnTo>
                  <a:lnTo>
                    <a:pt x="0" y="55965"/>
                  </a:lnTo>
                  <a:lnTo>
                    <a:pt x="80" y="55965"/>
                  </a:lnTo>
                  <a:lnTo>
                    <a:pt x="80" y="35045"/>
                  </a:lnTo>
                  <a:lnTo>
                    <a:pt x="3091" y="32034"/>
                  </a:lnTo>
                  <a:lnTo>
                    <a:pt x="3091" y="14957"/>
                  </a:lnTo>
                  <a:lnTo>
                    <a:pt x="5052" y="12996"/>
                  </a:lnTo>
                  <a:lnTo>
                    <a:pt x="5052" y="317"/>
                  </a:lnTo>
                  <a:lnTo>
                    <a:pt x="5092" y="297"/>
                  </a:lnTo>
                  <a:lnTo>
                    <a:pt x="5131" y="258"/>
                  </a:lnTo>
                  <a:lnTo>
                    <a:pt x="5171" y="218"/>
                  </a:lnTo>
                  <a:lnTo>
                    <a:pt x="5171" y="159"/>
                  </a:lnTo>
                  <a:lnTo>
                    <a:pt x="5171" y="99"/>
                  </a:lnTo>
                  <a:lnTo>
                    <a:pt x="5131" y="40"/>
                  </a:lnTo>
                  <a:lnTo>
                    <a:pt x="5072" y="0"/>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9"/>
            <p:cNvSpPr/>
            <p:nvPr/>
          </p:nvSpPr>
          <p:spPr>
            <a:xfrm>
              <a:off x="771025" y="1035650"/>
              <a:ext cx="129275" cy="1399150"/>
            </a:xfrm>
            <a:custGeom>
              <a:avLst/>
              <a:gdLst/>
              <a:ahLst/>
              <a:cxnLst/>
              <a:rect l="l" t="t" r="r" b="b"/>
              <a:pathLst>
                <a:path w="5171" h="55966" fill="none" extrusionOk="0">
                  <a:moveTo>
                    <a:pt x="5012" y="0"/>
                  </a:moveTo>
                  <a:lnTo>
                    <a:pt x="5012" y="0"/>
                  </a:lnTo>
                  <a:lnTo>
                    <a:pt x="4953" y="0"/>
                  </a:lnTo>
                  <a:lnTo>
                    <a:pt x="4894" y="40"/>
                  </a:lnTo>
                  <a:lnTo>
                    <a:pt x="4854" y="99"/>
                  </a:lnTo>
                  <a:lnTo>
                    <a:pt x="4834" y="159"/>
                  </a:lnTo>
                  <a:lnTo>
                    <a:pt x="4834" y="159"/>
                  </a:lnTo>
                  <a:lnTo>
                    <a:pt x="4854" y="218"/>
                  </a:lnTo>
                  <a:lnTo>
                    <a:pt x="4874" y="258"/>
                  </a:lnTo>
                  <a:lnTo>
                    <a:pt x="4913" y="297"/>
                  </a:lnTo>
                  <a:lnTo>
                    <a:pt x="4973" y="317"/>
                  </a:lnTo>
                  <a:lnTo>
                    <a:pt x="4973" y="12956"/>
                  </a:lnTo>
                  <a:lnTo>
                    <a:pt x="3012" y="14918"/>
                  </a:lnTo>
                  <a:lnTo>
                    <a:pt x="3012" y="32014"/>
                  </a:lnTo>
                  <a:lnTo>
                    <a:pt x="0" y="35006"/>
                  </a:lnTo>
                  <a:lnTo>
                    <a:pt x="0" y="55965"/>
                  </a:lnTo>
                  <a:lnTo>
                    <a:pt x="80" y="55965"/>
                  </a:lnTo>
                  <a:lnTo>
                    <a:pt x="80" y="35045"/>
                  </a:lnTo>
                  <a:lnTo>
                    <a:pt x="3091" y="32034"/>
                  </a:lnTo>
                  <a:lnTo>
                    <a:pt x="3091" y="14957"/>
                  </a:lnTo>
                  <a:lnTo>
                    <a:pt x="5052" y="12996"/>
                  </a:lnTo>
                  <a:lnTo>
                    <a:pt x="5052" y="317"/>
                  </a:lnTo>
                  <a:lnTo>
                    <a:pt x="5052" y="317"/>
                  </a:lnTo>
                  <a:lnTo>
                    <a:pt x="5092" y="297"/>
                  </a:lnTo>
                  <a:lnTo>
                    <a:pt x="5131" y="258"/>
                  </a:lnTo>
                  <a:lnTo>
                    <a:pt x="5171" y="218"/>
                  </a:lnTo>
                  <a:lnTo>
                    <a:pt x="5171" y="159"/>
                  </a:lnTo>
                  <a:lnTo>
                    <a:pt x="5171" y="159"/>
                  </a:lnTo>
                  <a:lnTo>
                    <a:pt x="5171" y="99"/>
                  </a:lnTo>
                  <a:lnTo>
                    <a:pt x="5131" y="40"/>
                  </a:lnTo>
                  <a:lnTo>
                    <a:pt x="5072" y="0"/>
                  </a:lnTo>
                  <a:lnTo>
                    <a:pt x="5012" y="0"/>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9"/>
            <p:cNvSpPr/>
            <p:nvPr/>
          </p:nvSpPr>
          <p:spPr>
            <a:xfrm>
              <a:off x="747750" y="1264950"/>
              <a:ext cx="130275" cy="1169850"/>
            </a:xfrm>
            <a:custGeom>
              <a:avLst/>
              <a:gdLst/>
              <a:ahLst/>
              <a:cxnLst/>
              <a:rect l="l" t="t" r="r" b="b"/>
              <a:pathLst>
                <a:path w="5211" h="46794" extrusionOk="0">
                  <a:moveTo>
                    <a:pt x="5052" y="1"/>
                  </a:moveTo>
                  <a:lnTo>
                    <a:pt x="4973" y="20"/>
                  </a:lnTo>
                  <a:lnTo>
                    <a:pt x="4933" y="60"/>
                  </a:lnTo>
                  <a:lnTo>
                    <a:pt x="4893" y="100"/>
                  </a:lnTo>
                  <a:lnTo>
                    <a:pt x="4874" y="179"/>
                  </a:lnTo>
                  <a:lnTo>
                    <a:pt x="4874" y="218"/>
                  </a:lnTo>
                  <a:lnTo>
                    <a:pt x="4893" y="258"/>
                  </a:lnTo>
                  <a:lnTo>
                    <a:pt x="4953" y="317"/>
                  </a:lnTo>
                  <a:lnTo>
                    <a:pt x="4953" y="3349"/>
                  </a:lnTo>
                  <a:lnTo>
                    <a:pt x="2992" y="5310"/>
                  </a:lnTo>
                  <a:lnTo>
                    <a:pt x="2992" y="22882"/>
                  </a:lnTo>
                  <a:lnTo>
                    <a:pt x="0" y="25873"/>
                  </a:lnTo>
                  <a:lnTo>
                    <a:pt x="0" y="46793"/>
                  </a:lnTo>
                  <a:lnTo>
                    <a:pt x="99" y="46793"/>
                  </a:lnTo>
                  <a:lnTo>
                    <a:pt x="99" y="25913"/>
                  </a:lnTo>
                  <a:lnTo>
                    <a:pt x="3091" y="22921"/>
                  </a:lnTo>
                  <a:lnTo>
                    <a:pt x="3091" y="5349"/>
                  </a:lnTo>
                  <a:lnTo>
                    <a:pt x="5052" y="3388"/>
                  </a:lnTo>
                  <a:lnTo>
                    <a:pt x="5052" y="337"/>
                  </a:lnTo>
                  <a:lnTo>
                    <a:pt x="5111" y="317"/>
                  </a:lnTo>
                  <a:lnTo>
                    <a:pt x="5171" y="298"/>
                  </a:lnTo>
                  <a:lnTo>
                    <a:pt x="5191" y="238"/>
                  </a:lnTo>
                  <a:lnTo>
                    <a:pt x="5210" y="179"/>
                  </a:lnTo>
                  <a:lnTo>
                    <a:pt x="5191" y="100"/>
                  </a:lnTo>
                  <a:lnTo>
                    <a:pt x="5171" y="60"/>
                  </a:lnTo>
                  <a:lnTo>
                    <a:pt x="5111" y="20"/>
                  </a:lnTo>
                  <a:lnTo>
                    <a:pt x="5052" y="1"/>
                  </a:lnTo>
                  <a:close/>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9"/>
            <p:cNvSpPr/>
            <p:nvPr/>
          </p:nvSpPr>
          <p:spPr>
            <a:xfrm>
              <a:off x="747750" y="1264950"/>
              <a:ext cx="130275" cy="1169850"/>
            </a:xfrm>
            <a:custGeom>
              <a:avLst/>
              <a:gdLst/>
              <a:ahLst/>
              <a:cxnLst/>
              <a:rect l="l" t="t" r="r" b="b"/>
              <a:pathLst>
                <a:path w="5211" h="46794" fill="none" extrusionOk="0">
                  <a:moveTo>
                    <a:pt x="5052" y="1"/>
                  </a:moveTo>
                  <a:lnTo>
                    <a:pt x="5052" y="1"/>
                  </a:lnTo>
                  <a:lnTo>
                    <a:pt x="5052" y="1"/>
                  </a:lnTo>
                  <a:lnTo>
                    <a:pt x="5052" y="1"/>
                  </a:lnTo>
                  <a:lnTo>
                    <a:pt x="4973" y="20"/>
                  </a:lnTo>
                  <a:lnTo>
                    <a:pt x="4933" y="60"/>
                  </a:lnTo>
                  <a:lnTo>
                    <a:pt x="4893" y="100"/>
                  </a:lnTo>
                  <a:lnTo>
                    <a:pt x="4874" y="179"/>
                  </a:lnTo>
                  <a:lnTo>
                    <a:pt x="4874" y="179"/>
                  </a:lnTo>
                  <a:lnTo>
                    <a:pt x="4874" y="218"/>
                  </a:lnTo>
                  <a:lnTo>
                    <a:pt x="4893" y="258"/>
                  </a:lnTo>
                  <a:lnTo>
                    <a:pt x="4953" y="317"/>
                  </a:lnTo>
                  <a:lnTo>
                    <a:pt x="4953" y="3349"/>
                  </a:lnTo>
                  <a:lnTo>
                    <a:pt x="2992" y="5310"/>
                  </a:lnTo>
                  <a:lnTo>
                    <a:pt x="2992" y="22882"/>
                  </a:lnTo>
                  <a:lnTo>
                    <a:pt x="0" y="25873"/>
                  </a:lnTo>
                  <a:lnTo>
                    <a:pt x="0" y="46793"/>
                  </a:lnTo>
                  <a:lnTo>
                    <a:pt x="99" y="46793"/>
                  </a:lnTo>
                  <a:lnTo>
                    <a:pt x="99" y="25913"/>
                  </a:lnTo>
                  <a:lnTo>
                    <a:pt x="3091" y="22921"/>
                  </a:lnTo>
                  <a:lnTo>
                    <a:pt x="3091" y="5349"/>
                  </a:lnTo>
                  <a:lnTo>
                    <a:pt x="5052" y="3388"/>
                  </a:lnTo>
                  <a:lnTo>
                    <a:pt x="5052" y="337"/>
                  </a:lnTo>
                  <a:lnTo>
                    <a:pt x="5052" y="337"/>
                  </a:lnTo>
                  <a:lnTo>
                    <a:pt x="5111" y="317"/>
                  </a:lnTo>
                  <a:lnTo>
                    <a:pt x="5171" y="298"/>
                  </a:lnTo>
                  <a:lnTo>
                    <a:pt x="5191" y="238"/>
                  </a:lnTo>
                  <a:lnTo>
                    <a:pt x="5210" y="179"/>
                  </a:lnTo>
                  <a:lnTo>
                    <a:pt x="5210" y="179"/>
                  </a:lnTo>
                  <a:lnTo>
                    <a:pt x="5191" y="100"/>
                  </a:lnTo>
                  <a:lnTo>
                    <a:pt x="5171" y="60"/>
                  </a:lnTo>
                  <a:lnTo>
                    <a:pt x="5111" y="20"/>
                  </a:lnTo>
                  <a:lnTo>
                    <a:pt x="5052" y="1"/>
                  </a:lnTo>
                </a:path>
              </a:pathLst>
            </a:custGeom>
            <a:gradFill>
              <a:gsLst>
                <a:gs pos="0">
                  <a:schemeClr val="l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0" name="Google Shape;900;p9"/>
          <p:cNvGrpSpPr/>
          <p:nvPr/>
        </p:nvGrpSpPr>
        <p:grpSpPr>
          <a:xfrm rot="10800000">
            <a:off x="-260090" y="-1473110"/>
            <a:ext cx="3689134" cy="3227984"/>
            <a:chOff x="1067625" y="-1658125"/>
            <a:chExt cx="2887550" cy="2526600"/>
          </a:xfrm>
        </p:grpSpPr>
        <p:sp>
          <p:nvSpPr>
            <p:cNvPr id="901" name="Google Shape;901;p9"/>
            <p:cNvSpPr/>
            <p:nvPr/>
          </p:nvSpPr>
          <p:spPr>
            <a:xfrm>
              <a:off x="1067625" y="-1658125"/>
              <a:ext cx="2887550" cy="2526600"/>
            </a:xfrm>
            <a:custGeom>
              <a:avLst/>
              <a:gdLst/>
              <a:ahLst/>
              <a:cxnLst/>
              <a:rect l="l" t="t" r="r" b="b"/>
              <a:pathLst>
                <a:path w="115502" h="101064" extrusionOk="0">
                  <a:moveTo>
                    <a:pt x="49765" y="12202"/>
                  </a:moveTo>
                  <a:lnTo>
                    <a:pt x="49893" y="12585"/>
                  </a:lnTo>
                  <a:lnTo>
                    <a:pt x="50148" y="12905"/>
                  </a:lnTo>
                  <a:lnTo>
                    <a:pt x="50468" y="13097"/>
                  </a:lnTo>
                  <a:lnTo>
                    <a:pt x="50659" y="13160"/>
                  </a:lnTo>
                  <a:lnTo>
                    <a:pt x="50851" y="13224"/>
                  </a:lnTo>
                  <a:lnTo>
                    <a:pt x="51107" y="13160"/>
                  </a:lnTo>
                  <a:lnTo>
                    <a:pt x="51298" y="13097"/>
                  </a:lnTo>
                  <a:lnTo>
                    <a:pt x="56601" y="22232"/>
                  </a:lnTo>
                  <a:lnTo>
                    <a:pt x="56409" y="22423"/>
                  </a:lnTo>
                  <a:lnTo>
                    <a:pt x="56281" y="22615"/>
                  </a:lnTo>
                  <a:lnTo>
                    <a:pt x="56153" y="22871"/>
                  </a:lnTo>
                  <a:lnTo>
                    <a:pt x="56153" y="23126"/>
                  </a:lnTo>
                  <a:lnTo>
                    <a:pt x="56153" y="23382"/>
                  </a:lnTo>
                  <a:lnTo>
                    <a:pt x="56281" y="23637"/>
                  </a:lnTo>
                  <a:lnTo>
                    <a:pt x="56409" y="23829"/>
                  </a:lnTo>
                  <a:lnTo>
                    <a:pt x="56601" y="24021"/>
                  </a:lnTo>
                  <a:lnTo>
                    <a:pt x="51298" y="33156"/>
                  </a:lnTo>
                  <a:lnTo>
                    <a:pt x="51107" y="33092"/>
                  </a:lnTo>
                  <a:lnTo>
                    <a:pt x="50659" y="33092"/>
                  </a:lnTo>
                  <a:lnTo>
                    <a:pt x="50468" y="33156"/>
                  </a:lnTo>
                  <a:lnTo>
                    <a:pt x="50148" y="33347"/>
                  </a:lnTo>
                  <a:lnTo>
                    <a:pt x="49893" y="33667"/>
                  </a:lnTo>
                  <a:lnTo>
                    <a:pt x="49765" y="34050"/>
                  </a:lnTo>
                  <a:lnTo>
                    <a:pt x="39224" y="34050"/>
                  </a:lnTo>
                  <a:lnTo>
                    <a:pt x="39097" y="33667"/>
                  </a:lnTo>
                  <a:lnTo>
                    <a:pt x="38841" y="33347"/>
                  </a:lnTo>
                  <a:lnTo>
                    <a:pt x="38522" y="33156"/>
                  </a:lnTo>
                  <a:lnTo>
                    <a:pt x="38330" y="33092"/>
                  </a:lnTo>
                  <a:lnTo>
                    <a:pt x="37883" y="33092"/>
                  </a:lnTo>
                  <a:lnTo>
                    <a:pt x="37691" y="33156"/>
                  </a:lnTo>
                  <a:lnTo>
                    <a:pt x="32261" y="23765"/>
                  </a:lnTo>
                  <a:lnTo>
                    <a:pt x="32517" y="23637"/>
                  </a:lnTo>
                  <a:lnTo>
                    <a:pt x="32708" y="23382"/>
                  </a:lnTo>
                  <a:lnTo>
                    <a:pt x="32836" y="23126"/>
                  </a:lnTo>
                  <a:lnTo>
                    <a:pt x="32836" y="22807"/>
                  </a:lnTo>
                  <a:lnTo>
                    <a:pt x="32836" y="22615"/>
                  </a:lnTo>
                  <a:lnTo>
                    <a:pt x="32772" y="22360"/>
                  </a:lnTo>
                  <a:lnTo>
                    <a:pt x="32644" y="22168"/>
                  </a:lnTo>
                  <a:lnTo>
                    <a:pt x="32517" y="22040"/>
                  </a:lnTo>
                  <a:lnTo>
                    <a:pt x="37691" y="13097"/>
                  </a:lnTo>
                  <a:lnTo>
                    <a:pt x="37883" y="13160"/>
                  </a:lnTo>
                  <a:lnTo>
                    <a:pt x="38138" y="13224"/>
                  </a:lnTo>
                  <a:lnTo>
                    <a:pt x="38330" y="13160"/>
                  </a:lnTo>
                  <a:lnTo>
                    <a:pt x="38522" y="13097"/>
                  </a:lnTo>
                  <a:lnTo>
                    <a:pt x="38841" y="12905"/>
                  </a:lnTo>
                  <a:lnTo>
                    <a:pt x="39097" y="12585"/>
                  </a:lnTo>
                  <a:lnTo>
                    <a:pt x="39224" y="12202"/>
                  </a:lnTo>
                  <a:close/>
                  <a:moveTo>
                    <a:pt x="87967" y="12202"/>
                  </a:moveTo>
                  <a:lnTo>
                    <a:pt x="88031" y="12585"/>
                  </a:lnTo>
                  <a:lnTo>
                    <a:pt x="88287" y="12905"/>
                  </a:lnTo>
                  <a:lnTo>
                    <a:pt x="88606" y="13097"/>
                  </a:lnTo>
                  <a:lnTo>
                    <a:pt x="88798" y="13160"/>
                  </a:lnTo>
                  <a:lnTo>
                    <a:pt x="88989" y="13224"/>
                  </a:lnTo>
                  <a:lnTo>
                    <a:pt x="89245" y="13160"/>
                  </a:lnTo>
                  <a:lnTo>
                    <a:pt x="89437" y="13097"/>
                  </a:lnTo>
                  <a:lnTo>
                    <a:pt x="94803" y="22360"/>
                  </a:lnTo>
                  <a:lnTo>
                    <a:pt x="94675" y="22487"/>
                  </a:lnTo>
                  <a:lnTo>
                    <a:pt x="94547" y="22679"/>
                  </a:lnTo>
                  <a:lnTo>
                    <a:pt x="94483" y="22934"/>
                  </a:lnTo>
                  <a:lnTo>
                    <a:pt x="94483" y="23126"/>
                  </a:lnTo>
                  <a:lnTo>
                    <a:pt x="94483" y="23382"/>
                  </a:lnTo>
                  <a:lnTo>
                    <a:pt x="94547" y="23573"/>
                  </a:lnTo>
                  <a:lnTo>
                    <a:pt x="94675" y="23765"/>
                  </a:lnTo>
                  <a:lnTo>
                    <a:pt x="94803" y="23893"/>
                  </a:lnTo>
                  <a:lnTo>
                    <a:pt x="91864" y="29003"/>
                  </a:lnTo>
                  <a:lnTo>
                    <a:pt x="89437" y="33156"/>
                  </a:lnTo>
                  <a:lnTo>
                    <a:pt x="89245" y="33092"/>
                  </a:lnTo>
                  <a:lnTo>
                    <a:pt x="88798" y="33092"/>
                  </a:lnTo>
                  <a:lnTo>
                    <a:pt x="88606" y="33156"/>
                  </a:lnTo>
                  <a:lnTo>
                    <a:pt x="88287" y="33347"/>
                  </a:lnTo>
                  <a:lnTo>
                    <a:pt x="88031" y="33667"/>
                  </a:lnTo>
                  <a:lnTo>
                    <a:pt x="87967" y="34050"/>
                  </a:lnTo>
                  <a:lnTo>
                    <a:pt x="77363" y="34050"/>
                  </a:lnTo>
                  <a:lnTo>
                    <a:pt x="77235" y="33667"/>
                  </a:lnTo>
                  <a:lnTo>
                    <a:pt x="77043" y="33347"/>
                  </a:lnTo>
                  <a:lnTo>
                    <a:pt x="76660" y="33156"/>
                  </a:lnTo>
                  <a:lnTo>
                    <a:pt x="76468" y="33092"/>
                  </a:lnTo>
                  <a:lnTo>
                    <a:pt x="76085" y="33092"/>
                  </a:lnTo>
                  <a:lnTo>
                    <a:pt x="75829" y="33156"/>
                  </a:lnTo>
                  <a:lnTo>
                    <a:pt x="70527" y="24021"/>
                  </a:lnTo>
                  <a:lnTo>
                    <a:pt x="70719" y="23829"/>
                  </a:lnTo>
                  <a:lnTo>
                    <a:pt x="70910" y="23637"/>
                  </a:lnTo>
                  <a:lnTo>
                    <a:pt x="70974" y="23382"/>
                  </a:lnTo>
                  <a:lnTo>
                    <a:pt x="71038" y="23126"/>
                  </a:lnTo>
                  <a:lnTo>
                    <a:pt x="70974" y="22871"/>
                  </a:lnTo>
                  <a:lnTo>
                    <a:pt x="70910" y="22615"/>
                  </a:lnTo>
                  <a:lnTo>
                    <a:pt x="70719" y="22423"/>
                  </a:lnTo>
                  <a:lnTo>
                    <a:pt x="70527" y="22232"/>
                  </a:lnTo>
                  <a:lnTo>
                    <a:pt x="75702" y="13352"/>
                  </a:lnTo>
                  <a:lnTo>
                    <a:pt x="75829" y="13097"/>
                  </a:lnTo>
                  <a:lnTo>
                    <a:pt x="76085" y="13160"/>
                  </a:lnTo>
                  <a:lnTo>
                    <a:pt x="76277" y="13224"/>
                  </a:lnTo>
                  <a:lnTo>
                    <a:pt x="76468" y="13160"/>
                  </a:lnTo>
                  <a:lnTo>
                    <a:pt x="76660" y="13097"/>
                  </a:lnTo>
                  <a:lnTo>
                    <a:pt x="77043" y="12905"/>
                  </a:lnTo>
                  <a:lnTo>
                    <a:pt x="77235" y="12585"/>
                  </a:lnTo>
                  <a:lnTo>
                    <a:pt x="77363" y="12202"/>
                  </a:lnTo>
                  <a:close/>
                  <a:moveTo>
                    <a:pt x="68866" y="23254"/>
                  </a:moveTo>
                  <a:lnTo>
                    <a:pt x="68994" y="23637"/>
                  </a:lnTo>
                  <a:lnTo>
                    <a:pt x="69186" y="23957"/>
                  </a:lnTo>
                  <a:lnTo>
                    <a:pt x="69569" y="24148"/>
                  </a:lnTo>
                  <a:lnTo>
                    <a:pt x="69761" y="24212"/>
                  </a:lnTo>
                  <a:lnTo>
                    <a:pt x="70144" y="24212"/>
                  </a:lnTo>
                  <a:lnTo>
                    <a:pt x="70399" y="24084"/>
                  </a:lnTo>
                  <a:lnTo>
                    <a:pt x="75702" y="33284"/>
                  </a:lnTo>
                  <a:lnTo>
                    <a:pt x="75510" y="33411"/>
                  </a:lnTo>
                  <a:lnTo>
                    <a:pt x="75318" y="33667"/>
                  </a:lnTo>
                  <a:lnTo>
                    <a:pt x="75255" y="33858"/>
                  </a:lnTo>
                  <a:lnTo>
                    <a:pt x="75191" y="34178"/>
                  </a:lnTo>
                  <a:lnTo>
                    <a:pt x="75255" y="34433"/>
                  </a:lnTo>
                  <a:lnTo>
                    <a:pt x="75318" y="34625"/>
                  </a:lnTo>
                  <a:lnTo>
                    <a:pt x="75510" y="34881"/>
                  </a:lnTo>
                  <a:lnTo>
                    <a:pt x="75702" y="35008"/>
                  </a:lnTo>
                  <a:lnTo>
                    <a:pt x="75446" y="35392"/>
                  </a:lnTo>
                  <a:lnTo>
                    <a:pt x="70463" y="44080"/>
                  </a:lnTo>
                  <a:lnTo>
                    <a:pt x="70080" y="44080"/>
                  </a:lnTo>
                  <a:lnTo>
                    <a:pt x="69888" y="44144"/>
                  </a:lnTo>
                  <a:lnTo>
                    <a:pt x="69505" y="44335"/>
                  </a:lnTo>
                  <a:lnTo>
                    <a:pt x="69313" y="44655"/>
                  </a:lnTo>
                  <a:lnTo>
                    <a:pt x="69186" y="45038"/>
                  </a:lnTo>
                  <a:lnTo>
                    <a:pt x="58325" y="45038"/>
                  </a:lnTo>
                  <a:lnTo>
                    <a:pt x="58198" y="44655"/>
                  </a:lnTo>
                  <a:lnTo>
                    <a:pt x="57942" y="44335"/>
                  </a:lnTo>
                  <a:lnTo>
                    <a:pt x="57623" y="44144"/>
                  </a:lnTo>
                  <a:lnTo>
                    <a:pt x="57431" y="44080"/>
                  </a:lnTo>
                  <a:lnTo>
                    <a:pt x="56984" y="44080"/>
                  </a:lnTo>
                  <a:lnTo>
                    <a:pt x="56792" y="44208"/>
                  </a:lnTo>
                  <a:lnTo>
                    <a:pt x="51490" y="35008"/>
                  </a:lnTo>
                  <a:lnTo>
                    <a:pt x="51682" y="34881"/>
                  </a:lnTo>
                  <a:lnTo>
                    <a:pt x="51809" y="34625"/>
                  </a:lnTo>
                  <a:lnTo>
                    <a:pt x="51873" y="34433"/>
                  </a:lnTo>
                  <a:lnTo>
                    <a:pt x="51937" y="34178"/>
                  </a:lnTo>
                  <a:lnTo>
                    <a:pt x="51873" y="33858"/>
                  </a:lnTo>
                  <a:lnTo>
                    <a:pt x="51809" y="33667"/>
                  </a:lnTo>
                  <a:lnTo>
                    <a:pt x="51682" y="33411"/>
                  </a:lnTo>
                  <a:lnTo>
                    <a:pt x="51490" y="33284"/>
                  </a:lnTo>
                  <a:lnTo>
                    <a:pt x="56792" y="24084"/>
                  </a:lnTo>
                  <a:lnTo>
                    <a:pt x="56984" y="24148"/>
                  </a:lnTo>
                  <a:lnTo>
                    <a:pt x="57239" y="24212"/>
                  </a:lnTo>
                  <a:lnTo>
                    <a:pt x="57431" y="24148"/>
                  </a:lnTo>
                  <a:lnTo>
                    <a:pt x="57623" y="24148"/>
                  </a:lnTo>
                  <a:lnTo>
                    <a:pt x="57942" y="23893"/>
                  </a:lnTo>
                  <a:lnTo>
                    <a:pt x="58198" y="23637"/>
                  </a:lnTo>
                  <a:lnTo>
                    <a:pt x="58262" y="23254"/>
                  </a:lnTo>
                  <a:close/>
                  <a:moveTo>
                    <a:pt x="87967" y="34242"/>
                  </a:moveTo>
                  <a:lnTo>
                    <a:pt x="88031" y="34625"/>
                  </a:lnTo>
                  <a:lnTo>
                    <a:pt x="88287" y="34944"/>
                  </a:lnTo>
                  <a:lnTo>
                    <a:pt x="88606" y="35136"/>
                  </a:lnTo>
                  <a:lnTo>
                    <a:pt x="88798" y="35200"/>
                  </a:lnTo>
                  <a:lnTo>
                    <a:pt x="89245" y="35200"/>
                  </a:lnTo>
                  <a:lnTo>
                    <a:pt x="89437" y="35136"/>
                  </a:lnTo>
                  <a:lnTo>
                    <a:pt x="91034" y="37819"/>
                  </a:lnTo>
                  <a:lnTo>
                    <a:pt x="94803" y="44399"/>
                  </a:lnTo>
                  <a:lnTo>
                    <a:pt x="94675" y="44527"/>
                  </a:lnTo>
                  <a:lnTo>
                    <a:pt x="94547" y="44719"/>
                  </a:lnTo>
                  <a:lnTo>
                    <a:pt x="94483" y="44910"/>
                  </a:lnTo>
                  <a:lnTo>
                    <a:pt x="94483" y="45166"/>
                  </a:lnTo>
                  <a:lnTo>
                    <a:pt x="94483" y="45357"/>
                  </a:lnTo>
                  <a:lnTo>
                    <a:pt x="94547" y="45613"/>
                  </a:lnTo>
                  <a:lnTo>
                    <a:pt x="94675" y="45805"/>
                  </a:lnTo>
                  <a:lnTo>
                    <a:pt x="94803" y="45932"/>
                  </a:lnTo>
                  <a:lnTo>
                    <a:pt x="89437" y="55195"/>
                  </a:lnTo>
                  <a:lnTo>
                    <a:pt x="89245" y="55132"/>
                  </a:lnTo>
                  <a:lnTo>
                    <a:pt x="88989" y="55068"/>
                  </a:lnTo>
                  <a:lnTo>
                    <a:pt x="88798" y="55132"/>
                  </a:lnTo>
                  <a:lnTo>
                    <a:pt x="88606" y="55195"/>
                  </a:lnTo>
                  <a:lnTo>
                    <a:pt x="88287" y="55387"/>
                  </a:lnTo>
                  <a:lnTo>
                    <a:pt x="88031" y="55706"/>
                  </a:lnTo>
                  <a:lnTo>
                    <a:pt x="87967" y="56090"/>
                  </a:lnTo>
                  <a:lnTo>
                    <a:pt x="77363" y="56090"/>
                  </a:lnTo>
                  <a:lnTo>
                    <a:pt x="77235" y="55706"/>
                  </a:lnTo>
                  <a:lnTo>
                    <a:pt x="77043" y="55387"/>
                  </a:lnTo>
                  <a:lnTo>
                    <a:pt x="76660" y="55195"/>
                  </a:lnTo>
                  <a:lnTo>
                    <a:pt x="76468" y="55132"/>
                  </a:lnTo>
                  <a:lnTo>
                    <a:pt x="76277" y="55068"/>
                  </a:lnTo>
                  <a:lnTo>
                    <a:pt x="76085" y="55132"/>
                  </a:lnTo>
                  <a:lnTo>
                    <a:pt x="75893" y="55195"/>
                  </a:lnTo>
                  <a:lnTo>
                    <a:pt x="75702" y="55259"/>
                  </a:lnTo>
                  <a:lnTo>
                    <a:pt x="75510" y="55387"/>
                  </a:lnTo>
                  <a:lnTo>
                    <a:pt x="75382" y="55579"/>
                  </a:lnTo>
                  <a:lnTo>
                    <a:pt x="75318" y="55770"/>
                  </a:lnTo>
                  <a:lnTo>
                    <a:pt x="75255" y="55962"/>
                  </a:lnTo>
                  <a:lnTo>
                    <a:pt x="75191" y="56154"/>
                  </a:lnTo>
                  <a:lnTo>
                    <a:pt x="75255" y="56409"/>
                  </a:lnTo>
                  <a:lnTo>
                    <a:pt x="75318" y="56665"/>
                  </a:lnTo>
                  <a:lnTo>
                    <a:pt x="75510" y="56920"/>
                  </a:lnTo>
                  <a:lnTo>
                    <a:pt x="75702" y="57048"/>
                  </a:lnTo>
                  <a:lnTo>
                    <a:pt x="70336" y="66311"/>
                  </a:lnTo>
                  <a:lnTo>
                    <a:pt x="70144" y="66247"/>
                  </a:lnTo>
                  <a:lnTo>
                    <a:pt x="69888" y="66247"/>
                  </a:lnTo>
                  <a:lnTo>
                    <a:pt x="69505" y="66311"/>
                  </a:lnTo>
                  <a:lnTo>
                    <a:pt x="69186" y="66503"/>
                  </a:lnTo>
                  <a:lnTo>
                    <a:pt x="68994" y="66758"/>
                  </a:lnTo>
                  <a:lnTo>
                    <a:pt x="68866" y="67078"/>
                  </a:lnTo>
                  <a:lnTo>
                    <a:pt x="58325" y="67078"/>
                  </a:lnTo>
                  <a:lnTo>
                    <a:pt x="58198" y="66758"/>
                  </a:lnTo>
                  <a:lnTo>
                    <a:pt x="57942" y="66503"/>
                  </a:lnTo>
                  <a:lnTo>
                    <a:pt x="57623" y="66311"/>
                  </a:lnTo>
                  <a:lnTo>
                    <a:pt x="57303" y="66247"/>
                  </a:lnTo>
                  <a:lnTo>
                    <a:pt x="57048" y="66247"/>
                  </a:lnTo>
                  <a:lnTo>
                    <a:pt x="56856" y="66311"/>
                  </a:lnTo>
                  <a:lnTo>
                    <a:pt x="56664" y="66439"/>
                  </a:lnTo>
                  <a:lnTo>
                    <a:pt x="56537" y="66567"/>
                  </a:lnTo>
                  <a:lnTo>
                    <a:pt x="56409" y="66694"/>
                  </a:lnTo>
                  <a:lnTo>
                    <a:pt x="56281" y="66886"/>
                  </a:lnTo>
                  <a:lnTo>
                    <a:pt x="56217" y="67078"/>
                  </a:lnTo>
                  <a:lnTo>
                    <a:pt x="56217" y="67333"/>
                  </a:lnTo>
                  <a:lnTo>
                    <a:pt x="56217" y="67525"/>
                  </a:lnTo>
                  <a:lnTo>
                    <a:pt x="56281" y="67780"/>
                  </a:lnTo>
                  <a:lnTo>
                    <a:pt x="56409" y="67972"/>
                  </a:lnTo>
                  <a:lnTo>
                    <a:pt x="56537" y="68100"/>
                  </a:lnTo>
                  <a:lnTo>
                    <a:pt x="53534" y="73402"/>
                  </a:lnTo>
                  <a:lnTo>
                    <a:pt x="51298" y="77235"/>
                  </a:lnTo>
                  <a:lnTo>
                    <a:pt x="51107" y="77171"/>
                  </a:lnTo>
                  <a:lnTo>
                    <a:pt x="50851" y="77107"/>
                  </a:lnTo>
                  <a:lnTo>
                    <a:pt x="50659" y="77171"/>
                  </a:lnTo>
                  <a:lnTo>
                    <a:pt x="50468" y="77171"/>
                  </a:lnTo>
                  <a:lnTo>
                    <a:pt x="50148" y="77427"/>
                  </a:lnTo>
                  <a:lnTo>
                    <a:pt x="49893" y="77682"/>
                  </a:lnTo>
                  <a:lnTo>
                    <a:pt x="49765" y="78065"/>
                  </a:lnTo>
                  <a:lnTo>
                    <a:pt x="39224" y="78065"/>
                  </a:lnTo>
                  <a:lnTo>
                    <a:pt x="39160" y="77682"/>
                  </a:lnTo>
                  <a:lnTo>
                    <a:pt x="38905" y="77427"/>
                  </a:lnTo>
                  <a:lnTo>
                    <a:pt x="38586" y="77171"/>
                  </a:lnTo>
                  <a:lnTo>
                    <a:pt x="38394" y="77171"/>
                  </a:lnTo>
                  <a:lnTo>
                    <a:pt x="38202" y="77107"/>
                  </a:lnTo>
                  <a:lnTo>
                    <a:pt x="37947" y="77171"/>
                  </a:lnTo>
                  <a:lnTo>
                    <a:pt x="37691" y="77235"/>
                  </a:lnTo>
                  <a:lnTo>
                    <a:pt x="32389" y="68036"/>
                  </a:lnTo>
                  <a:lnTo>
                    <a:pt x="32580" y="67908"/>
                  </a:lnTo>
                  <a:lnTo>
                    <a:pt x="32708" y="67716"/>
                  </a:lnTo>
                  <a:lnTo>
                    <a:pt x="32836" y="67461"/>
                  </a:lnTo>
                  <a:lnTo>
                    <a:pt x="32836" y="67205"/>
                  </a:lnTo>
                  <a:lnTo>
                    <a:pt x="32836" y="66950"/>
                  </a:lnTo>
                  <a:lnTo>
                    <a:pt x="32708" y="66694"/>
                  </a:lnTo>
                  <a:lnTo>
                    <a:pt x="32580" y="66503"/>
                  </a:lnTo>
                  <a:lnTo>
                    <a:pt x="32389" y="66311"/>
                  </a:lnTo>
                  <a:lnTo>
                    <a:pt x="37691" y="57176"/>
                  </a:lnTo>
                  <a:lnTo>
                    <a:pt x="37883" y="57240"/>
                  </a:lnTo>
                  <a:lnTo>
                    <a:pt x="38330" y="57240"/>
                  </a:lnTo>
                  <a:lnTo>
                    <a:pt x="38586" y="57176"/>
                  </a:lnTo>
                  <a:lnTo>
                    <a:pt x="38713" y="57048"/>
                  </a:lnTo>
                  <a:lnTo>
                    <a:pt x="38905" y="56920"/>
                  </a:lnTo>
                  <a:lnTo>
                    <a:pt x="39033" y="56792"/>
                  </a:lnTo>
                  <a:lnTo>
                    <a:pt x="39160" y="56601"/>
                  </a:lnTo>
                  <a:lnTo>
                    <a:pt x="39224" y="56409"/>
                  </a:lnTo>
                  <a:lnTo>
                    <a:pt x="39224" y="56154"/>
                  </a:lnTo>
                  <a:lnTo>
                    <a:pt x="39224" y="55962"/>
                  </a:lnTo>
                  <a:lnTo>
                    <a:pt x="39160" y="55770"/>
                  </a:lnTo>
                  <a:lnTo>
                    <a:pt x="39033" y="55579"/>
                  </a:lnTo>
                  <a:lnTo>
                    <a:pt x="38905" y="55387"/>
                  </a:lnTo>
                  <a:lnTo>
                    <a:pt x="38713" y="55259"/>
                  </a:lnTo>
                  <a:lnTo>
                    <a:pt x="38586" y="55195"/>
                  </a:lnTo>
                  <a:lnTo>
                    <a:pt x="38330" y="55132"/>
                  </a:lnTo>
                  <a:lnTo>
                    <a:pt x="38138" y="55068"/>
                  </a:lnTo>
                  <a:lnTo>
                    <a:pt x="37947" y="55132"/>
                  </a:lnTo>
                  <a:lnTo>
                    <a:pt x="37691" y="55195"/>
                  </a:lnTo>
                  <a:lnTo>
                    <a:pt x="37563" y="55259"/>
                  </a:lnTo>
                  <a:lnTo>
                    <a:pt x="37372" y="55387"/>
                  </a:lnTo>
                  <a:lnTo>
                    <a:pt x="37244" y="55579"/>
                  </a:lnTo>
                  <a:lnTo>
                    <a:pt x="37116" y="55770"/>
                  </a:lnTo>
                  <a:lnTo>
                    <a:pt x="37052" y="55962"/>
                  </a:lnTo>
                  <a:lnTo>
                    <a:pt x="37052" y="56154"/>
                  </a:lnTo>
                  <a:lnTo>
                    <a:pt x="37116" y="56409"/>
                  </a:lnTo>
                  <a:lnTo>
                    <a:pt x="37180" y="56665"/>
                  </a:lnTo>
                  <a:lnTo>
                    <a:pt x="37308" y="56856"/>
                  </a:lnTo>
                  <a:lnTo>
                    <a:pt x="37499" y="57048"/>
                  </a:lnTo>
                  <a:lnTo>
                    <a:pt x="32197" y="66183"/>
                  </a:lnTo>
                  <a:lnTo>
                    <a:pt x="32006" y="66119"/>
                  </a:lnTo>
                  <a:lnTo>
                    <a:pt x="31558" y="66119"/>
                  </a:lnTo>
                  <a:lnTo>
                    <a:pt x="31367" y="66183"/>
                  </a:lnTo>
                  <a:lnTo>
                    <a:pt x="31047" y="66375"/>
                  </a:lnTo>
                  <a:lnTo>
                    <a:pt x="30792" y="66694"/>
                  </a:lnTo>
                  <a:lnTo>
                    <a:pt x="30728" y="67078"/>
                  </a:lnTo>
                  <a:lnTo>
                    <a:pt x="20187" y="67078"/>
                  </a:lnTo>
                  <a:lnTo>
                    <a:pt x="20059" y="66694"/>
                  </a:lnTo>
                  <a:lnTo>
                    <a:pt x="19804" y="66375"/>
                  </a:lnTo>
                  <a:lnTo>
                    <a:pt x="19484" y="66183"/>
                  </a:lnTo>
                  <a:lnTo>
                    <a:pt x="19293" y="66119"/>
                  </a:lnTo>
                  <a:lnTo>
                    <a:pt x="18846" y="66119"/>
                  </a:lnTo>
                  <a:lnTo>
                    <a:pt x="18590" y="66247"/>
                  </a:lnTo>
                  <a:lnTo>
                    <a:pt x="13288" y="57048"/>
                  </a:lnTo>
                  <a:lnTo>
                    <a:pt x="13543" y="56856"/>
                  </a:lnTo>
                  <a:lnTo>
                    <a:pt x="13735" y="56601"/>
                  </a:lnTo>
                  <a:lnTo>
                    <a:pt x="13863" y="56345"/>
                  </a:lnTo>
                  <a:lnTo>
                    <a:pt x="13927" y="56026"/>
                  </a:lnTo>
                  <a:lnTo>
                    <a:pt x="13927" y="55770"/>
                  </a:lnTo>
                  <a:lnTo>
                    <a:pt x="13799" y="55515"/>
                  </a:lnTo>
                  <a:lnTo>
                    <a:pt x="13607" y="55259"/>
                  </a:lnTo>
                  <a:lnTo>
                    <a:pt x="13415" y="55132"/>
                  </a:lnTo>
                  <a:lnTo>
                    <a:pt x="18654" y="46060"/>
                  </a:lnTo>
                  <a:lnTo>
                    <a:pt x="18973" y="46124"/>
                  </a:lnTo>
                  <a:lnTo>
                    <a:pt x="19357" y="46060"/>
                  </a:lnTo>
                  <a:lnTo>
                    <a:pt x="19676" y="45868"/>
                  </a:lnTo>
                  <a:lnTo>
                    <a:pt x="19932" y="45613"/>
                  </a:lnTo>
                  <a:lnTo>
                    <a:pt x="20059" y="45230"/>
                  </a:lnTo>
                  <a:lnTo>
                    <a:pt x="30728" y="45230"/>
                  </a:lnTo>
                  <a:lnTo>
                    <a:pt x="30792" y="45613"/>
                  </a:lnTo>
                  <a:lnTo>
                    <a:pt x="31047" y="45932"/>
                  </a:lnTo>
                  <a:lnTo>
                    <a:pt x="31367" y="46124"/>
                  </a:lnTo>
                  <a:lnTo>
                    <a:pt x="31558" y="46188"/>
                  </a:lnTo>
                  <a:lnTo>
                    <a:pt x="31750" y="46252"/>
                  </a:lnTo>
                  <a:lnTo>
                    <a:pt x="32006" y="46188"/>
                  </a:lnTo>
                  <a:lnTo>
                    <a:pt x="32197" y="46124"/>
                  </a:lnTo>
                  <a:lnTo>
                    <a:pt x="32389" y="46060"/>
                  </a:lnTo>
                  <a:lnTo>
                    <a:pt x="32517" y="45932"/>
                  </a:lnTo>
                  <a:lnTo>
                    <a:pt x="32644" y="45741"/>
                  </a:lnTo>
                  <a:lnTo>
                    <a:pt x="32772" y="45549"/>
                  </a:lnTo>
                  <a:lnTo>
                    <a:pt x="32836" y="45357"/>
                  </a:lnTo>
                  <a:lnTo>
                    <a:pt x="32836" y="45166"/>
                  </a:lnTo>
                  <a:lnTo>
                    <a:pt x="32836" y="44910"/>
                  </a:lnTo>
                  <a:lnTo>
                    <a:pt x="32708" y="44655"/>
                  </a:lnTo>
                  <a:lnTo>
                    <a:pt x="32580" y="44463"/>
                  </a:lnTo>
                  <a:lnTo>
                    <a:pt x="32389" y="44271"/>
                  </a:lnTo>
                  <a:lnTo>
                    <a:pt x="37372" y="35647"/>
                  </a:lnTo>
                  <a:lnTo>
                    <a:pt x="37691" y="35136"/>
                  </a:lnTo>
                  <a:lnTo>
                    <a:pt x="37883" y="35200"/>
                  </a:lnTo>
                  <a:lnTo>
                    <a:pt x="38330" y="35200"/>
                  </a:lnTo>
                  <a:lnTo>
                    <a:pt x="38522" y="35136"/>
                  </a:lnTo>
                  <a:lnTo>
                    <a:pt x="38841" y="34944"/>
                  </a:lnTo>
                  <a:lnTo>
                    <a:pt x="39097" y="34625"/>
                  </a:lnTo>
                  <a:lnTo>
                    <a:pt x="39224" y="34242"/>
                  </a:lnTo>
                  <a:lnTo>
                    <a:pt x="49765" y="34242"/>
                  </a:lnTo>
                  <a:lnTo>
                    <a:pt x="49893" y="34625"/>
                  </a:lnTo>
                  <a:lnTo>
                    <a:pt x="50148" y="34944"/>
                  </a:lnTo>
                  <a:lnTo>
                    <a:pt x="50468" y="35136"/>
                  </a:lnTo>
                  <a:lnTo>
                    <a:pt x="50659" y="35200"/>
                  </a:lnTo>
                  <a:lnTo>
                    <a:pt x="51107" y="35200"/>
                  </a:lnTo>
                  <a:lnTo>
                    <a:pt x="51298" y="35136"/>
                  </a:lnTo>
                  <a:lnTo>
                    <a:pt x="56601" y="44271"/>
                  </a:lnTo>
                  <a:lnTo>
                    <a:pt x="56409" y="44463"/>
                  </a:lnTo>
                  <a:lnTo>
                    <a:pt x="56281" y="44655"/>
                  </a:lnTo>
                  <a:lnTo>
                    <a:pt x="56153" y="44910"/>
                  </a:lnTo>
                  <a:lnTo>
                    <a:pt x="56153" y="45166"/>
                  </a:lnTo>
                  <a:lnTo>
                    <a:pt x="56153" y="45357"/>
                  </a:lnTo>
                  <a:lnTo>
                    <a:pt x="56217" y="45613"/>
                  </a:lnTo>
                  <a:lnTo>
                    <a:pt x="56345" y="45741"/>
                  </a:lnTo>
                  <a:lnTo>
                    <a:pt x="56473" y="45932"/>
                  </a:lnTo>
                  <a:lnTo>
                    <a:pt x="56601" y="46060"/>
                  </a:lnTo>
                  <a:lnTo>
                    <a:pt x="56792" y="46188"/>
                  </a:lnTo>
                  <a:lnTo>
                    <a:pt x="56984" y="46252"/>
                  </a:lnTo>
                  <a:lnTo>
                    <a:pt x="57431" y="46252"/>
                  </a:lnTo>
                  <a:lnTo>
                    <a:pt x="57623" y="46188"/>
                  </a:lnTo>
                  <a:lnTo>
                    <a:pt x="57942" y="45932"/>
                  </a:lnTo>
                  <a:lnTo>
                    <a:pt x="58198" y="45677"/>
                  </a:lnTo>
                  <a:lnTo>
                    <a:pt x="58325" y="45230"/>
                  </a:lnTo>
                  <a:lnTo>
                    <a:pt x="69186" y="45230"/>
                  </a:lnTo>
                  <a:lnTo>
                    <a:pt x="69313" y="45677"/>
                  </a:lnTo>
                  <a:lnTo>
                    <a:pt x="69505" y="45932"/>
                  </a:lnTo>
                  <a:lnTo>
                    <a:pt x="69888" y="46188"/>
                  </a:lnTo>
                  <a:lnTo>
                    <a:pt x="70080" y="46252"/>
                  </a:lnTo>
                  <a:lnTo>
                    <a:pt x="70463" y="46252"/>
                  </a:lnTo>
                  <a:lnTo>
                    <a:pt x="70655" y="46188"/>
                  </a:lnTo>
                  <a:lnTo>
                    <a:pt x="70847" y="46060"/>
                  </a:lnTo>
                  <a:lnTo>
                    <a:pt x="71038" y="45932"/>
                  </a:lnTo>
                  <a:lnTo>
                    <a:pt x="71166" y="45741"/>
                  </a:lnTo>
                  <a:lnTo>
                    <a:pt x="71230" y="45613"/>
                  </a:lnTo>
                  <a:lnTo>
                    <a:pt x="71294" y="45357"/>
                  </a:lnTo>
                  <a:lnTo>
                    <a:pt x="71358" y="45166"/>
                  </a:lnTo>
                  <a:lnTo>
                    <a:pt x="71294" y="44846"/>
                  </a:lnTo>
                  <a:lnTo>
                    <a:pt x="71166" y="44527"/>
                  </a:lnTo>
                  <a:lnTo>
                    <a:pt x="70910" y="44335"/>
                  </a:lnTo>
                  <a:lnTo>
                    <a:pt x="70655" y="44144"/>
                  </a:lnTo>
                  <a:lnTo>
                    <a:pt x="71294" y="43058"/>
                  </a:lnTo>
                  <a:lnTo>
                    <a:pt x="75829" y="35136"/>
                  </a:lnTo>
                  <a:lnTo>
                    <a:pt x="76085" y="35200"/>
                  </a:lnTo>
                  <a:lnTo>
                    <a:pt x="76468" y="35200"/>
                  </a:lnTo>
                  <a:lnTo>
                    <a:pt x="76660" y="35136"/>
                  </a:lnTo>
                  <a:lnTo>
                    <a:pt x="77043" y="34944"/>
                  </a:lnTo>
                  <a:lnTo>
                    <a:pt x="77235" y="34625"/>
                  </a:lnTo>
                  <a:lnTo>
                    <a:pt x="77363" y="34242"/>
                  </a:lnTo>
                  <a:close/>
                  <a:moveTo>
                    <a:pt x="69952" y="1"/>
                  </a:moveTo>
                  <a:lnTo>
                    <a:pt x="69761" y="64"/>
                  </a:lnTo>
                  <a:lnTo>
                    <a:pt x="69569" y="128"/>
                  </a:lnTo>
                  <a:lnTo>
                    <a:pt x="69186" y="320"/>
                  </a:lnTo>
                  <a:lnTo>
                    <a:pt x="68994" y="639"/>
                  </a:lnTo>
                  <a:lnTo>
                    <a:pt x="68866" y="1023"/>
                  </a:lnTo>
                  <a:lnTo>
                    <a:pt x="57239" y="1023"/>
                  </a:lnTo>
                  <a:lnTo>
                    <a:pt x="57239" y="1214"/>
                  </a:lnTo>
                  <a:lnTo>
                    <a:pt x="68866" y="1214"/>
                  </a:lnTo>
                  <a:lnTo>
                    <a:pt x="68994" y="1598"/>
                  </a:lnTo>
                  <a:lnTo>
                    <a:pt x="69186" y="1917"/>
                  </a:lnTo>
                  <a:lnTo>
                    <a:pt x="69569" y="2109"/>
                  </a:lnTo>
                  <a:lnTo>
                    <a:pt x="69761" y="2173"/>
                  </a:lnTo>
                  <a:lnTo>
                    <a:pt x="70144" y="2173"/>
                  </a:lnTo>
                  <a:lnTo>
                    <a:pt x="70399" y="2109"/>
                  </a:lnTo>
                  <a:lnTo>
                    <a:pt x="75702" y="11244"/>
                  </a:lnTo>
                  <a:lnTo>
                    <a:pt x="75510" y="11436"/>
                  </a:lnTo>
                  <a:lnTo>
                    <a:pt x="75318" y="11627"/>
                  </a:lnTo>
                  <a:lnTo>
                    <a:pt x="75255" y="11883"/>
                  </a:lnTo>
                  <a:lnTo>
                    <a:pt x="75191" y="12138"/>
                  </a:lnTo>
                  <a:lnTo>
                    <a:pt x="75255" y="12394"/>
                  </a:lnTo>
                  <a:lnTo>
                    <a:pt x="75318" y="12649"/>
                  </a:lnTo>
                  <a:lnTo>
                    <a:pt x="75510" y="12841"/>
                  </a:lnTo>
                  <a:lnTo>
                    <a:pt x="75702" y="12969"/>
                  </a:lnTo>
                  <a:lnTo>
                    <a:pt x="73019" y="17568"/>
                  </a:lnTo>
                  <a:lnTo>
                    <a:pt x="70399" y="22168"/>
                  </a:lnTo>
                  <a:lnTo>
                    <a:pt x="70144" y="22104"/>
                  </a:lnTo>
                  <a:lnTo>
                    <a:pt x="69952" y="22040"/>
                  </a:lnTo>
                  <a:lnTo>
                    <a:pt x="69761" y="22040"/>
                  </a:lnTo>
                  <a:lnTo>
                    <a:pt x="69505" y="22104"/>
                  </a:lnTo>
                  <a:lnTo>
                    <a:pt x="69186" y="22360"/>
                  </a:lnTo>
                  <a:lnTo>
                    <a:pt x="68994" y="22679"/>
                  </a:lnTo>
                  <a:lnTo>
                    <a:pt x="68866" y="23062"/>
                  </a:lnTo>
                  <a:lnTo>
                    <a:pt x="58262" y="23062"/>
                  </a:lnTo>
                  <a:lnTo>
                    <a:pt x="58262" y="22807"/>
                  </a:lnTo>
                  <a:lnTo>
                    <a:pt x="58198" y="22615"/>
                  </a:lnTo>
                  <a:lnTo>
                    <a:pt x="57942" y="22296"/>
                  </a:lnTo>
                  <a:lnTo>
                    <a:pt x="57623" y="22104"/>
                  </a:lnTo>
                  <a:lnTo>
                    <a:pt x="57431" y="22040"/>
                  </a:lnTo>
                  <a:lnTo>
                    <a:pt x="56984" y="22040"/>
                  </a:lnTo>
                  <a:lnTo>
                    <a:pt x="56728" y="22168"/>
                  </a:lnTo>
                  <a:lnTo>
                    <a:pt x="55706" y="20379"/>
                  </a:lnTo>
                  <a:lnTo>
                    <a:pt x="51490" y="12969"/>
                  </a:lnTo>
                  <a:lnTo>
                    <a:pt x="51682" y="12841"/>
                  </a:lnTo>
                  <a:lnTo>
                    <a:pt x="51809" y="12649"/>
                  </a:lnTo>
                  <a:lnTo>
                    <a:pt x="51873" y="12394"/>
                  </a:lnTo>
                  <a:lnTo>
                    <a:pt x="51937" y="12138"/>
                  </a:lnTo>
                  <a:lnTo>
                    <a:pt x="51937" y="11883"/>
                  </a:lnTo>
                  <a:lnTo>
                    <a:pt x="51873" y="11691"/>
                  </a:lnTo>
                  <a:lnTo>
                    <a:pt x="51745" y="11499"/>
                  </a:lnTo>
                  <a:lnTo>
                    <a:pt x="51618" y="11372"/>
                  </a:lnTo>
                  <a:lnTo>
                    <a:pt x="51490" y="11244"/>
                  </a:lnTo>
                  <a:lnTo>
                    <a:pt x="51298" y="11116"/>
                  </a:lnTo>
                  <a:lnTo>
                    <a:pt x="51043" y="11052"/>
                  </a:lnTo>
                  <a:lnTo>
                    <a:pt x="50659" y="11052"/>
                  </a:lnTo>
                  <a:lnTo>
                    <a:pt x="50468" y="11116"/>
                  </a:lnTo>
                  <a:lnTo>
                    <a:pt x="50148" y="11308"/>
                  </a:lnTo>
                  <a:lnTo>
                    <a:pt x="49893" y="11627"/>
                  </a:lnTo>
                  <a:lnTo>
                    <a:pt x="49765" y="12011"/>
                  </a:lnTo>
                  <a:lnTo>
                    <a:pt x="39224" y="12011"/>
                  </a:lnTo>
                  <a:lnTo>
                    <a:pt x="39097" y="11627"/>
                  </a:lnTo>
                  <a:lnTo>
                    <a:pt x="38841" y="11308"/>
                  </a:lnTo>
                  <a:lnTo>
                    <a:pt x="38522" y="11116"/>
                  </a:lnTo>
                  <a:lnTo>
                    <a:pt x="38330" y="11052"/>
                  </a:lnTo>
                  <a:lnTo>
                    <a:pt x="37883" y="11052"/>
                  </a:lnTo>
                  <a:lnTo>
                    <a:pt x="37691" y="11116"/>
                  </a:lnTo>
                  <a:lnTo>
                    <a:pt x="31878" y="1023"/>
                  </a:lnTo>
                  <a:lnTo>
                    <a:pt x="31686" y="1150"/>
                  </a:lnTo>
                  <a:lnTo>
                    <a:pt x="37499" y="11244"/>
                  </a:lnTo>
                  <a:lnTo>
                    <a:pt x="37308" y="11436"/>
                  </a:lnTo>
                  <a:lnTo>
                    <a:pt x="37180" y="11627"/>
                  </a:lnTo>
                  <a:lnTo>
                    <a:pt x="37116" y="11883"/>
                  </a:lnTo>
                  <a:lnTo>
                    <a:pt x="37052" y="12138"/>
                  </a:lnTo>
                  <a:lnTo>
                    <a:pt x="37116" y="12394"/>
                  </a:lnTo>
                  <a:lnTo>
                    <a:pt x="37180" y="12649"/>
                  </a:lnTo>
                  <a:lnTo>
                    <a:pt x="37308" y="12841"/>
                  </a:lnTo>
                  <a:lnTo>
                    <a:pt x="37499" y="12969"/>
                  </a:lnTo>
                  <a:lnTo>
                    <a:pt x="32389" y="21912"/>
                  </a:lnTo>
                  <a:lnTo>
                    <a:pt x="32069" y="21785"/>
                  </a:lnTo>
                  <a:lnTo>
                    <a:pt x="31750" y="21721"/>
                  </a:lnTo>
                  <a:lnTo>
                    <a:pt x="31558" y="21721"/>
                  </a:lnTo>
                  <a:lnTo>
                    <a:pt x="31367" y="21785"/>
                  </a:lnTo>
                  <a:lnTo>
                    <a:pt x="31175" y="21912"/>
                  </a:lnTo>
                  <a:lnTo>
                    <a:pt x="30983" y="22040"/>
                  </a:lnTo>
                  <a:lnTo>
                    <a:pt x="30856" y="22232"/>
                  </a:lnTo>
                  <a:lnTo>
                    <a:pt x="30792" y="22360"/>
                  </a:lnTo>
                  <a:lnTo>
                    <a:pt x="30728" y="22615"/>
                  </a:lnTo>
                  <a:lnTo>
                    <a:pt x="30728" y="22807"/>
                  </a:lnTo>
                  <a:lnTo>
                    <a:pt x="30728" y="23062"/>
                  </a:lnTo>
                  <a:lnTo>
                    <a:pt x="19037" y="23062"/>
                  </a:lnTo>
                  <a:lnTo>
                    <a:pt x="19037" y="23254"/>
                  </a:lnTo>
                  <a:lnTo>
                    <a:pt x="30792" y="23254"/>
                  </a:lnTo>
                  <a:lnTo>
                    <a:pt x="30920" y="23509"/>
                  </a:lnTo>
                  <a:lnTo>
                    <a:pt x="31175" y="23701"/>
                  </a:lnTo>
                  <a:lnTo>
                    <a:pt x="31431" y="23829"/>
                  </a:lnTo>
                  <a:lnTo>
                    <a:pt x="31750" y="23893"/>
                  </a:lnTo>
                  <a:lnTo>
                    <a:pt x="32069" y="23829"/>
                  </a:lnTo>
                  <a:lnTo>
                    <a:pt x="37499" y="33284"/>
                  </a:lnTo>
                  <a:lnTo>
                    <a:pt x="37308" y="33411"/>
                  </a:lnTo>
                  <a:lnTo>
                    <a:pt x="37180" y="33667"/>
                  </a:lnTo>
                  <a:lnTo>
                    <a:pt x="37116" y="33858"/>
                  </a:lnTo>
                  <a:lnTo>
                    <a:pt x="37052" y="34178"/>
                  </a:lnTo>
                  <a:lnTo>
                    <a:pt x="37116" y="34433"/>
                  </a:lnTo>
                  <a:lnTo>
                    <a:pt x="37180" y="34625"/>
                  </a:lnTo>
                  <a:lnTo>
                    <a:pt x="37308" y="34881"/>
                  </a:lnTo>
                  <a:lnTo>
                    <a:pt x="37499" y="35008"/>
                  </a:lnTo>
                  <a:lnTo>
                    <a:pt x="32580" y="43633"/>
                  </a:lnTo>
                  <a:lnTo>
                    <a:pt x="32261" y="44144"/>
                  </a:lnTo>
                  <a:lnTo>
                    <a:pt x="32006" y="44080"/>
                  </a:lnTo>
                  <a:lnTo>
                    <a:pt x="31558" y="44080"/>
                  </a:lnTo>
                  <a:lnTo>
                    <a:pt x="31367" y="44144"/>
                  </a:lnTo>
                  <a:lnTo>
                    <a:pt x="31047" y="44335"/>
                  </a:lnTo>
                  <a:lnTo>
                    <a:pt x="30792" y="44655"/>
                  </a:lnTo>
                  <a:lnTo>
                    <a:pt x="30728" y="45038"/>
                  </a:lnTo>
                  <a:lnTo>
                    <a:pt x="20059" y="45038"/>
                  </a:lnTo>
                  <a:lnTo>
                    <a:pt x="20059" y="44846"/>
                  </a:lnTo>
                  <a:lnTo>
                    <a:pt x="19995" y="44655"/>
                  </a:lnTo>
                  <a:lnTo>
                    <a:pt x="19868" y="44463"/>
                  </a:lnTo>
                  <a:lnTo>
                    <a:pt x="19740" y="44271"/>
                  </a:lnTo>
                  <a:lnTo>
                    <a:pt x="19612" y="44144"/>
                  </a:lnTo>
                  <a:lnTo>
                    <a:pt x="19421" y="44080"/>
                  </a:lnTo>
                  <a:lnTo>
                    <a:pt x="19229" y="44016"/>
                  </a:lnTo>
                  <a:lnTo>
                    <a:pt x="18973" y="43952"/>
                  </a:lnTo>
                  <a:lnTo>
                    <a:pt x="18782" y="44016"/>
                  </a:lnTo>
                  <a:lnTo>
                    <a:pt x="18526" y="44080"/>
                  </a:lnTo>
                  <a:lnTo>
                    <a:pt x="12777" y="34114"/>
                  </a:lnTo>
                  <a:lnTo>
                    <a:pt x="12585" y="34178"/>
                  </a:lnTo>
                  <a:lnTo>
                    <a:pt x="18398" y="44144"/>
                  </a:lnTo>
                  <a:lnTo>
                    <a:pt x="18207" y="44335"/>
                  </a:lnTo>
                  <a:lnTo>
                    <a:pt x="18015" y="44527"/>
                  </a:lnTo>
                  <a:lnTo>
                    <a:pt x="17951" y="44782"/>
                  </a:lnTo>
                  <a:lnTo>
                    <a:pt x="17887" y="45038"/>
                  </a:lnTo>
                  <a:lnTo>
                    <a:pt x="17951" y="45357"/>
                  </a:lnTo>
                  <a:lnTo>
                    <a:pt x="18079" y="45613"/>
                  </a:lnTo>
                  <a:lnTo>
                    <a:pt x="18207" y="45805"/>
                  </a:lnTo>
                  <a:lnTo>
                    <a:pt x="18462" y="45996"/>
                  </a:lnTo>
                  <a:lnTo>
                    <a:pt x="13224" y="55004"/>
                  </a:lnTo>
                  <a:lnTo>
                    <a:pt x="12841" y="54940"/>
                  </a:lnTo>
                  <a:lnTo>
                    <a:pt x="12649" y="55004"/>
                  </a:lnTo>
                  <a:lnTo>
                    <a:pt x="12457" y="55068"/>
                  </a:lnTo>
                  <a:lnTo>
                    <a:pt x="12266" y="55132"/>
                  </a:lnTo>
                  <a:lnTo>
                    <a:pt x="12074" y="55259"/>
                  </a:lnTo>
                  <a:lnTo>
                    <a:pt x="11946" y="55451"/>
                  </a:lnTo>
                  <a:lnTo>
                    <a:pt x="11882" y="55643"/>
                  </a:lnTo>
                  <a:lnTo>
                    <a:pt x="11818" y="55834"/>
                  </a:lnTo>
                  <a:lnTo>
                    <a:pt x="11755" y="56026"/>
                  </a:lnTo>
                  <a:lnTo>
                    <a:pt x="11755" y="56090"/>
                  </a:lnTo>
                  <a:lnTo>
                    <a:pt x="0" y="56090"/>
                  </a:lnTo>
                  <a:lnTo>
                    <a:pt x="0" y="56281"/>
                  </a:lnTo>
                  <a:lnTo>
                    <a:pt x="11818" y="56281"/>
                  </a:lnTo>
                  <a:lnTo>
                    <a:pt x="11946" y="56601"/>
                  </a:lnTo>
                  <a:lnTo>
                    <a:pt x="12138" y="56856"/>
                  </a:lnTo>
                  <a:lnTo>
                    <a:pt x="12457" y="57048"/>
                  </a:lnTo>
                  <a:lnTo>
                    <a:pt x="12841" y="57112"/>
                  </a:lnTo>
                  <a:lnTo>
                    <a:pt x="13096" y="57112"/>
                  </a:lnTo>
                  <a:lnTo>
                    <a:pt x="18462" y="66311"/>
                  </a:lnTo>
                  <a:lnTo>
                    <a:pt x="18271" y="66503"/>
                  </a:lnTo>
                  <a:lnTo>
                    <a:pt x="18143" y="66694"/>
                  </a:lnTo>
                  <a:lnTo>
                    <a:pt x="18015" y="66950"/>
                  </a:lnTo>
                  <a:lnTo>
                    <a:pt x="18015" y="67205"/>
                  </a:lnTo>
                  <a:lnTo>
                    <a:pt x="18015" y="67397"/>
                  </a:lnTo>
                  <a:lnTo>
                    <a:pt x="18079" y="67589"/>
                  </a:lnTo>
                  <a:lnTo>
                    <a:pt x="18207" y="67780"/>
                  </a:lnTo>
                  <a:lnTo>
                    <a:pt x="18335" y="67972"/>
                  </a:lnTo>
                  <a:lnTo>
                    <a:pt x="18462" y="68100"/>
                  </a:lnTo>
                  <a:lnTo>
                    <a:pt x="18654" y="68164"/>
                  </a:lnTo>
                  <a:lnTo>
                    <a:pt x="18846" y="68228"/>
                  </a:lnTo>
                  <a:lnTo>
                    <a:pt x="19101" y="68291"/>
                  </a:lnTo>
                  <a:lnTo>
                    <a:pt x="19293" y="68228"/>
                  </a:lnTo>
                  <a:lnTo>
                    <a:pt x="19484" y="68228"/>
                  </a:lnTo>
                  <a:lnTo>
                    <a:pt x="19804" y="67972"/>
                  </a:lnTo>
                  <a:lnTo>
                    <a:pt x="20059" y="67653"/>
                  </a:lnTo>
                  <a:lnTo>
                    <a:pt x="20187" y="67269"/>
                  </a:lnTo>
                  <a:lnTo>
                    <a:pt x="30728" y="67269"/>
                  </a:lnTo>
                  <a:lnTo>
                    <a:pt x="30792" y="67653"/>
                  </a:lnTo>
                  <a:lnTo>
                    <a:pt x="31047" y="67972"/>
                  </a:lnTo>
                  <a:lnTo>
                    <a:pt x="31367" y="68228"/>
                  </a:lnTo>
                  <a:lnTo>
                    <a:pt x="31558" y="68228"/>
                  </a:lnTo>
                  <a:lnTo>
                    <a:pt x="31750" y="68291"/>
                  </a:lnTo>
                  <a:lnTo>
                    <a:pt x="32006" y="68228"/>
                  </a:lnTo>
                  <a:lnTo>
                    <a:pt x="32197" y="68164"/>
                  </a:lnTo>
                  <a:lnTo>
                    <a:pt x="37499" y="77363"/>
                  </a:lnTo>
                  <a:lnTo>
                    <a:pt x="37372" y="77491"/>
                  </a:lnTo>
                  <a:lnTo>
                    <a:pt x="37244" y="77746"/>
                  </a:lnTo>
                  <a:lnTo>
                    <a:pt x="37116" y="77938"/>
                  </a:lnTo>
                  <a:lnTo>
                    <a:pt x="37116" y="78193"/>
                  </a:lnTo>
                  <a:lnTo>
                    <a:pt x="37116" y="78449"/>
                  </a:lnTo>
                  <a:lnTo>
                    <a:pt x="37244" y="78704"/>
                  </a:lnTo>
                  <a:lnTo>
                    <a:pt x="37372" y="78896"/>
                  </a:lnTo>
                  <a:lnTo>
                    <a:pt x="37499" y="79088"/>
                  </a:lnTo>
                  <a:lnTo>
                    <a:pt x="35072" y="83240"/>
                  </a:lnTo>
                  <a:lnTo>
                    <a:pt x="31750" y="89117"/>
                  </a:lnTo>
                  <a:lnTo>
                    <a:pt x="19037" y="89117"/>
                  </a:lnTo>
                  <a:lnTo>
                    <a:pt x="19037" y="89309"/>
                  </a:lnTo>
                  <a:lnTo>
                    <a:pt x="31750" y="89309"/>
                  </a:lnTo>
                  <a:lnTo>
                    <a:pt x="37436" y="99211"/>
                  </a:lnTo>
                  <a:lnTo>
                    <a:pt x="37308" y="99339"/>
                  </a:lnTo>
                  <a:lnTo>
                    <a:pt x="37180" y="99530"/>
                  </a:lnTo>
                  <a:lnTo>
                    <a:pt x="37116" y="99722"/>
                  </a:lnTo>
                  <a:lnTo>
                    <a:pt x="37116" y="99977"/>
                  </a:lnTo>
                  <a:lnTo>
                    <a:pt x="37116" y="100169"/>
                  </a:lnTo>
                  <a:lnTo>
                    <a:pt x="37180" y="100361"/>
                  </a:lnTo>
                  <a:lnTo>
                    <a:pt x="37308" y="100552"/>
                  </a:lnTo>
                  <a:lnTo>
                    <a:pt x="37436" y="100744"/>
                  </a:lnTo>
                  <a:lnTo>
                    <a:pt x="37563" y="100872"/>
                  </a:lnTo>
                  <a:lnTo>
                    <a:pt x="37755" y="100936"/>
                  </a:lnTo>
                  <a:lnTo>
                    <a:pt x="37947" y="100999"/>
                  </a:lnTo>
                  <a:lnTo>
                    <a:pt x="38202" y="101063"/>
                  </a:lnTo>
                  <a:lnTo>
                    <a:pt x="38394" y="100999"/>
                  </a:lnTo>
                  <a:lnTo>
                    <a:pt x="38586" y="100936"/>
                  </a:lnTo>
                  <a:lnTo>
                    <a:pt x="38777" y="100872"/>
                  </a:lnTo>
                  <a:lnTo>
                    <a:pt x="38969" y="100744"/>
                  </a:lnTo>
                  <a:lnTo>
                    <a:pt x="39097" y="100552"/>
                  </a:lnTo>
                  <a:lnTo>
                    <a:pt x="39160" y="100361"/>
                  </a:lnTo>
                  <a:lnTo>
                    <a:pt x="39224" y="100169"/>
                  </a:lnTo>
                  <a:lnTo>
                    <a:pt x="39288" y="99977"/>
                  </a:lnTo>
                  <a:lnTo>
                    <a:pt x="39224" y="99722"/>
                  </a:lnTo>
                  <a:lnTo>
                    <a:pt x="39160" y="99530"/>
                  </a:lnTo>
                  <a:lnTo>
                    <a:pt x="39097" y="99339"/>
                  </a:lnTo>
                  <a:lnTo>
                    <a:pt x="38969" y="99211"/>
                  </a:lnTo>
                  <a:lnTo>
                    <a:pt x="38777" y="99083"/>
                  </a:lnTo>
                  <a:lnTo>
                    <a:pt x="38586" y="98955"/>
                  </a:lnTo>
                  <a:lnTo>
                    <a:pt x="38394" y="98891"/>
                  </a:lnTo>
                  <a:lnTo>
                    <a:pt x="38202" y="98891"/>
                  </a:lnTo>
                  <a:lnTo>
                    <a:pt x="37883" y="98955"/>
                  </a:lnTo>
                  <a:lnTo>
                    <a:pt x="37563" y="99083"/>
                  </a:lnTo>
                  <a:lnTo>
                    <a:pt x="31878" y="89181"/>
                  </a:lnTo>
                  <a:lnTo>
                    <a:pt x="34689" y="84326"/>
                  </a:lnTo>
                  <a:lnTo>
                    <a:pt x="37691" y="79151"/>
                  </a:lnTo>
                  <a:lnTo>
                    <a:pt x="37947" y="79279"/>
                  </a:lnTo>
                  <a:lnTo>
                    <a:pt x="38394" y="79279"/>
                  </a:lnTo>
                  <a:lnTo>
                    <a:pt x="38586" y="79215"/>
                  </a:lnTo>
                  <a:lnTo>
                    <a:pt x="38905" y="79024"/>
                  </a:lnTo>
                  <a:lnTo>
                    <a:pt x="39160" y="78704"/>
                  </a:lnTo>
                  <a:lnTo>
                    <a:pt x="39224" y="78321"/>
                  </a:lnTo>
                  <a:lnTo>
                    <a:pt x="49765" y="78321"/>
                  </a:lnTo>
                  <a:lnTo>
                    <a:pt x="49893" y="78704"/>
                  </a:lnTo>
                  <a:lnTo>
                    <a:pt x="50148" y="79024"/>
                  </a:lnTo>
                  <a:lnTo>
                    <a:pt x="50468" y="79215"/>
                  </a:lnTo>
                  <a:lnTo>
                    <a:pt x="50659" y="79279"/>
                  </a:lnTo>
                  <a:lnTo>
                    <a:pt x="51107" y="79279"/>
                  </a:lnTo>
                  <a:lnTo>
                    <a:pt x="51298" y="79151"/>
                  </a:lnTo>
                  <a:lnTo>
                    <a:pt x="56601" y="88415"/>
                  </a:lnTo>
                  <a:lnTo>
                    <a:pt x="56473" y="88542"/>
                  </a:lnTo>
                  <a:lnTo>
                    <a:pt x="56345" y="88734"/>
                  </a:lnTo>
                  <a:lnTo>
                    <a:pt x="56217" y="88989"/>
                  </a:lnTo>
                  <a:lnTo>
                    <a:pt x="56217" y="89245"/>
                  </a:lnTo>
                  <a:lnTo>
                    <a:pt x="56217" y="89437"/>
                  </a:lnTo>
                  <a:lnTo>
                    <a:pt x="56281" y="89692"/>
                  </a:lnTo>
                  <a:lnTo>
                    <a:pt x="56409" y="89820"/>
                  </a:lnTo>
                  <a:lnTo>
                    <a:pt x="56537" y="90012"/>
                  </a:lnTo>
                  <a:lnTo>
                    <a:pt x="56664" y="90139"/>
                  </a:lnTo>
                  <a:lnTo>
                    <a:pt x="56856" y="90267"/>
                  </a:lnTo>
                  <a:lnTo>
                    <a:pt x="57048" y="90331"/>
                  </a:lnTo>
                  <a:lnTo>
                    <a:pt x="57495" y="90331"/>
                  </a:lnTo>
                  <a:lnTo>
                    <a:pt x="57687" y="90267"/>
                  </a:lnTo>
                  <a:lnTo>
                    <a:pt x="57878" y="90139"/>
                  </a:lnTo>
                  <a:lnTo>
                    <a:pt x="58070" y="90012"/>
                  </a:lnTo>
                  <a:lnTo>
                    <a:pt x="58198" y="89820"/>
                  </a:lnTo>
                  <a:lnTo>
                    <a:pt x="58262" y="89692"/>
                  </a:lnTo>
                  <a:lnTo>
                    <a:pt x="58325" y="89437"/>
                  </a:lnTo>
                  <a:lnTo>
                    <a:pt x="58389" y="89245"/>
                  </a:lnTo>
                  <a:lnTo>
                    <a:pt x="58325" y="89053"/>
                  </a:lnTo>
                  <a:lnTo>
                    <a:pt x="58262" y="88798"/>
                  </a:lnTo>
                  <a:lnTo>
                    <a:pt x="58198" y="88670"/>
                  </a:lnTo>
                  <a:lnTo>
                    <a:pt x="58070" y="88478"/>
                  </a:lnTo>
                  <a:lnTo>
                    <a:pt x="57878" y="88351"/>
                  </a:lnTo>
                  <a:lnTo>
                    <a:pt x="57687" y="88223"/>
                  </a:lnTo>
                  <a:lnTo>
                    <a:pt x="57495" y="88159"/>
                  </a:lnTo>
                  <a:lnTo>
                    <a:pt x="57303" y="88159"/>
                  </a:lnTo>
                  <a:lnTo>
                    <a:pt x="57048" y="88223"/>
                  </a:lnTo>
                  <a:lnTo>
                    <a:pt x="56792" y="88287"/>
                  </a:lnTo>
                  <a:lnTo>
                    <a:pt x="51490" y="79088"/>
                  </a:lnTo>
                  <a:lnTo>
                    <a:pt x="51682" y="78896"/>
                  </a:lnTo>
                  <a:lnTo>
                    <a:pt x="51809" y="78704"/>
                  </a:lnTo>
                  <a:lnTo>
                    <a:pt x="51873" y="78449"/>
                  </a:lnTo>
                  <a:lnTo>
                    <a:pt x="51937" y="78193"/>
                  </a:lnTo>
                  <a:lnTo>
                    <a:pt x="51873" y="77938"/>
                  </a:lnTo>
                  <a:lnTo>
                    <a:pt x="51809" y="77682"/>
                  </a:lnTo>
                  <a:lnTo>
                    <a:pt x="51682" y="77491"/>
                  </a:lnTo>
                  <a:lnTo>
                    <a:pt x="51490" y="77299"/>
                  </a:lnTo>
                  <a:lnTo>
                    <a:pt x="56728" y="68228"/>
                  </a:lnTo>
                  <a:lnTo>
                    <a:pt x="56984" y="68355"/>
                  </a:lnTo>
                  <a:lnTo>
                    <a:pt x="57303" y="68419"/>
                  </a:lnTo>
                  <a:lnTo>
                    <a:pt x="57495" y="68355"/>
                  </a:lnTo>
                  <a:lnTo>
                    <a:pt x="57687" y="68291"/>
                  </a:lnTo>
                  <a:lnTo>
                    <a:pt x="57878" y="68228"/>
                  </a:lnTo>
                  <a:lnTo>
                    <a:pt x="58070" y="68100"/>
                  </a:lnTo>
                  <a:lnTo>
                    <a:pt x="58198" y="67908"/>
                  </a:lnTo>
                  <a:lnTo>
                    <a:pt x="58262" y="67716"/>
                  </a:lnTo>
                  <a:lnTo>
                    <a:pt x="58325" y="67525"/>
                  </a:lnTo>
                  <a:lnTo>
                    <a:pt x="58389" y="67333"/>
                  </a:lnTo>
                  <a:lnTo>
                    <a:pt x="58389" y="67269"/>
                  </a:lnTo>
                  <a:lnTo>
                    <a:pt x="68802" y="67269"/>
                  </a:lnTo>
                  <a:lnTo>
                    <a:pt x="68802" y="67333"/>
                  </a:lnTo>
                  <a:lnTo>
                    <a:pt x="68802" y="67525"/>
                  </a:lnTo>
                  <a:lnTo>
                    <a:pt x="68866" y="67716"/>
                  </a:lnTo>
                  <a:lnTo>
                    <a:pt x="68994" y="67908"/>
                  </a:lnTo>
                  <a:lnTo>
                    <a:pt x="69122" y="68100"/>
                  </a:lnTo>
                  <a:lnTo>
                    <a:pt x="69313" y="68228"/>
                  </a:lnTo>
                  <a:lnTo>
                    <a:pt x="69441" y="68291"/>
                  </a:lnTo>
                  <a:lnTo>
                    <a:pt x="69697" y="68355"/>
                  </a:lnTo>
                  <a:lnTo>
                    <a:pt x="69888" y="68419"/>
                  </a:lnTo>
                  <a:lnTo>
                    <a:pt x="70208" y="68355"/>
                  </a:lnTo>
                  <a:lnTo>
                    <a:pt x="70463" y="68228"/>
                  </a:lnTo>
                  <a:lnTo>
                    <a:pt x="75638" y="77235"/>
                  </a:lnTo>
                  <a:lnTo>
                    <a:pt x="75318" y="77363"/>
                  </a:lnTo>
                  <a:lnTo>
                    <a:pt x="75127" y="77618"/>
                  </a:lnTo>
                  <a:lnTo>
                    <a:pt x="74999" y="77874"/>
                  </a:lnTo>
                  <a:lnTo>
                    <a:pt x="74935" y="78193"/>
                  </a:lnTo>
                  <a:lnTo>
                    <a:pt x="74999" y="78513"/>
                  </a:lnTo>
                  <a:lnTo>
                    <a:pt x="75127" y="78832"/>
                  </a:lnTo>
                  <a:lnTo>
                    <a:pt x="75318" y="79024"/>
                  </a:lnTo>
                  <a:lnTo>
                    <a:pt x="75574" y="79215"/>
                  </a:lnTo>
                  <a:lnTo>
                    <a:pt x="70399" y="88223"/>
                  </a:lnTo>
                  <a:lnTo>
                    <a:pt x="70144" y="88159"/>
                  </a:lnTo>
                  <a:lnTo>
                    <a:pt x="69888" y="88159"/>
                  </a:lnTo>
                  <a:lnTo>
                    <a:pt x="69697" y="88223"/>
                  </a:lnTo>
                  <a:lnTo>
                    <a:pt x="69505" y="88351"/>
                  </a:lnTo>
                  <a:lnTo>
                    <a:pt x="69377" y="88478"/>
                  </a:lnTo>
                  <a:lnTo>
                    <a:pt x="69186" y="88670"/>
                  </a:lnTo>
                  <a:lnTo>
                    <a:pt x="69122" y="88798"/>
                  </a:lnTo>
                  <a:lnTo>
                    <a:pt x="69058" y="89053"/>
                  </a:lnTo>
                  <a:lnTo>
                    <a:pt x="69058" y="89245"/>
                  </a:lnTo>
                  <a:lnTo>
                    <a:pt x="69058" y="89437"/>
                  </a:lnTo>
                  <a:lnTo>
                    <a:pt x="69122" y="89692"/>
                  </a:lnTo>
                  <a:lnTo>
                    <a:pt x="69186" y="89820"/>
                  </a:lnTo>
                  <a:lnTo>
                    <a:pt x="69377" y="90012"/>
                  </a:lnTo>
                  <a:lnTo>
                    <a:pt x="69505" y="90139"/>
                  </a:lnTo>
                  <a:lnTo>
                    <a:pt x="69697" y="90267"/>
                  </a:lnTo>
                  <a:lnTo>
                    <a:pt x="69888" y="90331"/>
                  </a:lnTo>
                  <a:lnTo>
                    <a:pt x="70336" y="90331"/>
                  </a:lnTo>
                  <a:lnTo>
                    <a:pt x="70527" y="90267"/>
                  </a:lnTo>
                  <a:lnTo>
                    <a:pt x="70719" y="90139"/>
                  </a:lnTo>
                  <a:lnTo>
                    <a:pt x="70847" y="90012"/>
                  </a:lnTo>
                  <a:lnTo>
                    <a:pt x="71038" y="89820"/>
                  </a:lnTo>
                  <a:lnTo>
                    <a:pt x="71102" y="89692"/>
                  </a:lnTo>
                  <a:lnTo>
                    <a:pt x="71166" y="89437"/>
                  </a:lnTo>
                  <a:lnTo>
                    <a:pt x="71166" y="89245"/>
                  </a:lnTo>
                  <a:lnTo>
                    <a:pt x="71166" y="88926"/>
                  </a:lnTo>
                  <a:lnTo>
                    <a:pt x="71038" y="88670"/>
                  </a:lnTo>
                  <a:lnTo>
                    <a:pt x="70847" y="88415"/>
                  </a:lnTo>
                  <a:lnTo>
                    <a:pt x="70591" y="88287"/>
                  </a:lnTo>
                  <a:lnTo>
                    <a:pt x="75766" y="79279"/>
                  </a:lnTo>
                  <a:lnTo>
                    <a:pt x="76277" y="79279"/>
                  </a:lnTo>
                  <a:lnTo>
                    <a:pt x="76468" y="79215"/>
                  </a:lnTo>
                  <a:lnTo>
                    <a:pt x="76660" y="79088"/>
                  </a:lnTo>
                  <a:lnTo>
                    <a:pt x="76788" y="78960"/>
                  </a:lnTo>
                  <a:lnTo>
                    <a:pt x="76915" y="78832"/>
                  </a:lnTo>
                  <a:lnTo>
                    <a:pt x="77043" y="78640"/>
                  </a:lnTo>
                  <a:lnTo>
                    <a:pt x="77107" y="78449"/>
                  </a:lnTo>
                  <a:lnTo>
                    <a:pt x="77107" y="78193"/>
                  </a:lnTo>
                  <a:lnTo>
                    <a:pt x="77107" y="78002"/>
                  </a:lnTo>
                  <a:lnTo>
                    <a:pt x="77043" y="77810"/>
                  </a:lnTo>
                  <a:lnTo>
                    <a:pt x="76915" y="77618"/>
                  </a:lnTo>
                  <a:lnTo>
                    <a:pt x="76788" y="77427"/>
                  </a:lnTo>
                  <a:lnTo>
                    <a:pt x="76660" y="77299"/>
                  </a:lnTo>
                  <a:lnTo>
                    <a:pt x="76468" y="77235"/>
                  </a:lnTo>
                  <a:lnTo>
                    <a:pt x="76277" y="77171"/>
                  </a:lnTo>
                  <a:lnTo>
                    <a:pt x="76021" y="77107"/>
                  </a:lnTo>
                  <a:lnTo>
                    <a:pt x="75829" y="77171"/>
                  </a:lnTo>
                  <a:lnTo>
                    <a:pt x="70591" y="68164"/>
                  </a:lnTo>
                  <a:lnTo>
                    <a:pt x="70783" y="67972"/>
                  </a:lnTo>
                  <a:lnTo>
                    <a:pt x="70847" y="67780"/>
                  </a:lnTo>
                  <a:lnTo>
                    <a:pt x="70974" y="67589"/>
                  </a:lnTo>
                  <a:lnTo>
                    <a:pt x="70974" y="67333"/>
                  </a:lnTo>
                  <a:lnTo>
                    <a:pt x="70910" y="67078"/>
                  </a:lnTo>
                  <a:lnTo>
                    <a:pt x="70847" y="66822"/>
                  </a:lnTo>
                  <a:lnTo>
                    <a:pt x="70719" y="66567"/>
                  </a:lnTo>
                  <a:lnTo>
                    <a:pt x="70463" y="66439"/>
                  </a:lnTo>
                  <a:lnTo>
                    <a:pt x="75829" y="57176"/>
                  </a:lnTo>
                  <a:lnTo>
                    <a:pt x="76085" y="57240"/>
                  </a:lnTo>
                  <a:lnTo>
                    <a:pt x="76468" y="57240"/>
                  </a:lnTo>
                  <a:lnTo>
                    <a:pt x="76660" y="57176"/>
                  </a:lnTo>
                  <a:lnTo>
                    <a:pt x="77043" y="56984"/>
                  </a:lnTo>
                  <a:lnTo>
                    <a:pt x="77235" y="56665"/>
                  </a:lnTo>
                  <a:lnTo>
                    <a:pt x="77363" y="56281"/>
                  </a:lnTo>
                  <a:lnTo>
                    <a:pt x="87967" y="56281"/>
                  </a:lnTo>
                  <a:lnTo>
                    <a:pt x="88031" y="56665"/>
                  </a:lnTo>
                  <a:lnTo>
                    <a:pt x="88287" y="56984"/>
                  </a:lnTo>
                  <a:lnTo>
                    <a:pt x="88606" y="57176"/>
                  </a:lnTo>
                  <a:lnTo>
                    <a:pt x="88798" y="57240"/>
                  </a:lnTo>
                  <a:lnTo>
                    <a:pt x="89245" y="57240"/>
                  </a:lnTo>
                  <a:lnTo>
                    <a:pt x="89437" y="57176"/>
                  </a:lnTo>
                  <a:lnTo>
                    <a:pt x="89628" y="57048"/>
                  </a:lnTo>
                  <a:lnTo>
                    <a:pt x="89756" y="56920"/>
                  </a:lnTo>
                  <a:lnTo>
                    <a:pt x="89884" y="56792"/>
                  </a:lnTo>
                  <a:lnTo>
                    <a:pt x="90012" y="56601"/>
                  </a:lnTo>
                  <a:lnTo>
                    <a:pt x="90075" y="56409"/>
                  </a:lnTo>
                  <a:lnTo>
                    <a:pt x="90075" y="56154"/>
                  </a:lnTo>
                  <a:lnTo>
                    <a:pt x="90075" y="55898"/>
                  </a:lnTo>
                  <a:lnTo>
                    <a:pt x="89948" y="55643"/>
                  </a:lnTo>
                  <a:lnTo>
                    <a:pt x="89820" y="55451"/>
                  </a:lnTo>
                  <a:lnTo>
                    <a:pt x="89628" y="55323"/>
                  </a:lnTo>
                  <a:lnTo>
                    <a:pt x="94931" y="46060"/>
                  </a:lnTo>
                  <a:lnTo>
                    <a:pt x="95250" y="46188"/>
                  </a:lnTo>
                  <a:lnTo>
                    <a:pt x="95569" y="46252"/>
                  </a:lnTo>
                  <a:lnTo>
                    <a:pt x="95761" y="46252"/>
                  </a:lnTo>
                  <a:lnTo>
                    <a:pt x="95953" y="46188"/>
                  </a:lnTo>
                  <a:lnTo>
                    <a:pt x="96272" y="45932"/>
                  </a:lnTo>
                  <a:lnTo>
                    <a:pt x="96528" y="45677"/>
                  </a:lnTo>
                  <a:lnTo>
                    <a:pt x="96592" y="45230"/>
                  </a:lnTo>
                  <a:lnTo>
                    <a:pt x="106941" y="45230"/>
                  </a:lnTo>
                  <a:lnTo>
                    <a:pt x="107068" y="45677"/>
                  </a:lnTo>
                  <a:lnTo>
                    <a:pt x="107260" y="45932"/>
                  </a:lnTo>
                  <a:lnTo>
                    <a:pt x="107579" y="46188"/>
                  </a:lnTo>
                  <a:lnTo>
                    <a:pt x="107771" y="46252"/>
                  </a:lnTo>
                  <a:lnTo>
                    <a:pt x="108218" y="46252"/>
                  </a:lnTo>
                  <a:lnTo>
                    <a:pt x="108410" y="46188"/>
                  </a:lnTo>
                  <a:lnTo>
                    <a:pt x="108602" y="46060"/>
                  </a:lnTo>
                  <a:lnTo>
                    <a:pt x="108793" y="45932"/>
                  </a:lnTo>
                  <a:lnTo>
                    <a:pt x="108921" y="45741"/>
                  </a:lnTo>
                  <a:lnTo>
                    <a:pt x="108985" y="45613"/>
                  </a:lnTo>
                  <a:lnTo>
                    <a:pt x="109049" y="45357"/>
                  </a:lnTo>
                  <a:lnTo>
                    <a:pt x="109113" y="45166"/>
                  </a:lnTo>
                  <a:lnTo>
                    <a:pt x="109049" y="44974"/>
                  </a:lnTo>
                  <a:lnTo>
                    <a:pt x="108985" y="44719"/>
                  </a:lnTo>
                  <a:lnTo>
                    <a:pt x="108921" y="44527"/>
                  </a:lnTo>
                  <a:lnTo>
                    <a:pt x="108793" y="44399"/>
                  </a:lnTo>
                  <a:lnTo>
                    <a:pt x="108602" y="44271"/>
                  </a:lnTo>
                  <a:lnTo>
                    <a:pt x="108410" y="44144"/>
                  </a:lnTo>
                  <a:lnTo>
                    <a:pt x="108218" y="44080"/>
                  </a:lnTo>
                  <a:lnTo>
                    <a:pt x="107771" y="44080"/>
                  </a:lnTo>
                  <a:lnTo>
                    <a:pt x="107579" y="44144"/>
                  </a:lnTo>
                  <a:lnTo>
                    <a:pt x="107260" y="44335"/>
                  </a:lnTo>
                  <a:lnTo>
                    <a:pt x="107068" y="44655"/>
                  </a:lnTo>
                  <a:lnTo>
                    <a:pt x="106941" y="45038"/>
                  </a:lnTo>
                  <a:lnTo>
                    <a:pt x="96592" y="45038"/>
                  </a:lnTo>
                  <a:lnTo>
                    <a:pt x="96528" y="44655"/>
                  </a:lnTo>
                  <a:lnTo>
                    <a:pt x="96272" y="44335"/>
                  </a:lnTo>
                  <a:lnTo>
                    <a:pt x="95953" y="44144"/>
                  </a:lnTo>
                  <a:lnTo>
                    <a:pt x="95761" y="44080"/>
                  </a:lnTo>
                  <a:lnTo>
                    <a:pt x="95569" y="44080"/>
                  </a:lnTo>
                  <a:lnTo>
                    <a:pt x="95250" y="44144"/>
                  </a:lnTo>
                  <a:lnTo>
                    <a:pt x="94931" y="44271"/>
                  </a:lnTo>
                  <a:lnTo>
                    <a:pt x="89628" y="35008"/>
                  </a:lnTo>
                  <a:lnTo>
                    <a:pt x="89820" y="34881"/>
                  </a:lnTo>
                  <a:lnTo>
                    <a:pt x="89948" y="34625"/>
                  </a:lnTo>
                  <a:lnTo>
                    <a:pt x="90075" y="34433"/>
                  </a:lnTo>
                  <a:lnTo>
                    <a:pt x="90075" y="34178"/>
                  </a:lnTo>
                  <a:lnTo>
                    <a:pt x="90075" y="33858"/>
                  </a:lnTo>
                  <a:lnTo>
                    <a:pt x="89948" y="33667"/>
                  </a:lnTo>
                  <a:lnTo>
                    <a:pt x="89820" y="33411"/>
                  </a:lnTo>
                  <a:lnTo>
                    <a:pt x="89628" y="33284"/>
                  </a:lnTo>
                  <a:lnTo>
                    <a:pt x="90395" y="31942"/>
                  </a:lnTo>
                  <a:lnTo>
                    <a:pt x="94931" y="24021"/>
                  </a:lnTo>
                  <a:lnTo>
                    <a:pt x="95250" y="24148"/>
                  </a:lnTo>
                  <a:lnTo>
                    <a:pt x="95569" y="24212"/>
                  </a:lnTo>
                  <a:lnTo>
                    <a:pt x="95761" y="24212"/>
                  </a:lnTo>
                  <a:lnTo>
                    <a:pt x="95953" y="24148"/>
                  </a:lnTo>
                  <a:lnTo>
                    <a:pt x="96272" y="23957"/>
                  </a:lnTo>
                  <a:lnTo>
                    <a:pt x="96528" y="23637"/>
                  </a:lnTo>
                  <a:lnTo>
                    <a:pt x="96592" y="23254"/>
                  </a:lnTo>
                  <a:lnTo>
                    <a:pt x="108027" y="23254"/>
                  </a:lnTo>
                  <a:lnTo>
                    <a:pt x="113840" y="33284"/>
                  </a:lnTo>
                  <a:lnTo>
                    <a:pt x="113648" y="33411"/>
                  </a:lnTo>
                  <a:lnTo>
                    <a:pt x="113521" y="33667"/>
                  </a:lnTo>
                  <a:lnTo>
                    <a:pt x="113393" y="33858"/>
                  </a:lnTo>
                  <a:lnTo>
                    <a:pt x="113393" y="34178"/>
                  </a:lnTo>
                  <a:lnTo>
                    <a:pt x="113393" y="34370"/>
                  </a:lnTo>
                  <a:lnTo>
                    <a:pt x="113457" y="34561"/>
                  </a:lnTo>
                  <a:lnTo>
                    <a:pt x="113585" y="34753"/>
                  </a:lnTo>
                  <a:lnTo>
                    <a:pt x="113712" y="34881"/>
                  </a:lnTo>
                  <a:lnTo>
                    <a:pt x="113840" y="35072"/>
                  </a:lnTo>
                  <a:lnTo>
                    <a:pt x="114032" y="35136"/>
                  </a:lnTo>
                  <a:lnTo>
                    <a:pt x="114223" y="35200"/>
                  </a:lnTo>
                  <a:lnTo>
                    <a:pt x="114671" y="35200"/>
                  </a:lnTo>
                  <a:lnTo>
                    <a:pt x="114862" y="35136"/>
                  </a:lnTo>
                  <a:lnTo>
                    <a:pt x="115054" y="35072"/>
                  </a:lnTo>
                  <a:lnTo>
                    <a:pt x="115245" y="34881"/>
                  </a:lnTo>
                  <a:lnTo>
                    <a:pt x="115373" y="34753"/>
                  </a:lnTo>
                  <a:lnTo>
                    <a:pt x="115437" y="34561"/>
                  </a:lnTo>
                  <a:lnTo>
                    <a:pt x="115501" y="34370"/>
                  </a:lnTo>
                  <a:lnTo>
                    <a:pt x="115501" y="34178"/>
                  </a:lnTo>
                  <a:lnTo>
                    <a:pt x="115501" y="33922"/>
                  </a:lnTo>
                  <a:lnTo>
                    <a:pt x="115437" y="33731"/>
                  </a:lnTo>
                  <a:lnTo>
                    <a:pt x="115373" y="33539"/>
                  </a:lnTo>
                  <a:lnTo>
                    <a:pt x="115245" y="33411"/>
                  </a:lnTo>
                  <a:lnTo>
                    <a:pt x="115054" y="33220"/>
                  </a:lnTo>
                  <a:lnTo>
                    <a:pt x="114862" y="33156"/>
                  </a:lnTo>
                  <a:lnTo>
                    <a:pt x="114671" y="33092"/>
                  </a:lnTo>
                  <a:lnTo>
                    <a:pt x="114223" y="33092"/>
                  </a:lnTo>
                  <a:lnTo>
                    <a:pt x="113968" y="33156"/>
                  </a:lnTo>
                  <a:lnTo>
                    <a:pt x="108154" y="23062"/>
                  </a:lnTo>
                  <a:lnTo>
                    <a:pt x="96592" y="23062"/>
                  </a:lnTo>
                  <a:lnTo>
                    <a:pt x="96528" y="22679"/>
                  </a:lnTo>
                  <a:lnTo>
                    <a:pt x="96272" y="22360"/>
                  </a:lnTo>
                  <a:lnTo>
                    <a:pt x="95953" y="22104"/>
                  </a:lnTo>
                  <a:lnTo>
                    <a:pt x="95761" y="22040"/>
                  </a:lnTo>
                  <a:lnTo>
                    <a:pt x="95569" y="22040"/>
                  </a:lnTo>
                  <a:lnTo>
                    <a:pt x="95250" y="22104"/>
                  </a:lnTo>
                  <a:lnTo>
                    <a:pt x="94931" y="22232"/>
                  </a:lnTo>
                  <a:lnTo>
                    <a:pt x="89628" y="12969"/>
                  </a:lnTo>
                  <a:lnTo>
                    <a:pt x="89820" y="12841"/>
                  </a:lnTo>
                  <a:lnTo>
                    <a:pt x="89948" y="12649"/>
                  </a:lnTo>
                  <a:lnTo>
                    <a:pt x="90075" y="12394"/>
                  </a:lnTo>
                  <a:lnTo>
                    <a:pt x="90075" y="12138"/>
                  </a:lnTo>
                  <a:lnTo>
                    <a:pt x="90075" y="11883"/>
                  </a:lnTo>
                  <a:lnTo>
                    <a:pt x="90012" y="11691"/>
                  </a:lnTo>
                  <a:lnTo>
                    <a:pt x="89884" y="11499"/>
                  </a:lnTo>
                  <a:lnTo>
                    <a:pt x="89756" y="11372"/>
                  </a:lnTo>
                  <a:lnTo>
                    <a:pt x="89628" y="11244"/>
                  </a:lnTo>
                  <a:lnTo>
                    <a:pt x="89437" y="11116"/>
                  </a:lnTo>
                  <a:lnTo>
                    <a:pt x="89245" y="11052"/>
                  </a:lnTo>
                  <a:lnTo>
                    <a:pt x="88798" y="11052"/>
                  </a:lnTo>
                  <a:lnTo>
                    <a:pt x="88606" y="11116"/>
                  </a:lnTo>
                  <a:lnTo>
                    <a:pt x="88287" y="11308"/>
                  </a:lnTo>
                  <a:lnTo>
                    <a:pt x="88031" y="11627"/>
                  </a:lnTo>
                  <a:lnTo>
                    <a:pt x="87967" y="12011"/>
                  </a:lnTo>
                  <a:lnTo>
                    <a:pt x="77363" y="12011"/>
                  </a:lnTo>
                  <a:lnTo>
                    <a:pt x="77235" y="11627"/>
                  </a:lnTo>
                  <a:lnTo>
                    <a:pt x="77043" y="11308"/>
                  </a:lnTo>
                  <a:lnTo>
                    <a:pt x="76660" y="11116"/>
                  </a:lnTo>
                  <a:lnTo>
                    <a:pt x="76468" y="11052"/>
                  </a:lnTo>
                  <a:lnTo>
                    <a:pt x="76085" y="11052"/>
                  </a:lnTo>
                  <a:lnTo>
                    <a:pt x="75829" y="11116"/>
                  </a:lnTo>
                  <a:lnTo>
                    <a:pt x="70527" y="1981"/>
                  </a:lnTo>
                  <a:lnTo>
                    <a:pt x="70719" y="1789"/>
                  </a:lnTo>
                  <a:lnTo>
                    <a:pt x="70910" y="1598"/>
                  </a:lnTo>
                  <a:lnTo>
                    <a:pt x="70974" y="1342"/>
                  </a:lnTo>
                  <a:lnTo>
                    <a:pt x="71038" y="1087"/>
                  </a:lnTo>
                  <a:lnTo>
                    <a:pt x="70974" y="895"/>
                  </a:lnTo>
                  <a:lnTo>
                    <a:pt x="70910" y="703"/>
                  </a:lnTo>
                  <a:lnTo>
                    <a:pt x="70847" y="512"/>
                  </a:lnTo>
                  <a:lnTo>
                    <a:pt x="70719" y="320"/>
                  </a:lnTo>
                  <a:lnTo>
                    <a:pt x="70527" y="192"/>
                  </a:lnTo>
                  <a:lnTo>
                    <a:pt x="70336" y="128"/>
                  </a:lnTo>
                  <a:lnTo>
                    <a:pt x="70144" y="64"/>
                  </a:lnTo>
                  <a:lnTo>
                    <a:pt x="69952"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9"/>
            <p:cNvSpPr/>
            <p:nvPr/>
          </p:nvSpPr>
          <p:spPr>
            <a:xfrm>
              <a:off x="1399800" y="-802100"/>
              <a:ext cx="2037900" cy="1095625"/>
            </a:xfrm>
            <a:custGeom>
              <a:avLst/>
              <a:gdLst/>
              <a:ahLst/>
              <a:cxnLst/>
              <a:rect l="l" t="t" r="r" b="b"/>
              <a:pathLst>
                <a:path w="81516" h="43825" fill="none" extrusionOk="0">
                  <a:moveTo>
                    <a:pt x="62990" y="959"/>
                  </a:moveTo>
                  <a:lnTo>
                    <a:pt x="62990" y="959"/>
                  </a:lnTo>
                  <a:lnTo>
                    <a:pt x="63181" y="959"/>
                  </a:lnTo>
                  <a:lnTo>
                    <a:pt x="63373" y="895"/>
                  </a:lnTo>
                  <a:lnTo>
                    <a:pt x="63756" y="703"/>
                  </a:lnTo>
                  <a:lnTo>
                    <a:pt x="63948" y="384"/>
                  </a:lnTo>
                  <a:lnTo>
                    <a:pt x="64076" y="1"/>
                  </a:lnTo>
                  <a:lnTo>
                    <a:pt x="74680" y="1"/>
                  </a:lnTo>
                  <a:lnTo>
                    <a:pt x="74680" y="1"/>
                  </a:lnTo>
                  <a:lnTo>
                    <a:pt x="74744" y="384"/>
                  </a:lnTo>
                  <a:lnTo>
                    <a:pt x="75000" y="703"/>
                  </a:lnTo>
                  <a:lnTo>
                    <a:pt x="75319" y="895"/>
                  </a:lnTo>
                  <a:lnTo>
                    <a:pt x="75511" y="959"/>
                  </a:lnTo>
                  <a:lnTo>
                    <a:pt x="75702" y="959"/>
                  </a:lnTo>
                  <a:lnTo>
                    <a:pt x="75702" y="959"/>
                  </a:lnTo>
                  <a:lnTo>
                    <a:pt x="75958" y="959"/>
                  </a:lnTo>
                  <a:lnTo>
                    <a:pt x="76150" y="895"/>
                  </a:lnTo>
                  <a:lnTo>
                    <a:pt x="77747" y="3578"/>
                  </a:lnTo>
                  <a:lnTo>
                    <a:pt x="81516" y="10158"/>
                  </a:lnTo>
                  <a:lnTo>
                    <a:pt x="81516" y="10158"/>
                  </a:lnTo>
                  <a:lnTo>
                    <a:pt x="81388" y="10286"/>
                  </a:lnTo>
                  <a:lnTo>
                    <a:pt x="81260" y="10478"/>
                  </a:lnTo>
                  <a:lnTo>
                    <a:pt x="81196" y="10669"/>
                  </a:lnTo>
                  <a:lnTo>
                    <a:pt x="81196" y="10925"/>
                  </a:lnTo>
                  <a:lnTo>
                    <a:pt x="81196" y="10925"/>
                  </a:lnTo>
                  <a:lnTo>
                    <a:pt x="81196" y="11116"/>
                  </a:lnTo>
                  <a:lnTo>
                    <a:pt x="81260" y="11372"/>
                  </a:lnTo>
                  <a:lnTo>
                    <a:pt x="81388" y="11564"/>
                  </a:lnTo>
                  <a:lnTo>
                    <a:pt x="81516" y="11691"/>
                  </a:lnTo>
                  <a:lnTo>
                    <a:pt x="76150" y="20954"/>
                  </a:lnTo>
                  <a:lnTo>
                    <a:pt x="76150" y="20954"/>
                  </a:lnTo>
                  <a:lnTo>
                    <a:pt x="75958" y="20891"/>
                  </a:lnTo>
                  <a:lnTo>
                    <a:pt x="75702" y="20827"/>
                  </a:lnTo>
                  <a:lnTo>
                    <a:pt x="75702" y="20827"/>
                  </a:lnTo>
                  <a:lnTo>
                    <a:pt x="75511" y="20891"/>
                  </a:lnTo>
                  <a:lnTo>
                    <a:pt x="75319" y="20954"/>
                  </a:lnTo>
                  <a:lnTo>
                    <a:pt x="75000" y="21146"/>
                  </a:lnTo>
                  <a:lnTo>
                    <a:pt x="74744" y="21465"/>
                  </a:lnTo>
                  <a:lnTo>
                    <a:pt x="74680" y="21849"/>
                  </a:lnTo>
                  <a:lnTo>
                    <a:pt x="64076" y="21849"/>
                  </a:lnTo>
                  <a:lnTo>
                    <a:pt x="64076" y="21849"/>
                  </a:lnTo>
                  <a:lnTo>
                    <a:pt x="63948" y="21465"/>
                  </a:lnTo>
                  <a:lnTo>
                    <a:pt x="63756" y="21146"/>
                  </a:lnTo>
                  <a:lnTo>
                    <a:pt x="63373" y="20954"/>
                  </a:lnTo>
                  <a:lnTo>
                    <a:pt x="63181" y="20891"/>
                  </a:lnTo>
                  <a:lnTo>
                    <a:pt x="62990" y="20827"/>
                  </a:lnTo>
                  <a:lnTo>
                    <a:pt x="62990" y="20827"/>
                  </a:lnTo>
                  <a:lnTo>
                    <a:pt x="62798" y="20891"/>
                  </a:lnTo>
                  <a:lnTo>
                    <a:pt x="62606" y="20954"/>
                  </a:lnTo>
                  <a:lnTo>
                    <a:pt x="62415" y="21018"/>
                  </a:lnTo>
                  <a:lnTo>
                    <a:pt x="62223" y="21146"/>
                  </a:lnTo>
                  <a:lnTo>
                    <a:pt x="62095" y="21338"/>
                  </a:lnTo>
                  <a:lnTo>
                    <a:pt x="62031" y="21529"/>
                  </a:lnTo>
                  <a:lnTo>
                    <a:pt x="61968" y="21721"/>
                  </a:lnTo>
                  <a:lnTo>
                    <a:pt x="61904" y="21913"/>
                  </a:lnTo>
                  <a:lnTo>
                    <a:pt x="61904" y="21913"/>
                  </a:lnTo>
                  <a:lnTo>
                    <a:pt x="61968" y="22168"/>
                  </a:lnTo>
                  <a:lnTo>
                    <a:pt x="62031" y="22424"/>
                  </a:lnTo>
                  <a:lnTo>
                    <a:pt x="62223" y="22679"/>
                  </a:lnTo>
                  <a:lnTo>
                    <a:pt x="62415" y="22807"/>
                  </a:lnTo>
                  <a:lnTo>
                    <a:pt x="57049" y="32070"/>
                  </a:lnTo>
                  <a:lnTo>
                    <a:pt x="57049" y="32070"/>
                  </a:lnTo>
                  <a:lnTo>
                    <a:pt x="56857" y="32006"/>
                  </a:lnTo>
                  <a:lnTo>
                    <a:pt x="56601" y="32006"/>
                  </a:lnTo>
                  <a:lnTo>
                    <a:pt x="56601" y="32006"/>
                  </a:lnTo>
                  <a:lnTo>
                    <a:pt x="56218" y="32070"/>
                  </a:lnTo>
                  <a:lnTo>
                    <a:pt x="55899" y="32262"/>
                  </a:lnTo>
                  <a:lnTo>
                    <a:pt x="55707" y="32517"/>
                  </a:lnTo>
                  <a:lnTo>
                    <a:pt x="55579" y="32837"/>
                  </a:lnTo>
                  <a:lnTo>
                    <a:pt x="45038" y="32837"/>
                  </a:lnTo>
                  <a:lnTo>
                    <a:pt x="45038" y="32837"/>
                  </a:lnTo>
                  <a:lnTo>
                    <a:pt x="44911" y="32517"/>
                  </a:lnTo>
                  <a:lnTo>
                    <a:pt x="44655" y="32262"/>
                  </a:lnTo>
                  <a:lnTo>
                    <a:pt x="44336" y="32070"/>
                  </a:lnTo>
                  <a:lnTo>
                    <a:pt x="44016" y="32006"/>
                  </a:lnTo>
                  <a:lnTo>
                    <a:pt x="44016" y="32006"/>
                  </a:lnTo>
                  <a:lnTo>
                    <a:pt x="43761" y="32006"/>
                  </a:lnTo>
                  <a:lnTo>
                    <a:pt x="43569" y="32070"/>
                  </a:lnTo>
                  <a:lnTo>
                    <a:pt x="43377" y="32198"/>
                  </a:lnTo>
                  <a:lnTo>
                    <a:pt x="43250" y="32326"/>
                  </a:lnTo>
                  <a:lnTo>
                    <a:pt x="43122" y="32453"/>
                  </a:lnTo>
                  <a:lnTo>
                    <a:pt x="42994" y="32645"/>
                  </a:lnTo>
                  <a:lnTo>
                    <a:pt x="42930" y="32837"/>
                  </a:lnTo>
                  <a:lnTo>
                    <a:pt x="42930" y="33092"/>
                  </a:lnTo>
                  <a:lnTo>
                    <a:pt x="42930" y="33092"/>
                  </a:lnTo>
                  <a:lnTo>
                    <a:pt x="42930" y="33284"/>
                  </a:lnTo>
                  <a:lnTo>
                    <a:pt x="42994" y="33539"/>
                  </a:lnTo>
                  <a:lnTo>
                    <a:pt x="43122" y="33731"/>
                  </a:lnTo>
                  <a:lnTo>
                    <a:pt x="43250" y="33859"/>
                  </a:lnTo>
                  <a:lnTo>
                    <a:pt x="40247" y="39161"/>
                  </a:lnTo>
                  <a:lnTo>
                    <a:pt x="38011" y="42994"/>
                  </a:lnTo>
                  <a:lnTo>
                    <a:pt x="38011" y="42994"/>
                  </a:lnTo>
                  <a:lnTo>
                    <a:pt x="37820" y="42930"/>
                  </a:lnTo>
                  <a:lnTo>
                    <a:pt x="37564" y="42866"/>
                  </a:lnTo>
                  <a:lnTo>
                    <a:pt x="37564" y="42866"/>
                  </a:lnTo>
                  <a:lnTo>
                    <a:pt x="37372" y="42930"/>
                  </a:lnTo>
                  <a:lnTo>
                    <a:pt x="37181" y="42930"/>
                  </a:lnTo>
                  <a:lnTo>
                    <a:pt x="36861" y="43186"/>
                  </a:lnTo>
                  <a:lnTo>
                    <a:pt x="36606" y="43441"/>
                  </a:lnTo>
                  <a:lnTo>
                    <a:pt x="36478" y="43824"/>
                  </a:lnTo>
                  <a:lnTo>
                    <a:pt x="25937" y="43824"/>
                  </a:lnTo>
                  <a:lnTo>
                    <a:pt x="25937" y="43824"/>
                  </a:lnTo>
                  <a:lnTo>
                    <a:pt x="25873" y="43441"/>
                  </a:lnTo>
                  <a:lnTo>
                    <a:pt x="25618" y="43186"/>
                  </a:lnTo>
                  <a:lnTo>
                    <a:pt x="25299" y="42930"/>
                  </a:lnTo>
                  <a:lnTo>
                    <a:pt x="25107" y="42930"/>
                  </a:lnTo>
                  <a:lnTo>
                    <a:pt x="24915" y="42866"/>
                  </a:lnTo>
                  <a:lnTo>
                    <a:pt x="24915" y="42866"/>
                  </a:lnTo>
                  <a:lnTo>
                    <a:pt x="24660" y="42930"/>
                  </a:lnTo>
                  <a:lnTo>
                    <a:pt x="24404" y="42994"/>
                  </a:lnTo>
                  <a:lnTo>
                    <a:pt x="19102" y="33795"/>
                  </a:lnTo>
                  <a:lnTo>
                    <a:pt x="19102" y="33795"/>
                  </a:lnTo>
                  <a:lnTo>
                    <a:pt x="19293" y="33667"/>
                  </a:lnTo>
                  <a:lnTo>
                    <a:pt x="19421" y="33475"/>
                  </a:lnTo>
                  <a:lnTo>
                    <a:pt x="19549" y="33220"/>
                  </a:lnTo>
                  <a:lnTo>
                    <a:pt x="19549" y="32964"/>
                  </a:lnTo>
                  <a:lnTo>
                    <a:pt x="19549" y="32964"/>
                  </a:lnTo>
                  <a:lnTo>
                    <a:pt x="19549" y="32709"/>
                  </a:lnTo>
                  <a:lnTo>
                    <a:pt x="19421" y="32453"/>
                  </a:lnTo>
                  <a:lnTo>
                    <a:pt x="19293" y="32262"/>
                  </a:lnTo>
                  <a:lnTo>
                    <a:pt x="19102" y="32070"/>
                  </a:lnTo>
                  <a:lnTo>
                    <a:pt x="24404" y="22935"/>
                  </a:lnTo>
                  <a:lnTo>
                    <a:pt x="24404" y="22935"/>
                  </a:lnTo>
                  <a:lnTo>
                    <a:pt x="24596" y="22999"/>
                  </a:lnTo>
                  <a:lnTo>
                    <a:pt x="24851" y="22999"/>
                  </a:lnTo>
                  <a:lnTo>
                    <a:pt x="24851" y="22999"/>
                  </a:lnTo>
                  <a:lnTo>
                    <a:pt x="25043" y="22999"/>
                  </a:lnTo>
                  <a:lnTo>
                    <a:pt x="25299" y="22935"/>
                  </a:lnTo>
                  <a:lnTo>
                    <a:pt x="25426" y="22807"/>
                  </a:lnTo>
                  <a:lnTo>
                    <a:pt x="25618" y="22679"/>
                  </a:lnTo>
                  <a:lnTo>
                    <a:pt x="25746" y="22551"/>
                  </a:lnTo>
                  <a:lnTo>
                    <a:pt x="25873" y="22360"/>
                  </a:lnTo>
                  <a:lnTo>
                    <a:pt x="25937" y="22168"/>
                  </a:lnTo>
                  <a:lnTo>
                    <a:pt x="25937" y="21913"/>
                  </a:lnTo>
                  <a:lnTo>
                    <a:pt x="25937" y="21913"/>
                  </a:lnTo>
                  <a:lnTo>
                    <a:pt x="25937" y="21721"/>
                  </a:lnTo>
                  <a:lnTo>
                    <a:pt x="25873" y="21529"/>
                  </a:lnTo>
                  <a:lnTo>
                    <a:pt x="25746" y="21338"/>
                  </a:lnTo>
                  <a:lnTo>
                    <a:pt x="25618" y="21146"/>
                  </a:lnTo>
                  <a:lnTo>
                    <a:pt x="25426" y="21018"/>
                  </a:lnTo>
                  <a:lnTo>
                    <a:pt x="25299" y="20954"/>
                  </a:lnTo>
                  <a:lnTo>
                    <a:pt x="25043" y="20891"/>
                  </a:lnTo>
                  <a:lnTo>
                    <a:pt x="24851" y="20827"/>
                  </a:lnTo>
                  <a:lnTo>
                    <a:pt x="24851" y="20827"/>
                  </a:lnTo>
                  <a:lnTo>
                    <a:pt x="24660" y="20891"/>
                  </a:lnTo>
                  <a:lnTo>
                    <a:pt x="24404" y="20954"/>
                  </a:lnTo>
                  <a:lnTo>
                    <a:pt x="24276" y="21018"/>
                  </a:lnTo>
                  <a:lnTo>
                    <a:pt x="24085" y="21146"/>
                  </a:lnTo>
                  <a:lnTo>
                    <a:pt x="23957" y="21338"/>
                  </a:lnTo>
                  <a:lnTo>
                    <a:pt x="23829" y="21529"/>
                  </a:lnTo>
                  <a:lnTo>
                    <a:pt x="23765" y="21721"/>
                  </a:lnTo>
                  <a:lnTo>
                    <a:pt x="23765" y="21913"/>
                  </a:lnTo>
                  <a:lnTo>
                    <a:pt x="23765" y="21913"/>
                  </a:lnTo>
                  <a:lnTo>
                    <a:pt x="23829" y="22168"/>
                  </a:lnTo>
                  <a:lnTo>
                    <a:pt x="23893" y="22424"/>
                  </a:lnTo>
                  <a:lnTo>
                    <a:pt x="24021" y="22615"/>
                  </a:lnTo>
                  <a:lnTo>
                    <a:pt x="24212" y="22807"/>
                  </a:lnTo>
                  <a:lnTo>
                    <a:pt x="18910" y="31942"/>
                  </a:lnTo>
                  <a:lnTo>
                    <a:pt x="18910" y="31942"/>
                  </a:lnTo>
                  <a:lnTo>
                    <a:pt x="18719" y="31878"/>
                  </a:lnTo>
                  <a:lnTo>
                    <a:pt x="18463" y="31878"/>
                  </a:lnTo>
                  <a:lnTo>
                    <a:pt x="18463" y="31878"/>
                  </a:lnTo>
                  <a:lnTo>
                    <a:pt x="18271" y="31878"/>
                  </a:lnTo>
                  <a:lnTo>
                    <a:pt x="18080" y="31942"/>
                  </a:lnTo>
                  <a:lnTo>
                    <a:pt x="17760" y="32134"/>
                  </a:lnTo>
                  <a:lnTo>
                    <a:pt x="17505" y="32453"/>
                  </a:lnTo>
                  <a:lnTo>
                    <a:pt x="17441" y="32837"/>
                  </a:lnTo>
                  <a:lnTo>
                    <a:pt x="6900" y="32837"/>
                  </a:lnTo>
                  <a:lnTo>
                    <a:pt x="6900" y="32837"/>
                  </a:lnTo>
                  <a:lnTo>
                    <a:pt x="6772" y="32453"/>
                  </a:lnTo>
                  <a:lnTo>
                    <a:pt x="6517" y="32134"/>
                  </a:lnTo>
                  <a:lnTo>
                    <a:pt x="6197" y="31942"/>
                  </a:lnTo>
                  <a:lnTo>
                    <a:pt x="6006" y="31878"/>
                  </a:lnTo>
                  <a:lnTo>
                    <a:pt x="5814" y="31878"/>
                  </a:lnTo>
                  <a:lnTo>
                    <a:pt x="5814" y="31878"/>
                  </a:lnTo>
                  <a:lnTo>
                    <a:pt x="5559" y="31878"/>
                  </a:lnTo>
                  <a:lnTo>
                    <a:pt x="5303" y="32006"/>
                  </a:lnTo>
                  <a:lnTo>
                    <a:pt x="1" y="22807"/>
                  </a:lnTo>
                  <a:lnTo>
                    <a:pt x="1" y="22807"/>
                  </a:lnTo>
                  <a:lnTo>
                    <a:pt x="256" y="22615"/>
                  </a:lnTo>
                  <a:lnTo>
                    <a:pt x="448" y="22360"/>
                  </a:lnTo>
                  <a:lnTo>
                    <a:pt x="576" y="22104"/>
                  </a:lnTo>
                  <a:lnTo>
                    <a:pt x="640" y="21785"/>
                  </a:lnTo>
                  <a:lnTo>
                    <a:pt x="640" y="21785"/>
                  </a:lnTo>
                  <a:lnTo>
                    <a:pt x="640" y="21529"/>
                  </a:lnTo>
                  <a:lnTo>
                    <a:pt x="512" y="21274"/>
                  </a:lnTo>
                  <a:lnTo>
                    <a:pt x="320" y="21018"/>
                  </a:lnTo>
                  <a:lnTo>
                    <a:pt x="128" y="20891"/>
                  </a:lnTo>
                  <a:lnTo>
                    <a:pt x="5367" y="11819"/>
                  </a:lnTo>
                  <a:lnTo>
                    <a:pt x="5367" y="11819"/>
                  </a:lnTo>
                  <a:lnTo>
                    <a:pt x="5686" y="11883"/>
                  </a:lnTo>
                  <a:lnTo>
                    <a:pt x="5686" y="11883"/>
                  </a:lnTo>
                  <a:lnTo>
                    <a:pt x="6070" y="11819"/>
                  </a:lnTo>
                  <a:lnTo>
                    <a:pt x="6389" y="11627"/>
                  </a:lnTo>
                  <a:lnTo>
                    <a:pt x="6645" y="11372"/>
                  </a:lnTo>
                  <a:lnTo>
                    <a:pt x="6772" y="10989"/>
                  </a:lnTo>
                  <a:lnTo>
                    <a:pt x="17441" y="10989"/>
                  </a:lnTo>
                  <a:lnTo>
                    <a:pt x="17441" y="10989"/>
                  </a:lnTo>
                  <a:lnTo>
                    <a:pt x="17505" y="11372"/>
                  </a:lnTo>
                  <a:lnTo>
                    <a:pt x="17760" y="11691"/>
                  </a:lnTo>
                  <a:lnTo>
                    <a:pt x="18080" y="11883"/>
                  </a:lnTo>
                  <a:lnTo>
                    <a:pt x="18271" y="11947"/>
                  </a:lnTo>
                  <a:lnTo>
                    <a:pt x="18463" y="12011"/>
                  </a:lnTo>
                  <a:lnTo>
                    <a:pt x="18463" y="12011"/>
                  </a:lnTo>
                  <a:lnTo>
                    <a:pt x="18719" y="11947"/>
                  </a:lnTo>
                  <a:lnTo>
                    <a:pt x="18910" y="11883"/>
                  </a:lnTo>
                  <a:lnTo>
                    <a:pt x="19102" y="11819"/>
                  </a:lnTo>
                  <a:lnTo>
                    <a:pt x="19230" y="11691"/>
                  </a:lnTo>
                  <a:lnTo>
                    <a:pt x="19357" y="11500"/>
                  </a:lnTo>
                  <a:lnTo>
                    <a:pt x="19485" y="11308"/>
                  </a:lnTo>
                  <a:lnTo>
                    <a:pt x="19549" y="11116"/>
                  </a:lnTo>
                  <a:lnTo>
                    <a:pt x="19549" y="10925"/>
                  </a:lnTo>
                  <a:lnTo>
                    <a:pt x="19549" y="10925"/>
                  </a:lnTo>
                  <a:lnTo>
                    <a:pt x="19549" y="10669"/>
                  </a:lnTo>
                  <a:lnTo>
                    <a:pt x="19421" y="10414"/>
                  </a:lnTo>
                  <a:lnTo>
                    <a:pt x="19293" y="10222"/>
                  </a:lnTo>
                  <a:lnTo>
                    <a:pt x="19102" y="10030"/>
                  </a:lnTo>
                  <a:lnTo>
                    <a:pt x="24085" y="1406"/>
                  </a:lnTo>
                  <a:lnTo>
                    <a:pt x="24404" y="895"/>
                  </a:lnTo>
                  <a:lnTo>
                    <a:pt x="24404" y="895"/>
                  </a:lnTo>
                  <a:lnTo>
                    <a:pt x="24596" y="959"/>
                  </a:lnTo>
                  <a:lnTo>
                    <a:pt x="24851" y="959"/>
                  </a:lnTo>
                  <a:lnTo>
                    <a:pt x="24851" y="959"/>
                  </a:lnTo>
                  <a:lnTo>
                    <a:pt x="25043" y="959"/>
                  </a:lnTo>
                  <a:lnTo>
                    <a:pt x="25235" y="895"/>
                  </a:lnTo>
                  <a:lnTo>
                    <a:pt x="25554" y="703"/>
                  </a:lnTo>
                  <a:lnTo>
                    <a:pt x="25810" y="384"/>
                  </a:lnTo>
                  <a:lnTo>
                    <a:pt x="25937" y="1"/>
                  </a:lnTo>
                  <a:lnTo>
                    <a:pt x="36478" y="1"/>
                  </a:lnTo>
                  <a:lnTo>
                    <a:pt x="36478" y="1"/>
                  </a:lnTo>
                  <a:lnTo>
                    <a:pt x="36606" y="384"/>
                  </a:lnTo>
                  <a:lnTo>
                    <a:pt x="36861" y="703"/>
                  </a:lnTo>
                  <a:lnTo>
                    <a:pt x="37181" y="895"/>
                  </a:lnTo>
                  <a:lnTo>
                    <a:pt x="37372" y="959"/>
                  </a:lnTo>
                  <a:lnTo>
                    <a:pt x="37564" y="959"/>
                  </a:lnTo>
                  <a:lnTo>
                    <a:pt x="37564" y="959"/>
                  </a:lnTo>
                  <a:lnTo>
                    <a:pt x="37820" y="959"/>
                  </a:lnTo>
                  <a:lnTo>
                    <a:pt x="38011" y="895"/>
                  </a:lnTo>
                  <a:lnTo>
                    <a:pt x="43314" y="10030"/>
                  </a:lnTo>
                  <a:lnTo>
                    <a:pt x="43314" y="10030"/>
                  </a:lnTo>
                  <a:lnTo>
                    <a:pt x="43122" y="10222"/>
                  </a:lnTo>
                  <a:lnTo>
                    <a:pt x="42994" y="10414"/>
                  </a:lnTo>
                  <a:lnTo>
                    <a:pt x="42866" y="10669"/>
                  </a:lnTo>
                  <a:lnTo>
                    <a:pt x="42866" y="10925"/>
                  </a:lnTo>
                  <a:lnTo>
                    <a:pt x="42866" y="10925"/>
                  </a:lnTo>
                  <a:lnTo>
                    <a:pt x="42866" y="11116"/>
                  </a:lnTo>
                  <a:lnTo>
                    <a:pt x="42930" y="11372"/>
                  </a:lnTo>
                  <a:lnTo>
                    <a:pt x="43058" y="11500"/>
                  </a:lnTo>
                  <a:lnTo>
                    <a:pt x="43186" y="11691"/>
                  </a:lnTo>
                  <a:lnTo>
                    <a:pt x="43314" y="11819"/>
                  </a:lnTo>
                  <a:lnTo>
                    <a:pt x="43505" y="11947"/>
                  </a:lnTo>
                  <a:lnTo>
                    <a:pt x="43697" y="12011"/>
                  </a:lnTo>
                  <a:lnTo>
                    <a:pt x="43952" y="12011"/>
                  </a:lnTo>
                  <a:lnTo>
                    <a:pt x="43952" y="12011"/>
                  </a:lnTo>
                  <a:lnTo>
                    <a:pt x="44144" y="12011"/>
                  </a:lnTo>
                  <a:lnTo>
                    <a:pt x="44336" y="11947"/>
                  </a:lnTo>
                  <a:lnTo>
                    <a:pt x="44655" y="11691"/>
                  </a:lnTo>
                  <a:lnTo>
                    <a:pt x="44911" y="11436"/>
                  </a:lnTo>
                  <a:lnTo>
                    <a:pt x="45038" y="10989"/>
                  </a:lnTo>
                  <a:lnTo>
                    <a:pt x="55899" y="10989"/>
                  </a:lnTo>
                  <a:lnTo>
                    <a:pt x="55899" y="10989"/>
                  </a:lnTo>
                  <a:lnTo>
                    <a:pt x="56026" y="11436"/>
                  </a:lnTo>
                  <a:lnTo>
                    <a:pt x="56218" y="11691"/>
                  </a:lnTo>
                  <a:lnTo>
                    <a:pt x="56601" y="11947"/>
                  </a:lnTo>
                  <a:lnTo>
                    <a:pt x="56793" y="12011"/>
                  </a:lnTo>
                  <a:lnTo>
                    <a:pt x="56985" y="12011"/>
                  </a:lnTo>
                  <a:lnTo>
                    <a:pt x="56985" y="12011"/>
                  </a:lnTo>
                  <a:lnTo>
                    <a:pt x="57176" y="12011"/>
                  </a:lnTo>
                  <a:lnTo>
                    <a:pt x="57368" y="11947"/>
                  </a:lnTo>
                  <a:lnTo>
                    <a:pt x="57560" y="11819"/>
                  </a:lnTo>
                  <a:lnTo>
                    <a:pt x="57751" y="11691"/>
                  </a:lnTo>
                  <a:lnTo>
                    <a:pt x="57879" y="11500"/>
                  </a:lnTo>
                  <a:lnTo>
                    <a:pt x="57943" y="11372"/>
                  </a:lnTo>
                  <a:lnTo>
                    <a:pt x="58007" y="11116"/>
                  </a:lnTo>
                  <a:lnTo>
                    <a:pt x="58071" y="10925"/>
                  </a:lnTo>
                  <a:lnTo>
                    <a:pt x="58071" y="10925"/>
                  </a:lnTo>
                  <a:lnTo>
                    <a:pt x="58007" y="10605"/>
                  </a:lnTo>
                  <a:lnTo>
                    <a:pt x="57879" y="10286"/>
                  </a:lnTo>
                  <a:lnTo>
                    <a:pt x="57623" y="10094"/>
                  </a:lnTo>
                  <a:lnTo>
                    <a:pt x="57368" y="9903"/>
                  </a:lnTo>
                  <a:lnTo>
                    <a:pt x="58007" y="8817"/>
                  </a:lnTo>
                  <a:lnTo>
                    <a:pt x="62542" y="895"/>
                  </a:lnTo>
                  <a:lnTo>
                    <a:pt x="62542" y="895"/>
                  </a:lnTo>
                  <a:lnTo>
                    <a:pt x="62798" y="959"/>
                  </a:lnTo>
                  <a:lnTo>
                    <a:pt x="62990" y="959"/>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9"/>
            <p:cNvSpPr/>
            <p:nvPr/>
          </p:nvSpPr>
          <p:spPr>
            <a:xfrm>
              <a:off x="2354850" y="-1076800"/>
              <a:ext cx="605325" cy="544625"/>
            </a:xfrm>
            <a:custGeom>
              <a:avLst/>
              <a:gdLst/>
              <a:ahLst/>
              <a:cxnLst/>
              <a:rect l="l" t="t" r="r" b="b"/>
              <a:pathLst>
                <a:path w="24213" h="21785" fill="none" extrusionOk="0">
                  <a:moveTo>
                    <a:pt x="5750" y="959"/>
                  </a:moveTo>
                  <a:lnTo>
                    <a:pt x="5750" y="959"/>
                  </a:lnTo>
                  <a:lnTo>
                    <a:pt x="5942" y="895"/>
                  </a:lnTo>
                  <a:lnTo>
                    <a:pt x="6134" y="895"/>
                  </a:lnTo>
                  <a:lnTo>
                    <a:pt x="6453" y="640"/>
                  </a:lnTo>
                  <a:lnTo>
                    <a:pt x="6709" y="384"/>
                  </a:lnTo>
                  <a:lnTo>
                    <a:pt x="6773" y="1"/>
                  </a:lnTo>
                  <a:lnTo>
                    <a:pt x="17377" y="1"/>
                  </a:lnTo>
                  <a:lnTo>
                    <a:pt x="17377" y="1"/>
                  </a:lnTo>
                  <a:lnTo>
                    <a:pt x="17505" y="384"/>
                  </a:lnTo>
                  <a:lnTo>
                    <a:pt x="17697" y="704"/>
                  </a:lnTo>
                  <a:lnTo>
                    <a:pt x="18080" y="895"/>
                  </a:lnTo>
                  <a:lnTo>
                    <a:pt x="18272" y="959"/>
                  </a:lnTo>
                  <a:lnTo>
                    <a:pt x="18463" y="959"/>
                  </a:lnTo>
                  <a:lnTo>
                    <a:pt x="18463" y="959"/>
                  </a:lnTo>
                  <a:lnTo>
                    <a:pt x="18655" y="959"/>
                  </a:lnTo>
                  <a:lnTo>
                    <a:pt x="18910" y="831"/>
                  </a:lnTo>
                  <a:lnTo>
                    <a:pt x="24213" y="10031"/>
                  </a:lnTo>
                  <a:lnTo>
                    <a:pt x="24213" y="10031"/>
                  </a:lnTo>
                  <a:lnTo>
                    <a:pt x="24021" y="10158"/>
                  </a:lnTo>
                  <a:lnTo>
                    <a:pt x="23829" y="10414"/>
                  </a:lnTo>
                  <a:lnTo>
                    <a:pt x="23766" y="10605"/>
                  </a:lnTo>
                  <a:lnTo>
                    <a:pt x="23702" y="10925"/>
                  </a:lnTo>
                  <a:lnTo>
                    <a:pt x="23702" y="10925"/>
                  </a:lnTo>
                  <a:lnTo>
                    <a:pt x="23766" y="11180"/>
                  </a:lnTo>
                  <a:lnTo>
                    <a:pt x="23829" y="11372"/>
                  </a:lnTo>
                  <a:lnTo>
                    <a:pt x="24021" y="11628"/>
                  </a:lnTo>
                  <a:lnTo>
                    <a:pt x="24213" y="11755"/>
                  </a:lnTo>
                  <a:lnTo>
                    <a:pt x="23957" y="12139"/>
                  </a:lnTo>
                  <a:lnTo>
                    <a:pt x="18974" y="20827"/>
                  </a:lnTo>
                  <a:lnTo>
                    <a:pt x="18974" y="20827"/>
                  </a:lnTo>
                  <a:lnTo>
                    <a:pt x="18783" y="20827"/>
                  </a:lnTo>
                  <a:lnTo>
                    <a:pt x="18783" y="20827"/>
                  </a:lnTo>
                  <a:lnTo>
                    <a:pt x="18591" y="20827"/>
                  </a:lnTo>
                  <a:lnTo>
                    <a:pt x="18399" y="20891"/>
                  </a:lnTo>
                  <a:lnTo>
                    <a:pt x="18016" y="21082"/>
                  </a:lnTo>
                  <a:lnTo>
                    <a:pt x="17824" y="21402"/>
                  </a:lnTo>
                  <a:lnTo>
                    <a:pt x="17697" y="21785"/>
                  </a:lnTo>
                  <a:lnTo>
                    <a:pt x="6836" y="21785"/>
                  </a:lnTo>
                  <a:lnTo>
                    <a:pt x="6836" y="21785"/>
                  </a:lnTo>
                  <a:lnTo>
                    <a:pt x="6709" y="21402"/>
                  </a:lnTo>
                  <a:lnTo>
                    <a:pt x="6453" y="21082"/>
                  </a:lnTo>
                  <a:lnTo>
                    <a:pt x="6134" y="20891"/>
                  </a:lnTo>
                  <a:lnTo>
                    <a:pt x="5942" y="20827"/>
                  </a:lnTo>
                  <a:lnTo>
                    <a:pt x="5750" y="20827"/>
                  </a:lnTo>
                  <a:lnTo>
                    <a:pt x="5750" y="20827"/>
                  </a:lnTo>
                  <a:lnTo>
                    <a:pt x="5495" y="20827"/>
                  </a:lnTo>
                  <a:lnTo>
                    <a:pt x="5303" y="20955"/>
                  </a:lnTo>
                  <a:lnTo>
                    <a:pt x="1" y="11755"/>
                  </a:lnTo>
                  <a:lnTo>
                    <a:pt x="1" y="11755"/>
                  </a:lnTo>
                  <a:lnTo>
                    <a:pt x="193" y="11628"/>
                  </a:lnTo>
                  <a:lnTo>
                    <a:pt x="320" y="11372"/>
                  </a:lnTo>
                  <a:lnTo>
                    <a:pt x="384" y="11180"/>
                  </a:lnTo>
                  <a:lnTo>
                    <a:pt x="448" y="10925"/>
                  </a:lnTo>
                  <a:lnTo>
                    <a:pt x="448" y="10925"/>
                  </a:lnTo>
                  <a:lnTo>
                    <a:pt x="384" y="10605"/>
                  </a:lnTo>
                  <a:lnTo>
                    <a:pt x="320" y="10414"/>
                  </a:lnTo>
                  <a:lnTo>
                    <a:pt x="193" y="10158"/>
                  </a:lnTo>
                  <a:lnTo>
                    <a:pt x="1" y="10031"/>
                  </a:lnTo>
                  <a:lnTo>
                    <a:pt x="5303" y="831"/>
                  </a:lnTo>
                  <a:lnTo>
                    <a:pt x="5303" y="831"/>
                  </a:lnTo>
                  <a:lnTo>
                    <a:pt x="5495" y="895"/>
                  </a:lnTo>
                  <a:lnTo>
                    <a:pt x="5750" y="959"/>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9"/>
            <p:cNvSpPr/>
            <p:nvPr/>
          </p:nvSpPr>
          <p:spPr>
            <a:xfrm>
              <a:off x="1874150" y="-1353075"/>
              <a:ext cx="608500" cy="546225"/>
            </a:xfrm>
            <a:custGeom>
              <a:avLst/>
              <a:gdLst/>
              <a:ahLst/>
              <a:cxnLst/>
              <a:rect l="l" t="t" r="r" b="b"/>
              <a:pathLst>
                <a:path w="24340" h="21849" fill="none" extrusionOk="0">
                  <a:moveTo>
                    <a:pt x="5877" y="1022"/>
                  </a:moveTo>
                  <a:lnTo>
                    <a:pt x="5877" y="1022"/>
                  </a:lnTo>
                  <a:lnTo>
                    <a:pt x="6069" y="958"/>
                  </a:lnTo>
                  <a:lnTo>
                    <a:pt x="6261" y="895"/>
                  </a:lnTo>
                  <a:lnTo>
                    <a:pt x="6580" y="703"/>
                  </a:lnTo>
                  <a:lnTo>
                    <a:pt x="6836" y="383"/>
                  </a:lnTo>
                  <a:lnTo>
                    <a:pt x="6963" y="0"/>
                  </a:lnTo>
                  <a:lnTo>
                    <a:pt x="17504" y="0"/>
                  </a:lnTo>
                  <a:lnTo>
                    <a:pt x="17504" y="0"/>
                  </a:lnTo>
                  <a:lnTo>
                    <a:pt x="17632" y="383"/>
                  </a:lnTo>
                  <a:lnTo>
                    <a:pt x="17887" y="703"/>
                  </a:lnTo>
                  <a:lnTo>
                    <a:pt x="18207" y="895"/>
                  </a:lnTo>
                  <a:lnTo>
                    <a:pt x="18398" y="958"/>
                  </a:lnTo>
                  <a:lnTo>
                    <a:pt x="18590" y="1022"/>
                  </a:lnTo>
                  <a:lnTo>
                    <a:pt x="18590" y="1022"/>
                  </a:lnTo>
                  <a:lnTo>
                    <a:pt x="18846" y="958"/>
                  </a:lnTo>
                  <a:lnTo>
                    <a:pt x="19037" y="895"/>
                  </a:lnTo>
                  <a:lnTo>
                    <a:pt x="24340" y="10030"/>
                  </a:lnTo>
                  <a:lnTo>
                    <a:pt x="24340" y="10030"/>
                  </a:lnTo>
                  <a:lnTo>
                    <a:pt x="24148" y="10221"/>
                  </a:lnTo>
                  <a:lnTo>
                    <a:pt x="24020" y="10413"/>
                  </a:lnTo>
                  <a:lnTo>
                    <a:pt x="23892" y="10669"/>
                  </a:lnTo>
                  <a:lnTo>
                    <a:pt x="23892" y="10924"/>
                  </a:lnTo>
                  <a:lnTo>
                    <a:pt x="23892" y="10924"/>
                  </a:lnTo>
                  <a:lnTo>
                    <a:pt x="23892" y="11180"/>
                  </a:lnTo>
                  <a:lnTo>
                    <a:pt x="24020" y="11435"/>
                  </a:lnTo>
                  <a:lnTo>
                    <a:pt x="24148" y="11627"/>
                  </a:lnTo>
                  <a:lnTo>
                    <a:pt x="24340" y="11819"/>
                  </a:lnTo>
                  <a:lnTo>
                    <a:pt x="19037" y="20954"/>
                  </a:lnTo>
                  <a:lnTo>
                    <a:pt x="19037" y="20954"/>
                  </a:lnTo>
                  <a:lnTo>
                    <a:pt x="18846" y="20890"/>
                  </a:lnTo>
                  <a:lnTo>
                    <a:pt x="18590" y="20890"/>
                  </a:lnTo>
                  <a:lnTo>
                    <a:pt x="18590" y="20890"/>
                  </a:lnTo>
                  <a:lnTo>
                    <a:pt x="18398" y="20890"/>
                  </a:lnTo>
                  <a:lnTo>
                    <a:pt x="18207" y="20954"/>
                  </a:lnTo>
                  <a:lnTo>
                    <a:pt x="17887" y="21145"/>
                  </a:lnTo>
                  <a:lnTo>
                    <a:pt x="17632" y="21465"/>
                  </a:lnTo>
                  <a:lnTo>
                    <a:pt x="17504" y="21848"/>
                  </a:lnTo>
                  <a:lnTo>
                    <a:pt x="6963" y="21848"/>
                  </a:lnTo>
                  <a:lnTo>
                    <a:pt x="6963" y="21848"/>
                  </a:lnTo>
                  <a:lnTo>
                    <a:pt x="6836" y="21465"/>
                  </a:lnTo>
                  <a:lnTo>
                    <a:pt x="6580" y="21145"/>
                  </a:lnTo>
                  <a:lnTo>
                    <a:pt x="6261" y="20954"/>
                  </a:lnTo>
                  <a:lnTo>
                    <a:pt x="6069" y="20890"/>
                  </a:lnTo>
                  <a:lnTo>
                    <a:pt x="5877" y="20890"/>
                  </a:lnTo>
                  <a:lnTo>
                    <a:pt x="5877" y="20890"/>
                  </a:lnTo>
                  <a:lnTo>
                    <a:pt x="5622" y="20890"/>
                  </a:lnTo>
                  <a:lnTo>
                    <a:pt x="5430" y="20954"/>
                  </a:lnTo>
                  <a:lnTo>
                    <a:pt x="0" y="11563"/>
                  </a:lnTo>
                  <a:lnTo>
                    <a:pt x="0" y="11563"/>
                  </a:lnTo>
                  <a:lnTo>
                    <a:pt x="256" y="11435"/>
                  </a:lnTo>
                  <a:lnTo>
                    <a:pt x="447" y="11180"/>
                  </a:lnTo>
                  <a:lnTo>
                    <a:pt x="575" y="10924"/>
                  </a:lnTo>
                  <a:lnTo>
                    <a:pt x="575" y="10605"/>
                  </a:lnTo>
                  <a:lnTo>
                    <a:pt x="575" y="10605"/>
                  </a:lnTo>
                  <a:lnTo>
                    <a:pt x="575" y="10413"/>
                  </a:lnTo>
                  <a:lnTo>
                    <a:pt x="511" y="10158"/>
                  </a:lnTo>
                  <a:lnTo>
                    <a:pt x="383" y="9966"/>
                  </a:lnTo>
                  <a:lnTo>
                    <a:pt x="256" y="9838"/>
                  </a:lnTo>
                  <a:lnTo>
                    <a:pt x="5430" y="895"/>
                  </a:lnTo>
                  <a:lnTo>
                    <a:pt x="5430" y="895"/>
                  </a:lnTo>
                  <a:lnTo>
                    <a:pt x="5622" y="958"/>
                  </a:lnTo>
                  <a:lnTo>
                    <a:pt x="5877" y="1022"/>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9"/>
            <p:cNvSpPr/>
            <p:nvPr/>
          </p:nvSpPr>
          <p:spPr>
            <a:xfrm>
              <a:off x="2830800" y="-1353075"/>
              <a:ext cx="606900" cy="546225"/>
            </a:xfrm>
            <a:custGeom>
              <a:avLst/>
              <a:gdLst/>
              <a:ahLst/>
              <a:cxnLst/>
              <a:rect l="l" t="t" r="r" b="b"/>
              <a:pathLst>
                <a:path w="24276" h="21849" fill="none" extrusionOk="0">
                  <a:moveTo>
                    <a:pt x="5750" y="1022"/>
                  </a:moveTo>
                  <a:lnTo>
                    <a:pt x="5750" y="1022"/>
                  </a:lnTo>
                  <a:lnTo>
                    <a:pt x="5941" y="958"/>
                  </a:lnTo>
                  <a:lnTo>
                    <a:pt x="6133" y="895"/>
                  </a:lnTo>
                  <a:lnTo>
                    <a:pt x="6516" y="703"/>
                  </a:lnTo>
                  <a:lnTo>
                    <a:pt x="6708" y="383"/>
                  </a:lnTo>
                  <a:lnTo>
                    <a:pt x="6836" y="0"/>
                  </a:lnTo>
                  <a:lnTo>
                    <a:pt x="17440" y="0"/>
                  </a:lnTo>
                  <a:lnTo>
                    <a:pt x="17440" y="0"/>
                  </a:lnTo>
                  <a:lnTo>
                    <a:pt x="17504" y="383"/>
                  </a:lnTo>
                  <a:lnTo>
                    <a:pt x="17760" y="703"/>
                  </a:lnTo>
                  <a:lnTo>
                    <a:pt x="18079" y="895"/>
                  </a:lnTo>
                  <a:lnTo>
                    <a:pt x="18271" y="958"/>
                  </a:lnTo>
                  <a:lnTo>
                    <a:pt x="18462" y="1022"/>
                  </a:lnTo>
                  <a:lnTo>
                    <a:pt x="18462" y="1022"/>
                  </a:lnTo>
                  <a:lnTo>
                    <a:pt x="18718" y="958"/>
                  </a:lnTo>
                  <a:lnTo>
                    <a:pt x="18910" y="895"/>
                  </a:lnTo>
                  <a:lnTo>
                    <a:pt x="24276" y="10158"/>
                  </a:lnTo>
                  <a:lnTo>
                    <a:pt x="24276" y="10158"/>
                  </a:lnTo>
                  <a:lnTo>
                    <a:pt x="24148" y="10285"/>
                  </a:lnTo>
                  <a:lnTo>
                    <a:pt x="24020" y="10477"/>
                  </a:lnTo>
                  <a:lnTo>
                    <a:pt x="23956" y="10732"/>
                  </a:lnTo>
                  <a:lnTo>
                    <a:pt x="23956" y="10924"/>
                  </a:lnTo>
                  <a:lnTo>
                    <a:pt x="23956" y="10924"/>
                  </a:lnTo>
                  <a:lnTo>
                    <a:pt x="23956" y="11180"/>
                  </a:lnTo>
                  <a:lnTo>
                    <a:pt x="24020" y="11371"/>
                  </a:lnTo>
                  <a:lnTo>
                    <a:pt x="24148" y="11563"/>
                  </a:lnTo>
                  <a:lnTo>
                    <a:pt x="24276" y="11691"/>
                  </a:lnTo>
                  <a:lnTo>
                    <a:pt x="21337" y="16801"/>
                  </a:lnTo>
                  <a:lnTo>
                    <a:pt x="18910" y="20954"/>
                  </a:lnTo>
                  <a:lnTo>
                    <a:pt x="18910" y="20954"/>
                  </a:lnTo>
                  <a:lnTo>
                    <a:pt x="18718" y="20890"/>
                  </a:lnTo>
                  <a:lnTo>
                    <a:pt x="18462" y="20890"/>
                  </a:lnTo>
                  <a:lnTo>
                    <a:pt x="18462" y="20890"/>
                  </a:lnTo>
                  <a:lnTo>
                    <a:pt x="18271" y="20890"/>
                  </a:lnTo>
                  <a:lnTo>
                    <a:pt x="18079" y="20954"/>
                  </a:lnTo>
                  <a:lnTo>
                    <a:pt x="17760" y="21145"/>
                  </a:lnTo>
                  <a:lnTo>
                    <a:pt x="17504" y="21465"/>
                  </a:lnTo>
                  <a:lnTo>
                    <a:pt x="17440" y="21848"/>
                  </a:lnTo>
                  <a:lnTo>
                    <a:pt x="6836" y="21848"/>
                  </a:lnTo>
                  <a:lnTo>
                    <a:pt x="6836" y="21848"/>
                  </a:lnTo>
                  <a:lnTo>
                    <a:pt x="6708" y="21465"/>
                  </a:lnTo>
                  <a:lnTo>
                    <a:pt x="6516" y="21145"/>
                  </a:lnTo>
                  <a:lnTo>
                    <a:pt x="6133" y="20954"/>
                  </a:lnTo>
                  <a:lnTo>
                    <a:pt x="5941" y="20890"/>
                  </a:lnTo>
                  <a:lnTo>
                    <a:pt x="5750" y="20890"/>
                  </a:lnTo>
                  <a:lnTo>
                    <a:pt x="5750" y="20890"/>
                  </a:lnTo>
                  <a:lnTo>
                    <a:pt x="5558" y="20890"/>
                  </a:lnTo>
                  <a:lnTo>
                    <a:pt x="5302" y="20954"/>
                  </a:lnTo>
                  <a:lnTo>
                    <a:pt x="0" y="11819"/>
                  </a:lnTo>
                  <a:lnTo>
                    <a:pt x="0" y="11819"/>
                  </a:lnTo>
                  <a:lnTo>
                    <a:pt x="192" y="11627"/>
                  </a:lnTo>
                  <a:lnTo>
                    <a:pt x="383" y="11435"/>
                  </a:lnTo>
                  <a:lnTo>
                    <a:pt x="447" y="11180"/>
                  </a:lnTo>
                  <a:lnTo>
                    <a:pt x="511" y="10924"/>
                  </a:lnTo>
                  <a:lnTo>
                    <a:pt x="511" y="10924"/>
                  </a:lnTo>
                  <a:lnTo>
                    <a:pt x="447" y="10669"/>
                  </a:lnTo>
                  <a:lnTo>
                    <a:pt x="383" y="10413"/>
                  </a:lnTo>
                  <a:lnTo>
                    <a:pt x="192" y="10221"/>
                  </a:lnTo>
                  <a:lnTo>
                    <a:pt x="0" y="10030"/>
                  </a:lnTo>
                  <a:lnTo>
                    <a:pt x="5175" y="1150"/>
                  </a:lnTo>
                  <a:lnTo>
                    <a:pt x="5302" y="895"/>
                  </a:lnTo>
                  <a:lnTo>
                    <a:pt x="5302" y="895"/>
                  </a:lnTo>
                  <a:lnTo>
                    <a:pt x="5558" y="958"/>
                  </a:lnTo>
                  <a:lnTo>
                    <a:pt x="5750" y="1022"/>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9"/>
            <p:cNvSpPr/>
            <p:nvPr/>
          </p:nvSpPr>
          <p:spPr>
            <a:xfrm>
              <a:off x="1067625" y="-1658125"/>
              <a:ext cx="2887550" cy="2526600"/>
            </a:xfrm>
            <a:custGeom>
              <a:avLst/>
              <a:gdLst/>
              <a:ahLst/>
              <a:cxnLst/>
              <a:rect l="l" t="t" r="r" b="b"/>
              <a:pathLst>
                <a:path w="115502" h="101064" fill="none" extrusionOk="0">
                  <a:moveTo>
                    <a:pt x="69952" y="1"/>
                  </a:moveTo>
                  <a:lnTo>
                    <a:pt x="69952" y="1"/>
                  </a:lnTo>
                  <a:lnTo>
                    <a:pt x="69761" y="64"/>
                  </a:lnTo>
                  <a:lnTo>
                    <a:pt x="69569" y="128"/>
                  </a:lnTo>
                  <a:lnTo>
                    <a:pt x="69186" y="320"/>
                  </a:lnTo>
                  <a:lnTo>
                    <a:pt x="68994" y="639"/>
                  </a:lnTo>
                  <a:lnTo>
                    <a:pt x="68866" y="1023"/>
                  </a:lnTo>
                  <a:lnTo>
                    <a:pt x="57239" y="1023"/>
                  </a:lnTo>
                  <a:lnTo>
                    <a:pt x="57239" y="1214"/>
                  </a:lnTo>
                  <a:lnTo>
                    <a:pt x="68866" y="1214"/>
                  </a:lnTo>
                  <a:lnTo>
                    <a:pt x="68866" y="1214"/>
                  </a:lnTo>
                  <a:lnTo>
                    <a:pt x="68994" y="1598"/>
                  </a:lnTo>
                  <a:lnTo>
                    <a:pt x="69186" y="1917"/>
                  </a:lnTo>
                  <a:lnTo>
                    <a:pt x="69569" y="2109"/>
                  </a:lnTo>
                  <a:lnTo>
                    <a:pt x="69761" y="2173"/>
                  </a:lnTo>
                  <a:lnTo>
                    <a:pt x="69952" y="2173"/>
                  </a:lnTo>
                  <a:lnTo>
                    <a:pt x="69952" y="2173"/>
                  </a:lnTo>
                  <a:lnTo>
                    <a:pt x="70144" y="2173"/>
                  </a:lnTo>
                  <a:lnTo>
                    <a:pt x="70399" y="2109"/>
                  </a:lnTo>
                  <a:lnTo>
                    <a:pt x="75702" y="11244"/>
                  </a:lnTo>
                  <a:lnTo>
                    <a:pt x="75702" y="11244"/>
                  </a:lnTo>
                  <a:lnTo>
                    <a:pt x="75510" y="11436"/>
                  </a:lnTo>
                  <a:lnTo>
                    <a:pt x="75318" y="11627"/>
                  </a:lnTo>
                  <a:lnTo>
                    <a:pt x="75255" y="11883"/>
                  </a:lnTo>
                  <a:lnTo>
                    <a:pt x="75191" y="12138"/>
                  </a:lnTo>
                  <a:lnTo>
                    <a:pt x="75191" y="12138"/>
                  </a:lnTo>
                  <a:lnTo>
                    <a:pt x="75255" y="12394"/>
                  </a:lnTo>
                  <a:lnTo>
                    <a:pt x="75318" y="12649"/>
                  </a:lnTo>
                  <a:lnTo>
                    <a:pt x="75510" y="12841"/>
                  </a:lnTo>
                  <a:lnTo>
                    <a:pt x="75702" y="12969"/>
                  </a:lnTo>
                  <a:lnTo>
                    <a:pt x="73019" y="17568"/>
                  </a:lnTo>
                  <a:lnTo>
                    <a:pt x="70399" y="22168"/>
                  </a:lnTo>
                  <a:lnTo>
                    <a:pt x="70399" y="22168"/>
                  </a:lnTo>
                  <a:lnTo>
                    <a:pt x="70144" y="22104"/>
                  </a:lnTo>
                  <a:lnTo>
                    <a:pt x="69952" y="22040"/>
                  </a:lnTo>
                  <a:lnTo>
                    <a:pt x="69952" y="22040"/>
                  </a:lnTo>
                  <a:lnTo>
                    <a:pt x="69761" y="22040"/>
                  </a:lnTo>
                  <a:lnTo>
                    <a:pt x="69505" y="22104"/>
                  </a:lnTo>
                  <a:lnTo>
                    <a:pt x="69186" y="22360"/>
                  </a:lnTo>
                  <a:lnTo>
                    <a:pt x="68994" y="22679"/>
                  </a:lnTo>
                  <a:lnTo>
                    <a:pt x="68866" y="23062"/>
                  </a:lnTo>
                  <a:lnTo>
                    <a:pt x="58262" y="23062"/>
                  </a:lnTo>
                  <a:lnTo>
                    <a:pt x="58262" y="23062"/>
                  </a:lnTo>
                  <a:lnTo>
                    <a:pt x="58262" y="22807"/>
                  </a:lnTo>
                  <a:lnTo>
                    <a:pt x="58198" y="22615"/>
                  </a:lnTo>
                  <a:lnTo>
                    <a:pt x="57942" y="22296"/>
                  </a:lnTo>
                  <a:lnTo>
                    <a:pt x="57623" y="22104"/>
                  </a:lnTo>
                  <a:lnTo>
                    <a:pt x="57431" y="22040"/>
                  </a:lnTo>
                  <a:lnTo>
                    <a:pt x="57239" y="22040"/>
                  </a:lnTo>
                  <a:lnTo>
                    <a:pt x="57239" y="22040"/>
                  </a:lnTo>
                  <a:lnTo>
                    <a:pt x="56984" y="22040"/>
                  </a:lnTo>
                  <a:lnTo>
                    <a:pt x="56728" y="22168"/>
                  </a:lnTo>
                  <a:lnTo>
                    <a:pt x="55706" y="20379"/>
                  </a:lnTo>
                  <a:lnTo>
                    <a:pt x="51490" y="12969"/>
                  </a:lnTo>
                  <a:lnTo>
                    <a:pt x="51490" y="12969"/>
                  </a:lnTo>
                  <a:lnTo>
                    <a:pt x="51682" y="12841"/>
                  </a:lnTo>
                  <a:lnTo>
                    <a:pt x="51809" y="12649"/>
                  </a:lnTo>
                  <a:lnTo>
                    <a:pt x="51873" y="12394"/>
                  </a:lnTo>
                  <a:lnTo>
                    <a:pt x="51937" y="12138"/>
                  </a:lnTo>
                  <a:lnTo>
                    <a:pt x="51937" y="12138"/>
                  </a:lnTo>
                  <a:lnTo>
                    <a:pt x="51937" y="11883"/>
                  </a:lnTo>
                  <a:lnTo>
                    <a:pt x="51873" y="11691"/>
                  </a:lnTo>
                  <a:lnTo>
                    <a:pt x="51745" y="11499"/>
                  </a:lnTo>
                  <a:lnTo>
                    <a:pt x="51618" y="11372"/>
                  </a:lnTo>
                  <a:lnTo>
                    <a:pt x="51490" y="11244"/>
                  </a:lnTo>
                  <a:lnTo>
                    <a:pt x="51298" y="11116"/>
                  </a:lnTo>
                  <a:lnTo>
                    <a:pt x="51043" y="11052"/>
                  </a:lnTo>
                  <a:lnTo>
                    <a:pt x="50851" y="11052"/>
                  </a:lnTo>
                  <a:lnTo>
                    <a:pt x="50851" y="11052"/>
                  </a:lnTo>
                  <a:lnTo>
                    <a:pt x="50659" y="11052"/>
                  </a:lnTo>
                  <a:lnTo>
                    <a:pt x="50468" y="11116"/>
                  </a:lnTo>
                  <a:lnTo>
                    <a:pt x="50148" y="11308"/>
                  </a:lnTo>
                  <a:lnTo>
                    <a:pt x="49893" y="11627"/>
                  </a:lnTo>
                  <a:lnTo>
                    <a:pt x="49765" y="12011"/>
                  </a:lnTo>
                  <a:lnTo>
                    <a:pt x="39224" y="12011"/>
                  </a:lnTo>
                  <a:lnTo>
                    <a:pt x="39224" y="12011"/>
                  </a:lnTo>
                  <a:lnTo>
                    <a:pt x="39097" y="11627"/>
                  </a:lnTo>
                  <a:lnTo>
                    <a:pt x="38841" y="11308"/>
                  </a:lnTo>
                  <a:lnTo>
                    <a:pt x="38522" y="11116"/>
                  </a:lnTo>
                  <a:lnTo>
                    <a:pt x="38330" y="11052"/>
                  </a:lnTo>
                  <a:lnTo>
                    <a:pt x="38138" y="11052"/>
                  </a:lnTo>
                  <a:lnTo>
                    <a:pt x="38138" y="11052"/>
                  </a:lnTo>
                  <a:lnTo>
                    <a:pt x="37883" y="11052"/>
                  </a:lnTo>
                  <a:lnTo>
                    <a:pt x="37691" y="11116"/>
                  </a:lnTo>
                  <a:lnTo>
                    <a:pt x="31878" y="1023"/>
                  </a:lnTo>
                  <a:lnTo>
                    <a:pt x="31686" y="1150"/>
                  </a:lnTo>
                  <a:lnTo>
                    <a:pt x="37499" y="11244"/>
                  </a:lnTo>
                  <a:lnTo>
                    <a:pt x="37499" y="11244"/>
                  </a:lnTo>
                  <a:lnTo>
                    <a:pt x="37308" y="11436"/>
                  </a:lnTo>
                  <a:lnTo>
                    <a:pt x="37180" y="11627"/>
                  </a:lnTo>
                  <a:lnTo>
                    <a:pt x="37116" y="11883"/>
                  </a:lnTo>
                  <a:lnTo>
                    <a:pt x="37052" y="12138"/>
                  </a:lnTo>
                  <a:lnTo>
                    <a:pt x="37052" y="12138"/>
                  </a:lnTo>
                  <a:lnTo>
                    <a:pt x="37116" y="12394"/>
                  </a:lnTo>
                  <a:lnTo>
                    <a:pt x="37180" y="12649"/>
                  </a:lnTo>
                  <a:lnTo>
                    <a:pt x="37308" y="12841"/>
                  </a:lnTo>
                  <a:lnTo>
                    <a:pt x="37499" y="12969"/>
                  </a:lnTo>
                  <a:lnTo>
                    <a:pt x="32389" y="21912"/>
                  </a:lnTo>
                  <a:lnTo>
                    <a:pt x="32389" y="21912"/>
                  </a:lnTo>
                  <a:lnTo>
                    <a:pt x="32069" y="21785"/>
                  </a:lnTo>
                  <a:lnTo>
                    <a:pt x="31750" y="21721"/>
                  </a:lnTo>
                  <a:lnTo>
                    <a:pt x="31750" y="21721"/>
                  </a:lnTo>
                  <a:lnTo>
                    <a:pt x="31558" y="21721"/>
                  </a:lnTo>
                  <a:lnTo>
                    <a:pt x="31367" y="21785"/>
                  </a:lnTo>
                  <a:lnTo>
                    <a:pt x="31175" y="21912"/>
                  </a:lnTo>
                  <a:lnTo>
                    <a:pt x="30983" y="22040"/>
                  </a:lnTo>
                  <a:lnTo>
                    <a:pt x="30856" y="22232"/>
                  </a:lnTo>
                  <a:lnTo>
                    <a:pt x="30792" y="22360"/>
                  </a:lnTo>
                  <a:lnTo>
                    <a:pt x="30728" y="22615"/>
                  </a:lnTo>
                  <a:lnTo>
                    <a:pt x="30728" y="22807"/>
                  </a:lnTo>
                  <a:lnTo>
                    <a:pt x="30728" y="22807"/>
                  </a:lnTo>
                  <a:lnTo>
                    <a:pt x="30728" y="23062"/>
                  </a:lnTo>
                  <a:lnTo>
                    <a:pt x="19037" y="23062"/>
                  </a:lnTo>
                  <a:lnTo>
                    <a:pt x="19037" y="23062"/>
                  </a:lnTo>
                  <a:lnTo>
                    <a:pt x="19037" y="23254"/>
                  </a:lnTo>
                  <a:lnTo>
                    <a:pt x="19037" y="23254"/>
                  </a:lnTo>
                  <a:lnTo>
                    <a:pt x="30792" y="23254"/>
                  </a:lnTo>
                  <a:lnTo>
                    <a:pt x="30792" y="23254"/>
                  </a:lnTo>
                  <a:lnTo>
                    <a:pt x="30920" y="23509"/>
                  </a:lnTo>
                  <a:lnTo>
                    <a:pt x="31175" y="23701"/>
                  </a:lnTo>
                  <a:lnTo>
                    <a:pt x="31431" y="23829"/>
                  </a:lnTo>
                  <a:lnTo>
                    <a:pt x="31750" y="23893"/>
                  </a:lnTo>
                  <a:lnTo>
                    <a:pt x="31750" y="23893"/>
                  </a:lnTo>
                  <a:lnTo>
                    <a:pt x="32069" y="23829"/>
                  </a:lnTo>
                  <a:lnTo>
                    <a:pt x="37499" y="33284"/>
                  </a:lnTo>
                  <a:lnTo>
                    <a:pt x="37499" y="33284"/>
                  </a:lnTo>
                  <a:lnTo>
                    <a:pt x="37308" y="33411"/>
                  </a:lnTo>
                  <a:lnTo>
                    <a:pt x="37180" y="33667"/>
                  </a:lnTo>
                  <a:lnTo>
                    <a:pt x="37116" y="33858"/>
                  </a:lnTo>
                  <a:lnTo>
                    <a:pt x="37052" y="34178"/>
                  </a:lnTo>
                  <a:lnTo>
                    <a:pt x="37052" y="34178"/>
                  </a:lnTo>
                  <a:lnTo>
                    <a:pt x="37116" y="34433"/>
                  </a:lnTo>
                  <a:lnTo>
                    <a:pt x="37180" y="34625"/>
                  </a:lnTo>
                  <a:lnTo>
                    <a:pt x="37308" y="34881"/>
                  </a:lnTo>
                  <a:lnTo>
                    <a:pt x="37499" y="35008"/>
                  </a:lnTo>
                  <a:lnTo>
                    <a:pt x="32580" y="43633"/>
                  </a:lnTo>
                  <a:lnTo>
                    <a:pt x="32261" y="44144"/>
                  </a:lnTo>
                  <a:lnTo>
                    <a:pt x="32261" y="44144"/>
                  </a:lnTo>
                  <a:lnTo>
                    <a:pt x="32006" y="44080"/>
                  </a:lnTo>
                  <a:lnTo>
                    <a:pt x="31750" y="44080"/>
                  </a:lnTo>
                  <a:lnTo>
                    <a:pt x="31750" y="44080"/>
                  </a:lnTo>
                  <a:lnTo>
                    <a:pt x="31558" y="44080"/>
                  </a:lnTo>
                  <a:lnTo>
                    <a:pt x="31367" y="44144"/>
                  </a:lnTo>
                  <a:lnTo>
                    <a:pt x="31047" y="44335"/>
                  </a:lnTo>
                  <a:lnTo>
                    <a:pt x="30792" y="44655"/>
                  </a:lnTo>
                  <a:lnTo>
                    <a:pt x="30728" y="45038"/>
                  </a:lnTo>
                  <a:lnTo>
                    <a:pt x="20059" y="45038"/>
                  </a:lnTo>
                  <a:lnTo>
                    <a:pt x="20059" y="45038"/>
                  </a:lnTo>
                  <a:lnTo>
                    <a:pt x="20059" y="44846"/>
                  </a:lnTo>
                  <a:lnTo>
                    <a:pt x="19995" y="44655"/>
                  </a:lnTo>
                  <a:lnTo>
                    <a:pt x="19868" y="44463"/>
                  </a:lnTo>
                  <a:lnTo>
                    <a:pt x="19740" y="44271"/>
                  </a:lnTo>
                  <a:lnTo>
                    <a:pt x="19612" y="44144"/>
                  </a:lnTo>
                  <a:lnTo>
                    <a:pt x="19421" y="44080"/>
                  </a:lnTo>
                  <a:lnTo>
                    <a:pt x="19229" y="44016"/>
                  </a:lnTo>
                  <a:lnTo>
                    <a:pt x="18973" y="43952"/>
                  </a:lnTo>
                  <a:lnTo>
                    <a:pt x="18973" y="43952"/>
                  </a:lnTo>
                  <a:lnTo>
                    <a:pt x="18782" y="44016"/>
                  </a:lnTo>
                  <a:lnTo>
                    <a:pt x="18526" y="44080"/>
                  </a:lnTo>
                  <a:lnTo>
                    <a:pt x="12777" y="34114"/>
                  </a:lnTo>
                  <a:lnTo>
                    <a:pt x="12585" y="34178"/>
                  </a:lnTo>
                  <a:lnTo>
                    <a:pt x="18398" y="44144"/>
                  </a:lnTo>
                  <a:lnTo>
                    <a:pt x="18398" y="44144"/>
                  </a:lnTo>
                  <a:lnTo>
                    <a:pt x="18207" y="44335"/>
                  </a:lnTo>
                  <a:lnTo>
                    <a:pt x="18015" y="44527"/>
                  </a:lnTo>
                  <a:lnTo>
                    <a:pt x="17951" y="44782"/>
                  </a:lnTo>
                  <a:lnTo>
                    <a:pt x="17887" y="45038"/>
                  </a:lnTo>
                  <a:lnTo>
                    <a:pt x="17887" y="45038"/>
                  </a:lnTo>
                  <a:lnTo>
                    <a:pt x="17951" y="45357"/>
                  </a:lnTo>
                  <a:lnTo>
                    <a:pt x="18079" y="45613"/>
                  </a:lnTo>
                  <a:lnTo>
                    <a:pt x="18207" y="45805"/>
                  </a:lnTo>
                  <a:lnTo>
                    <a:pt x="18462" y="45996"/>
                  </a:lnTo>
                  <a:lnTo>
                    <a:pt x="13224" y="55004"/>
                  </a:lnTo>
                  <a:lnTo>
                    <a:pt x="13224" y="55004"/>
                  </a:lnTo>
                  <a:lnTo>
                    <a:pt x="12841" y="54940"/>
                  </a:lnTo>
                  <a:lnTo>
                    <a:pt x="12841" y="54940"/>
                  </a:lnTo>
                  <a:lnTo>
                    <a:pt x="12649" y="55004"/>
                  </a:lnTo>
                  <a:lnTo>
                    <a:pt x="12457" y="55068"/>
                  </a:lnTo>
                  <a:lnTo>
                    <a:pt x="12266" y="55132"/>
                  </a:lnTo>
                  <a:lnTo>
                    <a:pt x="12074" y="55259"/>
                  </a:lnTo>
                  <a:lnTo>
                    <a:pt x="11946" y="55451"/>
                  </a:lnTo>
                  <a:lnTo>
                    <a:pt x="11882" y="55643"/>
                  </a:lnTo>
                  <a:lnTo>
                    <a:pt x="11818" y="55834"/>
                  </a:lnTo>
                  <a:lnTo>
                    <a:pt x="11755" y="56026"/>
                  </a:lnTo>
                  <a:lnTo>
                    <a:pt x="11755" y="56090"/>
                  </a:lnTo>
                  <a:lnTo>
                    <a:pt x="0" y="56090"/>
                  </a:lnTo>
                  <a:lnTo>
                    <a:pt x="0" y="56281"/>
                  </a:lnTo>
                  <a:lnTo>
                    <a:pt x="11818" y="56281"/>
                  </a:lnTo>
                  <a:lnTo>
                    <a:pt x="11818" y="56281"/>
                  </a:lnTo>
                  <a:lnTo>
                    <a:pt x="11946" y="56601"/>
                  </a:lnTo>
                  <a:lnTo>
                    <a:pt x="12138" y="56856"/>
                  </a:lnTo>
                  <a:lnTo>
                    <a:pt x="12457" y="57048"/>
                  </a:lnTo>
                  <a:lnTo>
                    <a:pt x="12841" y="57112"/>
                  </a:lnTo>
                  <a:lnTo>
                    <a:pt x="12841" y="57112"/>
                  </a:lnTo>
                  <a:lnTo>
                    <a:pt x="13096" y="57112"/>
                  </a:lnTo>
                  <a:lnTo>
                    <a:pt x="18462" y="66311"/>
                  </a:lnTo>
                  <a:lnTo>
                    <a:pt x="18462" y="66311"/>
                  </a:lnTo>
                  <a:lnTo>
                    <a:pt x="18271" y="66503"/>
                  </a:lnTo>
                  <a:lnTo>
                    <a:pt x="18143" y="66694"/>
                  </a:lnTo>
                  <a:lnTo>
                    <a:pt x="18015" y="66950"/>
                  </a:lnTo>
                  <a:lnTo>
                    <a:pt x="18015" y="67205"/>
                  </a:lnTo>
                  <a:lnTo>
                    <a:pt x="18015" y="67205"/>
                  </a:lnTo>
                  <a:lnTo>
                    <a:pt x="18015" y="67397"/>
                  </a:lnTo>
                  <a:lnTo>
                    <a:pt x="18079" y="67589"/>
                  </a:lnTo>
                  <a:lnTo>
                    <a:pt x="18207" y="67780"/>
                  </a:lnTo>
                  <a:lnTo>
                    <a:pt x="18335" y="67972"/>
                  </a:lnTo>
                  <a:lnTo>
                    <a:pt x="18462" y="68100"/>
                  </a:lnTo>
                  <a:lnTo>
                    <a:pt x="18654" y="68164"/>
                  </a:lnTo>
                  <a:lnTo>
                    <a:pt x="18846" y="68228"/>
                  </a:lnTo>
                  <a:lnTo>
                    <a:pt x="19101" y="68291"/>
                  </a:lnTo>
                  <a:lnTo>
                    <a:pt x="19101" y="68291"/>
                  </a:lnTo>
                  <a:lnTo>
                    <a:pt x="19293" y="68228"/>
                  </a:lnTo>
                  <a:lnTo>
                    <a:pt x="19484" y="68228"/>
                  </a:lnTo>
                  <a:lnTo>
                    <a:pt x="19804" y="67972"/>
                  </a:lnTo>
                  <a:lnTo>
                    <a:pt x="20059" y="67653"/>
                  </a:lnTo>
                  <a:lnTo>
                    <a:pt x="20187" y="67269"/>
                  </a:lnTo>
                  <a:lnTo>
                    <a:pt x="30728" y="67269"/>
                  </a:lnTo>
                  <a:lnTo>
                    <a:pt x="30728" y="67269"/>
                  </a:lnTo>
                  <a:lnTo>
                    <a:pt x="30792" y="67653"/>
                  </a:lnTo>
                  <a:lnTo>
                    <a:pt x="31047" y="67972"/>
                  </a:lnTo>
                  <a:lnTo>
                    <a:pt x="31367" y="68228"/>
                  </a:lnTo>
                  <a:lnTo>
                    <a:pt x="31558" y="68228"/>
                  </a:lnTo>
                  <a:lnTo>
                    <a:pt x="31750" y="68291"/>
                  </a:lnTo>
                  <a:lnTo>
                    <a:pt x="31750" y="68291"/>
                  </a:lnTo>
                  <a:lnTo>
                    <a:pt x="32006" y="68228"/>
                  </a:lnTo>
                  <a:lnTo>
                    <a:pt x="32197" y="68164"/>
                  </a:lnTo>
                  <a:lnTo>
                    <a:pt x="37499" y="77363"/>
                  </a:lnTo>
                  <a:lnTo>
                    <a:pt x="37499" y="77363"/>
                  </a:lnTo>
                  <a:lnTo>
                    <a:pt x="37372" y="77491"/>
                  </a:lnTo>
                  <a:lnTo>
                    <a:pt x="37244" y="77746"/>
                  </a:lnTo>
                  <a:lnTo>
                    <a:pt x="37116" y="77938"/>
                  </a:lnTo>
                  <a:lnTo>
                    <a:pt x="37116" y="78193"/>
                  </a:lnTo>
                  <a:lnTo>
                    <a:pt x="37116" y="78193"/>
                  </a:lnTo>
                  <a:lnTo>
                    <a:pt x="37116" y="78449"/>
                  </a:lnTo>
                  <a:lnTo>
                    <a:pt x="37244" y="78704"/>
                  </a:lnTo>
                  <a:lnTo>
                    <a:pt x="37372" y="78896"/>
                  </a:lnTo>
                  <a:lnTo>
                    <a:pt x="37499" y="79088"/>
                  </a:lnTo>
                  <a:lnTo>
                    <a:pt x="35072" y="83240"/>
                  </a:lnTo>
                  <a:lnTo>
                    <a:pt x="31750" y="89117"/>
                  </a:lnTo>
                  <a:lnTo>
                    <a:pt x="19037" y="89117"/>
                  </a:lnTo>
                  <a:lnTo>
                    <a:pt x="19037" y="89309"/>
                  </a:lnTo>
                  <a:lnTo>
                    <a:pt x="31750" y="89309"/>
                  </a:lnTo>
                  <a:lnTo>
                    <a:pt x="37436" y="99211"/>
                  </a:lnTo>
                  <a:lnTo>
                    <a:pt x="37436" y="99211"/>
                  </a:lnTo>
                  <a:lnTo>
                    <a:pt x="37308" y="99339"/>
                  </a:lnTo>
                  <a:lnTo>
                    <a:pt x="37180" y="99530"/>
                  </a:lnTo>
                  <a:lnTo>
                    <a:pt x="37116" y="99722"/>
                  </a:lnTo>
                  <a:lnTo>
                    <a:pt x="37116" y="99977"/>
                  </a:lnTo>
                  <a:lnTo>
                    <a:pt x="37116" y="99977"/>
                  </a:lnTo>
                  <a:lnTo>
                    <a:pt x="37116" y="100169"/>
                  </a:lnTo>
                  <a:lnTo>
                    <a:pt x="37180" y="100361"/>
                  </a:lnTo>
                  <a:lnTo>
                    <a:pt x="37308" y="100552"/>
                  </a:lnTo>
                  <a:lnTo>
                    <a:pt x="37436" y="100744"/>
                  </a:lnTo>
                  <a:lnTo>
                    <a:pt x="37563" y="100872"/>
                  </a:lnTo>
                  <a:lnTo>
                    <a:pt x="37755" y="100936"/>
                  </a:lnTo>
                  <a:lnTo>
                    <a:pt x="37947" y="100999"/>
                  </a:lnTo>
                  <a:lnTo>
                    <a:pt x="38202" y="101063"/>
                  </a:lnTo>
                  <a:lnTo>
                    <a:pt x="38202" y="101063"/>
                  </a:lnTo>
                  <a:lnTo>
                    <a:pt x="38394" y="100999"/>
                  </a:lnTo>
                  <a:lnTo>
                    <a:pt x="38586" y="100936"/>
                  </a:lnTo>
                  <a:lnTo>
                    <a:pt x="38777" y="100872"/>
                  </a:lnTo>
                  <a:lnTo>
                    <a:pt x="38969" y="100744"/>
                  </a:lnTo>
                  <a:lnTo>
                    <a:pt x="39097" y="100552"/>
                  </a:lnTo>
                  <a:lnTo>
                    <a:pt x="39160" y="100361"/>
                  </a:lnTo>
                  <a:lnTo>
                    <a:pt x="39224" y="100169"/>
                  </a:lnTo>
                  <a:lnTo>
                    <a:pt x="39288" y="99977"/>
                  </a:lnTo>
                  <a:lnTo>
                    <a:pt x="39288" y="99977"/>
                  </a:lnTo>
                  <a:lnTo>
                    <a:pt x="39224" y="99722"/>
                  </a:lnTo>
                  <a:lnTo>
                    <a:pt x="39160" y="99530"/>
                  </a:lnTo>
                  <a:lnTo>
                    <a:pt x="39097" y="99339"/>
                  </a:lnTo>
                  <a:lnTo>
                    <a:pt x="38969" y="99211"/>
                  </a:lnTo>
                  <a:lnTo>
                    <a:pt x="38777" y="99083"/>
                  </a:lnTo>
                  <a:lnTo>
                    <a:pt x="38586" y="98955"/>
                  </a:lnTo>
                  <a:lnTo>
                    <a:pt x="38394" y="98891"/>
                  </a:lnTo>
                  <a:lnTo>
                    <a:pt x="38202" y="98891"/>
                  </a:lnTo>
                  <a:lnTo>
                    <a:pt x="38202" y="98891"/>
                  </a:lnTo>
                  <a:lnTo>
                    <a:pt x="37883" y="98955"/>
                  </a:lnTo>
                  <a:lnTo>
                    <a:pt x="37563" y="99083"/>
                  </a:lnTo>
                  <a:lnTo>
                    <a:pt x="31878" y="89181"/>
                  </a:lnTo>
                  <a:lnTo>
                    <a:pt x="34689" y="84326"/>
                  </a:lnTo>
                  <a:lnTo>
                    <a:pt x="37691" y="79151"/>
                  </a:lnTo>
                  <a:lnTo>
                    <a:pt x="37691" y="79151"/>
                  </a:lnTo>
                  <a:lnTo>
                    <a:pt x="37947" y="79279"/>
                  </a:lnTo>
                  <a:lnTo>
                    <a:pt x="38202" y="79279"/>
                  </a:lnTo>
                  <a:lnTo>
                    <a:pt x="38202" y="79279"/>
                  </a:lnTo>
                  <a:lnTo>
                    <a:pt x="38394" y="79279"/>
                  </a:lnTo>
                  <a:lnTo>
                    <a:pt x="38586" y="79215"/>
                  </a:lnTo>
                  <a:lnTo>
                    <a:pt x="38905" y="79024"/>
                  </a:lnTo>
                  <a:lnTo>
                    <a:pt x="39160" y="78704"/>
                  </a:lnTo>
                  <a:lnTo>
                    <a:pt x="39224" y="78321"/>
                  </a:lnTo>
                  <a:lnTo>
                    <a:pt x="49765" y="78321"/>
                  </a:lnTo>
                  <a:lnTo>
                    <a:pt x="49765" y="78321"/>
                  </a:lnTo>
                  <a:lnTo>
                    <a:pt x="49893" y="78704"/>
                  </a:lnTo>
                  <a:lnTo>
                    <a:pt x="50148" y="79024"/>
                  </a:lnTo>
                  <a:lnTo>
                    <a:pt x="50468" y="79215"/>
                  </a:lnTo>
                  <a:lnTo>
                    <a:pt x="50659" y="79279"/>
                  </a:lnTo>
                  <a:lnTo>
                    <a:pt x="50851" y="79279"/>
                  </a:lnTo>
                  <a:lnTo>
                    <a:pt x="50851" y="79279"/>
                  </a:lnTo>
                  <a:lnTo>
                    <a:pt x="51107" y="79279"/>
                  </a:lnTo>
                  <a:lnTo>
                    <a:pt x="51298" y="79151"/>
                  </a:lnTo>
                  <a:lnTo>
                    <a:pt x="56601" y="88415"/>
                  </a:lnTo>
                  <a:lnTo>
                    <a:pt x="56601" y="88415"/>
                  </a:lnTo>
                  <a:lnTo>
                    <a:pt x="56473" y="88542"/>
                  </a:lnTo>
                  <a:lnTo>
                    <a:pt x="56345" y="88734"/>
                  </a:lnTo>
                  <a:lnTo>
                    <a:pt x="56217" y="88989"/>
                  </a:lnTo>
                  <a:lnTo>
                    <a:pt x="56217" y="89245"/>
                  </a:lnTo>
                  <a:lnTo>
                    <a:pt x="56217" y="89245"/>
                  </a:lnTo>
                  <a:lnTo>
                    <a:pt x="56217" y="89437"/>
                  </a:lnTo>
                  <a:lnTo>
                    <a:pt x="56281" y="89692"/>
                  </a:lnTo>
                  <a:lnTo>
                    <a:pt x="56409" y="89820"/>
                  </a:lnTo>
                  <a:lnTo>
                    <a:pt x="56537" y="90012"/>
                  </a:lnTo>
                  <a:lnTo>
                    <a:pt x="56664" y="90139"/>
                  </a:lnTo>
                  <a:lnTo>
                    <a:pt x="56856" y="90267"/>
                  </a:lnTo>
                  <a:lnTo>
                    <a:pt x="57048" y="90331"/>
                  </a:lnTo>
                  <a:lnTo>
                    <a:pt x="57303" y="90331"/>
                  </a:lnTo>
                  <a:lnTo>
                    <a:pt x="57303" y="90331"/>
                  </a:lnTo>
                  <a:lnTo>
                    <a:pt x="57495" y="90331"/>
                  </a:lnTo>
                  <a:lnTo>
                    <a:pt x="57687" y="90267"/>
                  </a:lnTo>
                  <a:lnTo>
                    <a:pt x="57878" y="90139"/>
                  </a:lnTo>
                  <a:lnTo>
                    <a:pt x="58070" y="90012"/>
                  </a:lnTo>
                  <a:lnTo>
                    <a:pt x="58198" y="89820"/>
                  </a:lnTo>
                  <a:lnTo>
                    <a:pt x="58262" y="89692"/>
                  </a:lnTo>
                  <a:lnTo>
                    <a:pt x="58325" y="89437"/>
                  </a:lnTo>
                  <a:lnTo>
                    <a:pt x="58389" y="89245"/>
                  </a:lnTo>
                  <a:lnTo>
                    <a:pt x="58389" y="89245"/>
                  </a:lnTo>
                  <a:lnTo>
                    <a:pt x="58325" y="89053"/>
                  </a:lnTo>
                  <a:lnTo>
                    <a:pt x="58262" y="88798"/>
                  </a:lnTo>
                  <a:lnTo>
                    <a:pt x="58198" y="88670"/>
                  </a:lnTo>
                  <a:lnTo>
                    <a:pt x="58070" y="88478"/>
                  </a:lnTo>
                  <a:lnTo>
                    <a:pt x="57878" y="88351"/>
                  </a:lnTo>
                  <a:lnTo>
                    <a:pt x="57687" y="88223"/>
                  </a:lnTo>
                  <a:lnTo>
                    <a:pt x="57495" y="88159"/>
                  </a:lnTo>
                  <a:lnTo>
                    <a:pt x="57303" y="88159"/>
                  </a:lnTo>
                  <a:lnTo>
                    <a:pt x="57303" y="88159"/>
                  </a:lnTo>
                  <a:lnTo>
                    <a:pt x="57048" y="88223"/>
                  </a:lnTo>
                  <a:lnTo>
                    <a:pt x="56792" y="88287"/>
                  </a:lnTo>
                  <a:lnTo>
                    <a:pt x="51490" y="79088"/>
                  </a:lnTo>
                  <a:lnTo>
                    <a:pt x="51490" y="79088"/>
                  </a:lnTo>
                  <a:lnTo>
                    <a:pt x="51682" y="78896"/>
                  </a:lnTo>
                  <a:lnTo>
                    <a:pt x="51809" y="78704"/>
                  </a:lnTo>
                  <a:lnTo>
                    <a:pt x="51873" y="78449"/>
                  </a:lnTo>
                  <a:lnTo>
                    <a:pt x="51937" y="78193"/>
                  </a:lnTo>
                  <a:lnTo>
                    <a:pt x="51937" y="78193"/>
                  </a:lnTo>
                  <a:lnTo>
                    <a:pt x="51873" y="77938"/>
                  </a:lnTo>
                  <a:lnTo>
                    <a:pt x="51809" y="77682"/>
                  </a:lnTo>
                  <a:lnTo>
                    <a:pt x="51682" y="77491"/>
                  </a:lnTo>
                  <a:lnTo>
                    <a:pt x="51490" y="77299"/>
                  </a:lnTo>
                  <a:lnTo>
                    <a:pt x="56728" y="68228"/>
                  </a:lnTo>
                  <a:lnTo>
                    <a:pt x="56728" y="68228"/>
                  </a:lnTo>
                  <a:lnTo>
                    <a:pt x="56984" y="68355"/>
                  </a:lnTo>
                  <a:lnTo>
                    <a:pt x="57303" y="68419"/>
                  </a:lnTo>
                  <a:lnTo>
                    <a:pt x="57303" y="68419"/>
                  </a:lnTo>
                  <a:lnTo>
                    <a:pt x="57495" y="68355"/>
                  </a:lnTo>
                  <a:lnTo>
                    <a:pt x="57687" y="68291"/>
                  </a:lnTo>
                  <a:lnTo>
                    <a:pt x="57878" y="68228"/>
                  </a:lnTo>
                  <a:lnTo>
                    <a:pt x="58070" y="68100"/>
                  </a:lnTo>
                  <a:lnTo>
                    <a:pt x="58198" y="67908"/>
                  </a:lnTo>
                  <a:lnTo>
                    <a:pt x="58262" y="67716"/>
                  </a:lnTo>
                  <a:lnTo>
                    <a:pt x="58325" y="67525"/>
                  </a:lnTo>
                  <a:lnTo>
                    <a:pt x="58389" y="67333"/>
                  </a:lnTo>
                  <a:lnTo>
                    <a:pt x="58389" y="67269"/>
                  </a:lnTo>
                  <a:lnTo>
                    <a:pt x="68802" y="67269"/>
                  </a:lnTo>
                  <a:lnTo>
                    <a:pt x="68802" y="67333"/>
                  </a:lnTo>
                  <a:lnTo>
                    <a:pt x="68802" y="67333"/>
                  </a:lnTo>
                  <a:lnTo>
                    <a:pt x="68802" y="67525"/>
                  </a:lnTo>
                  <a:lnTo>
                    <a:pt x="68866" y="67716"/>
                  </a:lnTo>
                  <a:lnTo>
                    <a:pt x="68994" y="67908"/>
                  </a:lnTo>
                  <a:lnTo>
                    <a:pt x="69122" y="68100"/>
                  </a:lnTo>
                  <a:lnTo>
                    <a:pt x="69313" y="68228"/>
                  </a:lnTo>
                  <a:lnTo>
                    <a:pt x="69441" y="68291"/>
                  </a:lnTo>
                  <a:lnTo>
                    <a:pt x="69697" y="68355"/>
                  </a:lnTo>
                  <a:lnTo>
                    <a:pt x="69888" y="68419"/>
                  </a:lnTo>
                  <a:lnTo>
                    <a:pt x="69888" y="68419"/>
                  </a:lnTo>
                  <a:lnTo>
                    <a:pt x="70208" y="68355"/>
                  </a:lnTo>
                  <a:lnTo>
                    <a:pt x="70463" y="68228"/>
                  </a:lnTo>
                  <a:lnTo>
                    <a:pt x="75638" y="77235"/>
                  </a:lnTo>
                  <a:lnTo>
                    <a:pt x="75638" y="77235"/>
                  </a:lnTo>
                  <a:lnTo>
                    <a:pt x="75318" y="77363"/>
                  </a:lnTo>
                  <a:lnTo>
                    <a:pt x="75127" y="77618"/>
                  </a:lnTo>
                  <a:lnTo>
                    <a:pt x="74999" y="77874"/>
                  </a:lnTo>
                  <a:lnTo>
                    <a:pt x="74935" y="78193"/>
                  </a:lnTo>
                  <a:lnTo>
                    <a:pt x="74935" y="78193"/>
                  </a:lnTo>
                  <a:lnTo>
                    <a:pt x="74999" y="78513"/>
                  </a:lnTo>
                  <a:lnTo>
                    <a:pt x="75127" y="78832"/>
                  </a:lnTo>
                  <a:lnTo>
                    <a:pt x="75318" y="79024"/>
                  </a:lnTo>
                  <a:lnTo>
                    <a:pt x="75574" y="79215"/>
                  </a:lnTo>
                  <a:lnTo>
                    <a:pt x="70399" y="88223"/>
                  </a:lnTo>
                  <a:lnTo>
                    <a:pt x="70399" y="88223"/>
                  </a:lnTo>
                  <a:lnTo>
                    <a:pt x="70144" y="88159"/>
                  </a:lnTo>
                  <a:lnTo>
                    <a:pt x="70144" y="88159"/>
                  </a:lnTo>
                  <a:lnTo>
                    <a:pt x="69888" y="88159"/>
                  </a:lnTo>
                  <a:lnTo>
                    <a:pt x="69697" y="88223"/>
                  </a:lnTo>
                  <a:lnTo>
                    <a:pt x="69505" y="88351"/>
                  </a:lnTo>
                  <a:lnTo>
                    <a:pt x="69377" y="88478"/>
                  </a:lnTo>
                  <a:lnTo>
                    <a:pt x="69186" y="88670"/>
                  </a:lnTo>
                  <a:lnTo>
                    <a:pt x="69122" y="88798"/>
                  </a:lnTo>
                  <a:lnTo>
                    <a:pt x="69058" y="89053"/>
                  </a:lnTo>
                  <a:lnTo>
                    <a:pt x="69058" y="89245"/>
                  </a:lnTo>
                  <a:lnTo>
                    <a:pt x="69058" y="89245"/>
                  </a:lnTo>
                  <a:lnTo>
                    <a:pt x="69058" y="89437"/>
                  </a:lnTo>
                  <a:lnTo>
                    <a:pt x="69122" y="89692"/>
                  </a:lnTo>
                  <a:lnTo>
                    <a:pt x="69186" y="89820"/>
                  </a:lnTo>
                  <a:lnTo>
                    <a:pt x="69377" y="90012"/>
                  </a:lnTo>
                  <a:lnTo>
                    <a:pt x="69505" y="90139"/>
                  </a:lnTo>
                  <a:lnTo>
                    <a:pt x="69697" y="90267"/>
                  </a:lnTo>
                  <a:lnTo>
                    <a:pt x="69888" y="90331"/>
                  </a:lnTo>
                  <a:lnTo>
                    <a:pt x="70144" y="90331"/>
                  </a:lnTo>
                  <a:lnTo>
                    <a:pt x="70144" y="90331"/>
                  </a:lnTo>
                  <a:lnTo>
                    <a:pt x="70336" y="90331"/>
                  </a:lnTo>
                  <a:lnTo>
                    <a:pt x="70527" y="90267"/>
                  </a:lnTo>
                  <a:lnTo>
                    <a:pt x="70719" y="90139"/>
                  </a:lnTo>
                  <a:lnTo>
                    <a:pt x="70847" y="90012"/>
                  </a:lnTo>
                  <a:lnTo>
                    <a:pt x="71038" y="89820"/>
                  </a:lnTo>
                  <a:lnTo>
                    <a:pt x="71102" y="89692"/>
                  </a:lnTo>
                  <a:lnTo>
                    <a:pt x="71166" y="89437"/>
                  </a:lnTo>
                  <a:lnTo>
                    <a:pt x="71166" y="89245"/>
                  </a:lnTo>
                  <a:lnTo>
                    <a:pt x="71166" y="89245"/>
                  </a:lnTo>
                  <a:lnTo>
                    <a:pt x="71166" y="88926"/>
                  </a:lnTo>
                  <a:lnTo>
                    <a:pt x="71038" y="88670"/>
                  </a:lnTo>
                  <a:lnTo>
                    <a:pt x="70847" y="88415"/>
                  </a:lnTo>
                  <a:lnTo>
                    <a:pt x="70591" y="88287"/>
                  </a:lnTo>
                  <a:lnTo>
                    <a:pt x="75766" y="79279"/>
                  </a:lnTo>
                  <a:lnTo>
                    <a:pt x="75766" y="79279"/>
                  </a:lnTo>
                  <a:lnTo>
                    <a:pt x="76021" y="79279"/>
                  </a:lnTo>
                  <a:lnTo>
                    <a:pt x="76021" y="79279"/>
                  </a:lnTo>
                  <a:lnTo>
                    <a:pt x="76277" y="79279"/>
                  </a:lnTo>
                  <a:lnTo>
                    <a:pt x="76468" y="79215"/>
                  </a:lnTo>
                  <a:lnTo>
                    <a:pt x="76660" y="79088"/>
                  </a:lnTo>
                  <a:lnTo>
                    <a:pt x="76788" y="78960"/>
                  </a:lnTo>
                  <a:lnTo>
                    <a:pt x="76915" y="78832"/>
                  </a:lnTo>
                  <a:lnTo>
                    <a:pt x="77043" y="78640"/>
                  </a:lnTo>
                  <a:lnTo>
                    <a:pt x="77107" y="78449"/>
                  </a:lnTo>
                  <a:lnTo>
                    <a:pt x="77107" y="78193"/>
                  </a:lnTo>
                  <a:lnTo>
                    <a:pt x="77107" y="78193"/>
                  </a:lnTo>
                  <a:lnTo>
                    <a:pt x="77107" y="78002"/>
                  </a:lnTo>
                  <a:lnTo>
                    <a:pt x="77043" y="77810"/>
                  </a:lnTo>
                  <a:lnTo>
                    <a:pt x="76915" y="77618"/>
                  </a:lnTo>
                  <a:lnTo>
                    <a:pt x="76788" y="77427"/>
                  </a:lnTo>
                  <a:lnTo>
                    <a:pt x="76660" y="77299"/>
                  </a:lnTo>
                  <a:lnTo>
                    <a:pt x="76468" y="77235"/>
                  </a:lnTo>
                  <a:lnTo>
                    <a:pt x="76277" y="77171"/>
                  </a:lnTo>
                  <a:lnTo>
                    <a:pt x="76021" y="77107"/>
                  </a:lnTo>
                  <a:lnTo>
                    <a:pt x="76021" y="77107"/>
                  </a:lnTo>
                  <a:lnTo>
                    <a:pt x="75829" y="77171"/>
                  </a:lnTo>
                  <a:lnTo>
                    <a:pt x="70591" y="68164"/>
                  </a:lnTo>
                  <a:lnTo>
                    <a:pt x="70591" y="68164"/>
                  </a:lnTo>
                  <a:lnTo>
                    <a:pt x="70783" y="67972"/>
                  </a:lnTo>
                  <a:lnTo>
                    <a:pt x="70847" y="67780"/>
                  </a:lnTo>
                  <a:lnTo>
                    <a:pt x="70974" y="67589"/>
                  </a:lnTo>
                  <a:lnTo>
                    <a:pt x="70974" y="67333"/>
                  </a:lnTo>
                  <a:lnTo>
                    <a:pt x="70974" y="67333"/>
                  </a:lnTo>
                  <a:lnTo>
                    <a:pt x="70910" y="67078"/>
                  </a:lnTo>
                  <a:lnTo>
                    <a:pt x="70847" y="66822"/>
                  </a:lnTo>
                  <a:lnTo>
                    <a:pt x="70719" y="66567"/>
                  </a:lnTo>
                  <a:lnTo>
                    <a:pt x="70463" y="66439"/>
                  </a:lnTo>
                  <a:lnTo>
                    <a:pt x="75829" y="57176"/>
                  </a:lnTo>
                  <a:lnTo>
                    <a:pt x="75829" y="57176"/>
                  </a:lnTo>
                  <a:lnTo>
                    <a:pt x="76085" y="57240"/>
                  </a:lnTo>
                  <a:lnTo>
                    <a:pt x="76277" y="57240"/>
                  </a:lnTo>
                  <a:lnTo>
                    <a:pt x="76277" y="57240"/>
                  </a:lnTo>
                  <a:lnTo>
                    <a:pt x="76468" y="57240"/>
                  </a:lnTo>
                  <a:lnTo>
                    <a:pt x="76660" y="57176"/>
                  </a:lnTo>
                  <a:lnTo>
                    <a:pt x="77043" y="56984"/>
                  </a:lnTo>
                  <a:lnTo>
                    <a:pt x="77235" y="56665"/>
                  </a:lnTo>
                  <a:lnTo>
                    <a:pt x="77363" y="56281"/>
                  </a:lnTo>
                  <a:lnTo>
                    <a:pt x="87967" y="56281"/>
                  </a:lnTo>
                  <a:lnTo>
                    <a:pt x="87967" y="56281"/>
                  </a:lnTo>
                  <a:lnTo>
                    <a:pt x="88031" y="56665"/>
                  </a:lnTo>
                  <a:lnTo>
                    <a:pt x="88287" y="56984"/>
                  </a:lnTo>
                  <a:lnTo>
                    <a:pt x="88606" y="57176"/>
                  </a:lnTo>
                  <a:lnTo>
                    <a:pt x="88798" y="57240"/>
                  </a:lnTo>
                  <a:lnTo>
                    <a:pt x="88989" y="57240"/>
                  </a:lnTo>
                  <a:lnTo>
                    <a:pt x="88989" y="57240"/>
                  </a:lnTo>
                  <a:lnTo>
                    <a:pt x="89245" y="57240"/>
                  </a:lnTo>
                  <a:lnTo>
                    <a:pt x="89437" y="57176"/>
                  </a:lnTo>
                  <a:lnTo>
                    <a:pt x="89628" y="57048"/>
                  </a:lnTo>
                  <a:lnTo>
                    <a:pt x="89756" y="56920"/>
                  </a:lnTo>
                  <a:lnTo>
                    <a:pt x="89884" y="56792"/>
                  </a:lnTo>
                  <a:lnTo>
                    <a:pt x="90012" y="56601"/>
                  </a:lnTo>
                  <a:lnTo>
                    <a:pt x="90075" y="56409"/>
                  </a:lnTo>
                  <a:lnTo>
                    <a:pt x="90075" y="56154"/>
                  </a:lnTo>
                  <a:lnTo>
                    <a:pt x="90075" y="56154"/>
                  </a:lnTo>
                  <a:lnTo>
                    <a:pt x="90075" y="55898"/>
                  </a:lnTo>
                  <a:lnTo>
                    <a:pt x="89948" y="55643"/>
                  </a:lnTo>
                  <a:lnTo>
                    <a:pt x="89820" y="55451"/>
                  </a:lnTo>
                  <a:lnTo>
                    <a:pt x="89628" y="55323"/>
                  </a:lnTo>
                  <a:lnTo>
                    <a:pt x="94931" y="46060"/>
                  </a:lnTo>
                  <a:lnTo>
                    <a:pt x="94931" y="46060"/>
                  </a:lnTo>
                  <a:lnTo>
                    <a:pt x="95250" y="46188"/>
                  </a:lnTo>
                  <a:lnTo>
                    <a:pt x="95569" y="46252"/>
                  </a:lnTo>
                  <a:lnTo>
                    <a:pt x="95569" y="46252"/>
                  </a:lnTo>
                  <a:lnTo>
                    <a:pt x="95761" y="46252"/>
                  </a:lnTo>
                  <a:lnTo>
                    <a:pt x="95953" y="46188"/>
                  </a:lnTo>
                  <a:lnTo>
                    <a:pt x="96272" y="45932"/>
                  </a:lnTo>
                  <a:lnTo>
                    <a:pt x="96528" y="45677"/>
                  </a:lnTo>
                  <a:lnTo>
                    <a:pt x="96592" y="45230"/>
                  </a:lnTo>
                  <a:lnTo>
                    <a:pt x="106941" y="45230"/>
                  </a:lnTo>
                  <a:lnTo>
                    <a:pt x="106941" y="45230"/>
                  </a:lnTo>
                  <a:lnTo>
                    <a:pt x="107068" y="45677"/>
                  </a:lnTo>
                  <a:lnTo>
                    <a:pt x="107260" y="45932"/>
                  </a:lnTo>
                  <a:lnTo>
                    <a:pt x="107579" y="46188"/>
                  </a:lnTo>
                  <a:lnTo>
                    <a:pt x="107771" y="46252"/>
                  </a:lnTo>
                  <a:lnTo>
                    <a:pt x="108027" y="46252"/>
                  </a:lnTo>
                  <a:lnTo>
                    <a:pt x="108027" y="46252"/>
                  </a:lnTo>
                  <a:lnTo>
                    <a:pt x="108218" y="46252"/>
                  </a:lnTo>
                  <a:lnTo>
                    <a:pt x="108410" y="46188"/>
                  </a:lnTo>
                  <a:lnTo>
                    <a:pt x="108602" y="46060"/>
                  </a:lnTo>
                  <a:lnTo>
                    <a:pt x="108793" y="45932"/>
                  </a:lnTo>
                  <a:lnTo>
                    <a:pt x="108921" y="45741"/>
                  </a:lnTo>
                  <a:lnTo>
                    <a:pt x="108985" y="45613"/>
                  </a:lnTo>
                  <a:lnTo>
                    <a:pt x="109049" y="45357"/>
                  </a:lnTo>
                  <a:lnTo>
                    <a:pt x="109113" y="45166"/>
                  </a:lnTo>
                  <a:lnTo>
                    <a:pt x="109113" y="45166"/>
                  </a:lnTo>
                  <a:lnTo>
                    <a:pt x="109049" y="44974"/>
                  </a:lnTo>
                  <a:lnTo>
                    <a:pt x="108985" y="44719"/>
                  </a:lnTo>
                  <a:lnTo>
                    <a:pt x="108921" y="44527"/>
                  </a:lnTo>
                  <a:lnTo>
                    <a:pt x="108793" y="44399"/>
                  </a:lnTo>
                  <a:lnTo>
                    <a:pt x="108602" y="44271"/>
                  </a:lnTo>
                  <a:lnTo>
                    <a:pt x="108410" y="44144"/>
                  </a:lnTo>
                  <a:lnTo>
                    <a:pt x="108218" y="44080"/>
                  </a:lnTo>
                  <a:lnTo>
                    <a:pt x="108027" y="44080"/>
                  </a:lnTo>
                  <a:lnTo>
                    <a:pt x="108027" y="44080"/>
                  </a:lnTo>
                  <a:lnTo>
                    <a:pt x="107771" y="44080"/>
                  </a:lnTo>
                  <a:lnTo>
                    <a:pt x="107579" y="44144"/>
                  </a:lnTo>
                  <a:lnTo>
                    <a:pt x="107260" y="44335"/>
                  </a:lnTo>
                  <a:lnTo>
                    <a:pt x="107068" y="44655"/>
                  </a:lnTo>
                  <a:lnTo>
                    <a:pt x="106941" y="45038"/>
                  </a:lnTo>
                  <a:lnTo>
                    <a:pt x="96592" y="45038"/>
                  </a:lnTo>
                  <a:lnTo>
                    <a:pt x="96592" y="45038"/>
                  </a:lnTo>
                  <a:lnTo>
                    <a:pt x="96528" y="44655"/>
                  </a:lnTo>
                  <a:lnTo>
                    <a:pt x="96272" y="44335"/>
                  </a:lnTo>
                  <a:lnTo>
                    <a:pt x="95953" y="44144"/>
                  </a:lnTo>
                  <a:lnTo>
                    <a:pt x="95761" y="44080"/>
                  </a:lnTo>
                  <a:lnTo>
                    <a:pt x="95569" y="44080"/>
                  </a:lnTo>
                  <a:lnTo>
                    <a:pt x="95569" y="44080"/>
                  </a:lnTo>
                  <a:lnTo>
                    <a:pt x="95250" y="44144"/>
                  </a:lnTo>
                  <a:lnTo>
                    <a:pt x="94931" y="44271"/>
                  </a:lnTo>
                  <a:lnTo>
                    <a:pt x="89628" y="35008"/>
                  </a:lnTo>
                  <a:lnTo>
                    <a:pt x="89628" y="35008"/>
                  </a:lnTo>
                  <a:lnTo>
                    <a:pt x="89820" y="34881"/>
                  </a:lnTo>
                  <a:lnTo>
                    <a:pt x="89948" y="34625"/>
                  </a:lnTo>
                  <a:lnTo>
                    <a:pt x="90075" y="34433"/>
                  </a:lnTo>
                  <a:lnTo>
                    <a:pt x="90075" y="34178"/>
                  </a:lnTo>
                  <a:lnTo>
                    <a:pt x="90075" y="34178"/>
                  </a:lnTo>
                  <a:lnTo>
                    <a:pt x="90075" y="33858"/>
                  </a:lnTo>
                  <a:lnTo>
                    <a:pt x="89948" y="33667"/>
                  </a:lnTo>
                  <a:lnTo>
                    <a:pt x="89820" y="33411"/>
                  </a:lnTo>
                  <a:lnTo>
                    <a:pt x="89628" y="33284"/>
                  </a:lnTo>
                  <a:lnTo>
                    <a:pt x="90395" y="31942"/>
                  </a:lnTo>
                  <a:lnTo>
                    <a:pt x="94931" y="24021"/>
                  </a:lnTo>
                  <a:lnTo>
                    <a:pt x="94931" y="24021"/>
                  </a:lnTo>
                  <a:lnTo>
                    <a:pt x="95250" y="24148"/>
                  </a:lnTo>
                  <a:lnTo>
                    <a:pt x="95569" y="24212"/>
                  </a:lnTo>
                  <a:lnTo>
                    <a:pt x="95569" y="24212"/>
                  </a:lnTo>
                  <a:lnTo>
                    <a:pt x="95761" y="24212"/>
                  </a:lnTo>
                  <a:lnTo>
                    <a:pt x="95953" y="24148"/>
                  </a:lnTo>
                  <a:lnTo>
                    <a:pt x="96272" y="23957"/>
                  </a:lnTo>
                  <a:lnTo>
                    <a:pt x="96528" y="23637"/>
                  </a:lnTo>
                  <a:lnTo>
                    <a:pt x="96592" y="23254"/>
                  </a:lnTo>
                  <a:lnTo>
                    <a:pt x="108027" y="23254"/>
                  </a:lnTo>
                  <a:lnTo>
                    <a:pt x="113840" y="33284"/>
                  </a:lnTo>
                  <a:lnTo>
                    <a:pt x="113840" y="33284"/>
                  </a:lnTo>
                  <a:lnTo>
                    <a:pt x="113648" y="33411"/>
                  </a:lnTo>
                  <a:lnTo>
                    <a:pt x="113521" y="33667"/>
                  </a:lnTo>
                  <a:lnTo>
                    <a:pt x="113393" y="33858"/>
                  </a:lnTo>
                  <a:lnTo>
                    <a:pt x="113393" y="34178"/>
                  </a:lnTo>
                  <a:lnTo>
                    <a:pt x="113393" y="34178"/>
                  </a:lnTo>
                  <a:lnTo>
                    <a:pt x="113393" y="34370"/>
                  </a:lnTo>
                  <a:lnTo>
                    <a:pt x="113457" y="34561"/>
                  </a:lnTo>
                  <a:lnTo>
                    <a:pt x="113585" y="34753"/>
                  </a:lnTo>
                  <a:lnTo>
                    <a:pt x="113712" y="34881"/>
                  </a:lnTo>
                  <a:lnTo>
                    <a:pt x="113840" y="35072"/>
                  </a:lnTo>
                  <a:lnTo>
                    <a:pt x="114032" y="35136"/>
                  </a:lnTo>
                  <a:lnTo>
                    <a:pt x="114223" y="35200"/>
                  </a:lnTo>
                  <a:lnTo>
                    <a:pt x="114479" y="35200"/>
                  </a:lnTo>
                  <a:lnTo>
                    <a:pt x="114479" y="35200"/>
                  </a:lnTo>
                  <a:lnTo>
                    <a:pt x="114671" y="35200"/>
                  </a:lnTo>
                  <a:lnTo>
                    <a:pt x="114862" y="35136"/>
                  </a:lnTo>
                  <a:lnTo>
                    <a:pt x="115054" y="35072"/>
                  </a:lnTo>
                  <a:lnTo>
                    <a:pt x="115245" y="34881"/>
                  </a:lnTo>
                  <a:lnTo>
                    <a:pt x="115373" y="34753"/>
                  </a:lnTo>
                  <a:lnTo>
                    <a:pt x="115437" y="34561"/>
                  </a:lnTo>
                  <a:lnTo>
                    <a:pt x="115501" y="34370"/>
                  </a:lnTo>
                  <a:lnTo>
                    <a:pt x="115501" y="34178"/>
                  </a:lnTo>
                  <a:lnTo>
                    <a:pt x="115501" y="34178"/>
                  </a:lnTo>
                  <a:lnTo>
                    <a:pt x="115501" y="33922"/>
                  </a:lnTo>
                  <a:lnTo>
                    <a:pt x="115437" y="33731"/>
                  </a:lnTo>
                  <a:lnTo>
                    <a:pt x="115373" y="33539"/>
                  </a:lnTo>
                  <a:lnTo>
                    <a:pt x="115245" y="33411"/>
                  </a:lnTo>
                  <a:lnTo>
                    <a:pt x="115054" y="33220"/>
                  </a:lnTo>
                  <a:lnTo>
                    <a:pt x="114862" y="33156"/>
                  </a:lnTo>
                  <a:lnTo>
                    <a:pt x="114671" y="33092"/>
                  </a:lnTo>
                  <a:lnTo>
                    <a:pt x="114479" y="33092"/>
                  </a:lnTo>
                  <a:lnTo>
                    <a:pt x="114479" y="33092"/>
                  </a:lnTo>
                  <a:lnTo>
                    <a:pt x="114223" y="33092"/>
                  </a:lnTo>
                  <a:lnTo>
                    <a:pt x="113968" y="33156"/>
                  </a:lnTo>
                  <a:lnTo>
                    <a:pt x="108154" y="23062"/>
                  </a:lnTo>
                  <a:lnTo>
                    <a:pt x="108154" y="23062"/>
                  </a:lnTo>
                  <a:lnTo>
                    <a:pt x="96592" y="23062"/>
                  </a:lnTo>
                  <a:lnTo>
                    <a:pt x="96592" y="23062"/>
                  </a:lnTo>
                  <a:lnTo>
                    <a:pt x="96528" y="22679"/>
                  </a:lnTo>
                  <a:lnTo>
                    <a:pt x="96272" y="22360"/>
                  </a:lnTo>
                  <a:lnTo>
                    <a:pt x="95953" y="22104"/>
                  </a:lnTo>
                  <a:lnTo>
                    <a:pt x="95761" y="22040"/>
                  </a:lnTo>
                  <a:lnTo>
                    <a:pt x="95569" y="22040"/>
                  </a:lnTo>
                  <a:lnTo>
                    <a:pt x="95569" y="22040"/>
                  </a:lnTo>
                  <a:lnTo>
                    <a:pt x="95250" y="22104"/>
                  </a:lnTo>
                  <a:lnTo>
                    <a:pt x="94931" y="22232"/>
                  </a:lnTo>
                  <a:lnTo>
                    <a:pt x="89628" y="12969"/>
                  </a:lnTo>
                  <a:lnTo>
                    <a:pt x="89628" y="12969"/>
                  </a:lnTo>
                  <a:lnTo>
                    <a:pt x="89820" y="12841"/>
                  </a:lnTo>
                  <a:lnTo>
                    <a:pt x="89948" y="12649"/>
                  </a:lnTo>
                  <a:lnTo>
                    <a:pt x="90075" y="12394"/>
                  </a:lnTo>
                  <a:lnTo>
                    <a:pt x="90075" y="12138"/>
                  </a:lnTo>
                  <a:lnTo>
                    <a:pt x="90075" y="12138"/>
                  </a:lnTo>
                  <a:lnTo>
                    <a:pt x="90075" y="11883"/>
                  </a:lnTo>
                  <a:lnTo>
                    <a:pt x="90012" y="11691"/>
                  </a:lnTo>
                  <a:lnTo>
                    <a:pt x="89884" y="11499"/>
                  </a:lnTo>
                  <a:lnTo>
                    <a:pt x="89756" y="11372"/>
                  </a:lnTo>
                  <a:lnTo>
                    <a:pt x="89628" y="11244"/>
                  </a:lnTo>
                  <a:lnTo>
                    <a:pt x="89437" y="11116"/>
                  </a:lnTo>
                  <a:lnTo>
                    <a:pt x="89245" y="11052"/>
                  </a:lnTo>
                  <a:lnTo>
                    <a:pt x="88989" y="11052"/>
                  </a:lnTo>
                  <a:lnTo>
                    <a:pt x="88989" y="11052"/>
                  </a:lnTo>
                  <a:lnTo>
                    <a:pt x="88798" y="11052"/>
                  </a:lnTo>
                  <a:lnTo>
                    <a:pt x="88606" y="11116"/>
                  </a:lnTo>
                  <a:lnTo>
                    <a:pt x="88287" y="11308"/>
                  </a:lnTo>
                  <a:lnTo>
                    <a:pt x="88031" y="11627"/>
                  </a:lnTo>
                  <a:lnTo>
                    <a:pt x="87967" y="12011"/>
                  </a:lnTo>
                  <a:lnTo>
                    <a:pt x="77363" y="12011"/>
                  </a:lnTo>
                  <a:lnTo>
                    <a:pt x="77363" y="12011"/>
                  </a:lnTo>
                  <a:lnTo>
                    <a:pt x="77235" y="11627"/>
                  </a:lnTo>
                  <a:lnTo>
                    <a:pt x="77043" y="11308"/>
                  </a:lnTo>
                  <a:lnTo>
                    <a:pt x="76660" y="11116"/>
                  </a:lnTo>
                  <a:lnTo>
                    <a:pt x="76468" y="11052"/>
                  </a:lnTo>
                  <a:lnTo>
                    <a:pt x="76277" y="11052"/>
                  </a:lnTo>
                  <a:lnTo>
                    <a:pt x="76277" y="11052"/>
                  </a:lnTo>
                  <a:lnTo>
                    <a:pt x="76085" y="11052"/>
                  </a:lnTo>
                  <a:lnTo>
                    <a:pt x="75829" y="11116"/>
                  </a:lnTo>
                  <a:lnTo>
                    <a:pt x="70527" y="1981"/>
                  </a:lnTo>
                  <a:lnTo>
                    <a:pt x="70527" y="1981"/>
                  </a:lnTo>
                  <a:lnTo>
                    <a:pt x="70719" y="1789"/>
                  </a:lnTo>
                  <a:lnTo>
                    <a:pt x="70910" y="1598"/>
                  </a:lnTo>
                  <a:lnTo>
                    <a:pt x="70974" y="1342"/>
                  </a:lnTo>
                  <a:lnTo>
                    <a:pt x="71038" y="1087"/>
                  </a:lnTo>
                  <a:lnTo>
                    <a:pt x="71038" y="1087"/>
                  </a:lnTo>
                  <a:lnTo>
                    <a:pt x="70974" y="895"/>
                  </a:lnTo>
                  <a:lnTo>
                    <a:pt x="70910" y="703"/>
                  </a:lnTo>
                  <a:lnTo>
                    <a:pt x="70847" y="512"/>
                  </a:lnTo>
                  <a:lnTo>
                    <a:pt x="70719" y="320"/>
                  </a:lnTo>
                  <a:lnTo>
                    <a:pt x="70527" y="192"/>
                  </a:lnTo>
                  <a:lnTo>
                    <a:pt x="70336" y="128"/>
                  </a:lnTo>
                  <a:lnTo>
                    <a:pt x="70144" y="64"/>
                  </a:lnTo>
                  <a:lnTo>
                    <a:pt x="69952"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able of contents">
  <p:cSld name="BLANK_1">
    <p:bg>
      <p:bgPr>
        <a:gradFill>
          <a:gsLst>
            <a:gs pos="0">
              <a:schemeClr val="dk2"/>
            </a:gs>
            <a:gs pos="100000">
              <a:schemeClr val="lt1"/>
            </a:gs>
          </a:gsLst>
          <a:lin ang="5400012" scaled="0"/>
        </a:gradFill>
        <a:effectLst/>
      </p:bgPr>
    </p:bg>
    <p:spTree>
      <p:nvGrpSpPr>
        <p:cNvPr id="1" name="Shape 1073"/>
        <p:cNvGrpSpPr/>
        <p:nvPr/>
      </p:nvGrpSpPr>
      <p:grpSpPr>
        <a:xfrm>
          <a:off x="0" y="0"/>
          <a:ext cx="0" cy="0"/>
          <a:chOff x="0" y="0"/>
          <a:chExt cx="0" cy="0"/>
        </a:xfrm>
      </p:grpSpPr>
      <p:sp>
        <p:nvSpPr>
          <p:cNvPr id="1074" name="Google Shape;1074;p13"/>
          <p:cNvSpPr txBox="1">
            <a:spLocks noGrp="1"/>
          </p:cNvSpPr>
          <p:nvPr>
            <p:ph type="title"/>
          </p:nvPr>
        </p:nvSpPr>
        <p:spPr>
          <a:xfrm>
            <a:off x="720000" y="532925"/>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5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a:p>
        </p:txBody>
      </p:sp>
      <p:sp>
        <p:nvSpPr>
          <p:cNvPr id="1075" name="Google Shape;1075;p13"/>
          <p:cNvSpPr txBox="1">
            <a:spLocks noGrp="1"/>
          </p:cNvSpPr>
          <p:nvPr>
            <p:ph type="title" idx="2" hasCustomPrompt="1"/>
          </p:nvPr>
        </p:nvSpPr>
        <p:spPr>
          <a:xfrm>
            <a:off x="3320925" y="1893113"/>
            <a:ext cx="8025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3500" b="1">
                <a:latin typeface="Roboto Mono"/>
                <a:ea typeface="Roboto Mono"/>
                <a:cs typeface="Roboto Mono"/>
                <a:sym typeface="Roboto Mono"/>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1076" name="Google Shape;1076;p13"/>
          <p:cNvSpPr txBox="1">
            <a:spLocks noGrp="1"/>
          </p:cNvSpPr>
          <p:nvPr>
            <p:ph type="title" idx="3" hasCustomPrompt="1"/>
          </p:nvPr>
        </p:nvSpPr>
        <p:spPr>
          <a:xfrm>
            <a:off x="5020575" y="1893113"/>
            <a:ext cx="8025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3500"/>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1077" name="Google Shape;1077;p13"/>
          <p:cNvSpPr txBox="1">
            <a:spLocks noGrp="1"/>
          </p:cNvSpPr>
          <p:nvPr>
            <p:ph type="title" idx="4" hasCustomPrompt="1"/>
          </p:nvPr>
        </p:nvSpPr>
        <p:spPr>
          <a:xfrm>
            <a:off x="3320925" y="2854382"/>
            <a:ext cx="8025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3500"/>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1078" name="Google Shape;1078;p13"/>
          <p:cNvSpPr txBox="1">
            <a:spLocks noGrp="1"/>
          </p:cNvSpPr>
          <p:nvPr>
            <p:ph type="title" idx="5" hasCustomPrompt="1"/>
          </p:nvPr>
        </p:nvSpPr>
        <p:spPr>
          <a:xfrm>
            <a:off x="5020575" y="2854382"/>
            <a:ext cx="8025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3500"/>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1079" name="Google Shape;1079;p13"/>
          <p:cNvSpPr txBox="1">
            <a:spLocks noGrp="1"/>
          </p:cNvSpPr>
          <p:nvPr>
            <p:ph type="title" idx="6" hasCustomPrompt="1"/>
          </p:nvPr>
        </p:nvSpPr>
        <p:spPr>
          <a:xfrm>
            <a:off x="3320925" y="3815651"/>
            <a:ext cx="8025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3500"/>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1080" name="Google Shape;1080;p13"/>
          <p:cNvSpPr txBox="1">
            <a:spLocks noGrp="1"/>
          </p:cNvSpPr>
          <p:nvPr>
            <p:ph type="title" idx="7" hasCustomPrompt="1"/>
          </p:nvPr>
        </p:nvSpPr>
        <p:spPr>
          <a:xfrm>
            <a:off x="5020575" y="3815651"/>
            <a:ext cx="8025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3500"/>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1081" name="Google Shape;1081;p13"/>
          <p:cNvSpPr txBox="1">
            <a:spLocks noGrp="1"/>
          </p:cNvSpPr>
          <p:nvPr>
            <p:ph type="subTitle" idx="1"/>
          </p:nvPr>
        </p:nvSpPr>
        <p:spPr>
          <a:xfrm>
            <a:off x="1629825" y="1893113"/>
            <a:ext cx="1551000" cy="5028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Clr>
                <a:schemeClr val="accent2"/>
              </a:buClr>
              <a:buSzPts val="2200"/>
              <a:buFont typeface="Zen Antique"/>
              <a:buNone/>
              <a:defRPr sz="2200">
                <a:latin typeface="Roboto Mono SemiBold"/>
                <a:ea typeface="Roboto Mono SemiBold"/>
                <a:cs typeface="Roboto Mono SemiBold"/>
                <a:sym typeface="Roboto Mono SemiBol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82" name="Google Shape;1082;p13"/>
          <p:cNvSpPr txBox="1">
            <a:spLocks noGrp="1"/>
          </p:cNvSpPr>
          <p:nvPr>
            <p:ph type="subTitle" idx="8"/>
          </p:nvPr>
        </p:nvSpPr>
        <p:spPr>
          <a:xfrm>
            <a:off x="1629825" y="2854382"/>
            <a:ext cx="1551000" cy="5028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Clr>
                <a:schemeClr val="accent2"/>
              </a:buClr>
              <a:buSzPts val="2200"/>
              <a:buFont typeface="Zen Antique"/>
              <a:buNone/>
              <a:defRPr sz="2200">
                <a:latin typeface="Roboto Mono SemiBold"/>
                <a:ea typeface="Roboto Mono SemiBold"/>
                <a:cs typeface="Roboto Mono SemiBold"/>
                <a:sym typeface="Roboto Mono SemiBol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83" name="Google Shape;1083;p13"/>
          <p:cNvSpPr txBox="1">
            <a:spLocks noGrp="1"/>
          </p:cNvSpPr>
          <p:nvPr>
            <p:ph type="subTitle" idx="9"/>
          </p:nvPr>
        </p:nvSpPr>
        <p:spPr>
          <a:xfrm>
            <a:off x="1629825" y="3815651"/>
            <a:ext cx="1551000" cy="5028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Clr>
                <a:schemeClr val="accent2"/>
              </a:buClr>
              <a:buSzPts val="2200"/>
              <a:buFont typeface="Zen Antique"/>
              <a:buNone/>
              <a:defRPr sz="2200">
                <a:latin typeface="Roboto Mono SemiBold"/>
                <a:ea typeface="Roboto Mono SemiBold"/>
                <a:cs typeface="Roboto Mono SemiBold"/>
                <a:sym typeface="Roboto Mono SemiBol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84" name="Google Shape;1084;p13"/>
          <p:cNvSpPr txBox="1">
            <a:spLocks noGrp="1"/>
          </p:cNvSpPr>
          <p:nvPr>
            <p:ph type="subTitle" idx="13"/>
          </p:nvPr>
        </p:nvSpPr>
        <p:spPr>
          <a:xfrm>
            <a:off x="5963175" y="1893113"/>
            <a:ext cx="15510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accent2"/>
              </a:buClr>
              <a:buSzPts val="2200"/>
              <a:buFont typeface="Zen Antique"/>
              <a:buNone/>
              <a:defRPr sz="2200">
                <a:latin typeface="Roboto Mono SemiBold"/>
                <a:ea typeface="Roboto Mono SemiBold"/>
                <a:cs typeface="Roboto Mono SemiBold"/>
                <a:sym typeface="Roboto Mono SemiBol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85" name="Google Shape;1085;p13"/>
          <p:cNvSpPr txBox="1">
            <a:spLocks noGrp="1"/>
          </p:cNvSpPr>
          <p:nvPr>
            <p:ph type="subTitle" idx="14"/>
          </p:nvPr>
        </p:nvSpPr>
        <p:spPr>
          <a:xfrm>
            <a:off x="5963175" y="2854382"/>
            <a:ext cx="15510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accent2"/>
              </a:buClr>
              <a:buSzPts val="2200"/>
              <a:buFont typeface="Zen Antique"/>
              <a:buNone/>
              <a:defRPr sz="2200">
                <a:latin typeface="Roboto Mono SemiBold"/>
                <a:ea typeface="Roboto Mono SemiBold"/>
                <a:cs typeface="Roboto Mono SemiBold"/>
                <a:sym typeface="Roboto Mono SemiBol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86" name="Google Shape;1086;p13"/>
          <p:cNvSpPr txBox="1">
            <a:spLocks noGrp="1"/>
          </p:cNvSpPr>
          <p:nvPr>
            <p:ph type="subTitle" idx="15"/>
          </p:nvPr>
        </p:nvSpPr>
        <p:spPr>
          <a:xfrm>
            <a:off x="5963175" y="3815651"/>
            <a:ext cx="15510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accent2"/>
              </a:buClr>
              <a:buSzPts val="2200"/>
              <a:buFont typeface="Zen Antique"/>
              <a:buNone/>
              <a:defRPr sz="2200">
                <a:latin typeface="Roboto Mono SemiBold"/>
                <a:ea typeface="Roboto Mono SemiBold"/>
                <a:cs typeface="Roboto Mono SemiBold"/>
                <a:sym typeface="Roboto Mono SemiBold"/>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grpSp>
        <p:nvGrpSpPr>
          <p:cNvPr id="1087" name="Google Shape;1087;p13"/>
          <p:cNvGrpSpPr/>
          <p:nvPr/>
        </p:nvGrpSpPr>
        <p:grpSpPr>
          <a:xfrm flipH="1">
            <a:off x="-1370432" y="844784"/>
            <a:ext cx="2638315" cy="4402295"/>
            <a:chOff x="238125" y="1025750"/>
            <a:chExt cx="844450" cy="1409050"/>
          </a:xfrm>
        </p:grpSpPr>
        <p:sp>
          <p:nvSpPr>
            <p:cNvPr id="1088" name="Google Shape;1088;p13"/>
            <p:cNvSpPr/>
            <p:nvPr/>
          </p:nvSpPr>
          <p:spPr>
            <a:xfrm>
              <a:off x="1028550" y="1271875"/>
              <a:ext cx="54025" cy="1162925"/>
            </a:xfrm>
            <a:custGeom>
              <a:avLst/>
              <a:gdLst/>
              <a:ahLst/>
              <a:cxnLst/>
              <a:rect l="l" t="t" r="r" b="b"/>
              <a:pathLst>
                <a:path w="2161" h="46517" extrusionOk="0">
                  <a:moveTo>
                    <a:pt x="159" y="1"/>
                  </a:moveTo>
                  <a:lnTo>
                    <a:pt x="100" y="21"/>
                  </a:lnTo>
                  <a:lnTo>
                    <a:pt x="41" y="60"/>
                  </a:lnTo>
                  <a:lnTo>
                    <a:pt x="1" y="100"/>
                  </a:lnTo>
                  <a:lnTo>
                    <a:pt x="1" y="179"/>
                  </a:lnTo>
                  <a:lnTo>
                    <a:pt x="1" y="219"/>
                  </a:lnTo>
                  <a:lnTo>
                    <a:pt x="41" y="278"/>
                  </a:lnTo>
                  <a:lnTo>
                    <a:pt x="80" y="298"/>
                  </a:lnTo>
                  <a:lnTo>
                    <a:pt x="120" y="338"/>
                  </a:lnTo>
                  <a:lnTo>
                    <a:pt x="120" y="4478"/>
                  </a:lnTo>
                  <a:lnTo>
                    <a:pt x="2081" y="6439"/>
                  </a:lnTo>
                  <a:lnTo>
                    <a:pt x="2081" y="46516"/>
                  </a:lnTo>
                  <a:lnTo>
                    <a:pt x="2160" y="46516"/>
                  </a:lnTo>
                  <a:lnTo>
                    <a:pt x="2160" y="6400"/>
                  </a:lnTo>
                  <a:lnTo>
                    <a:pt x="199" y="4438"/>
                  </a:lnTo>
                  <a:lnTo>
                    <a:pt x="199" y="338"/>
                  </a:lnTo>
                  <a:lnTo>
                    <a:pt x="258" y="298"/>
                  </a:lnTo>
                  <a:lnTo>
                    <a:pt x="298" y="278"/>
                  </a:lnTo>
                  <a:lnTo>
                    <a:pt x="318" y="219"/>
                  </a:lnTo>
                  <a:lnTo>
                    <a:pt x="338" y="179"/>
                  </a:lnTo>
                  <a:lnTo>
                    <a:pt x="318" y="100"/>
                  </a:lnTo>
                  <a:lnTo>
                    <a:pt x="278" y="60"/>
                  </a:lnTo>
                  <a:lnTo>
                    <a:pt x="239" y="21"/>
                  </a:lnTo>
                  <a:lnTo>
                    <a:pt x="159"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13"/>
            <p:cNvSpPr/>
            <p:nvPr/>
          </p:nvSpPr>
          <p:spPr>
            <a:xfrm>
              <a:off x="1028550" y="1271875"/>
              <a:ext cx="54025" cy="1162925"/>
            </a:xfrm>
            <a:custGeom>
              <a:avLst/>
              <a:gdLst/>
              <a:ahLst/>
              <a:cxnLst/>
              <a:rect l="l" t="t" r="r" b="b"/>
              <a:pathLst>
                <a:path w="2161" h="46517" fill="none" extrusionOk="0">
                  <a:moveTo>
                    <a:pt x="159" y="1"/>
                  </a:moveTo>
                  <a:lnTo>
                    <a:pt x="159" y="1"/>
                  </a:lnTo>
                  <a:lnTo>
                    <a:pt x="100" y="21"/>
                  </a:lnTo>
                  <a:lnTo>
                    <a:pt x="41" y="60"/>
                  </a:lnTo>
                  <a:lnTo>
                    <a:pt x="1" y="100"/>
                  </a:lnTo>
                  <a:lnTo>
                    <a:pt x="1" y="179"/>
                  </a:lnTo>
                  <a:lnTo>
                    <a:pt x="1" y="179"/>
                  </a:lnTo>
                  <a:lnTo>
                    <a:pt x="1" y="219"/>
                  </a:lnTo>
                  <a:lnTo>
                    <a:pt x="41" y="278"/>
                  </a:lnTo>
                  <a:lnTo>
                    <a:pt x="80" y="298"/>
                  </a:lnTo>
                  <a:lnTo>
                    <a:pt x="120" y="338"/>
                  </a:lnTo>
                  <a:lnTo>
                    <a:pt x="120" y="4478"/>
                  </a:lnTo>
                  <a:lnTo>
                    <a:pt x="2081" y="6439"/>
                  </a:lnTo>
                  <a:lnTo>
                    <a:pt x="2081" y="46516"/>
                  </a:lnTo>
                  <a:lnTo>
                    <a:pt x="2160" y="46516"/>
                  </a:lnTo>
                  <a:lnTo>
                    <a:pt x="2160" y="6400"/>
                  </a:lnTo>
                  <a:lnTo>
                    <a:pt x="199" y="4438"/>
                  </a:lnTo>
                  <a:lnTo>
                    <a:pt x="199" y="338"/>
                  </a:lnTo>
                  <a:lnTo>
                    <a:pt x="199" y="338"/>
                  </a:lnTo>
                  <a:lnTo>
                    <a:pt x="258" y="298"/>
                  </a:lnTo>
                  <a:lnTo>
                    <a:pt x="298" y="278"/>
                  </a:lnTo>
                  <a:lnTo>
                    <a:pt x="318" y="219"/>
                  </a:lnTo>
                  <a:lnTo>
                    <a:pt x="338" y="179"/>
                  </a:lnTo>
                  <a:lnTo>
                    <a:pt x="338" y="179"/>
                  </a:lnTo>
                  <a:lnTo>
                    <a:pt x="318" y="100"/>
                  </a:lnTo>
                  <a:lnTo>
                    <a:pt x="278" y="60"/>
                  </a:lnTo>
                  <a:lnTo>
                    <a:pt x="239" y="21"/>
                  </a:lnTo>
                  <a:lnTo>
                    <a:pt x="159"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13"/>
            <p:cNvSpPr/>
            <p:nvPr/>
          </p:nvSpPr>
          <p:spPr>
            <a:xfrm>
              <a:off x="333700" y="1515050"/>
              <a:ext cx="54500" cy="919750"/>
            </a:xfrm>
            <a:custGeom>
              <a:avLst/>
              <a:gdLst/>
              <a:ahLst/>
              <a:cxnLst/>
              <a:rect l="l" t="t" r="r" b="b"/>
              <a:pathLst>
                <a:path w="2180" h="36790" extrusionOk="0">
                  <a:moveTo>
                    <a:pt x="2021" y="1"/>
                  </a:moveTo>
                  <a:lnTo>
                    <a:pt x="1942" y="21"/>
                  </a:lnTo>
                  <a:lnTo>
                    <a:pt x="1902" y="60"/>
                  </a:lnTo>
                  <a:lnTo>
                    <a:pt x="1863" y="100"/>
                  </a:lnTo>
                  <a:lnTo>
                    <a:pt x="1843" y="179"/>
                  </a:lnTo>
                  <a:lnTo>
                    <a:pt x="1863" y="239"/>
                  </a:lnTo>
                  <a:lnTo>
                    <a:pt x="1882" y="278"/>
                  </a:lnTo>
                  <a:lnTo>
                    <a:pt x="1922" y="318"/>
                  </a:lnTo>
                  <a:lnTo>
                    <a:pt x="1962" y="338"/>
                  </a:lnTo>
                  <a:lnTo>
                    <a:pt x="1962" y="4458"/>
                  </a:lnTo>
                  <a:lnTo>
                    <a:pt x="0" y="6420"/>
                  </a:lnTo>
                  <a:lnTo>
                    <a:pt x="0" y="36789"/>
                  </a:lnTo>
                  <a:lnTo>
                    <a:pt x="100" y="36789"/>
                  </a:lnTo>
                  <a:lnTo>
                    <a:pt x="100" y="6439"/>
                  </a:lnTo>
                  <a:lnTo>
                    <a:pt x="2061" y="4478"/>
                  </a:lnTo>
                  <a:lnTo>
                    <a:pt x="2061" y="338"/>
                  </a:lnTo>
                  <a:lnTo>
                    <a:pt x="2100" y="318"/>
                  </a:lnTo>
                  <a:lnTo>
                    <a:pt x="2140" y="278"/>
                  </a:lnTo>
                  <a:lnTo>
                    <a:pt x="2180" y="239"/>
                  </a:lnTo>
                  <a:lnTo>
                    <a:pt x="2180" y="179"/>
                  </a:lnTo>
                  <a:lnTo>
                    <a:pt x="2160" y="120"/>
                  </a:lnTo>
                  <a:lnTo>
                    <a:pt x="2140" y="60"/>
                  </a:lnTo>
                  <a:lnTo>
                    <a:pt x="2081" y="21"/>
                  </a:lnTo>
                  <a:lnTo>
                    <a:pt x="2021"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13"/>
            <p:cNvSpPr/>
            <p:nvPr/>
          </p:nvSpPr>
          <p:spPr>
            <a:xfrm>
              <a:off x="333700" y="1515050"/>
              <a:ext cx="54500" cy="919750"/>
            </a:xfrm>
            <a:custGeom>
              <a:avLst/>
              <a:gdLst/>
              <a:ahLst/>
              <a:cxnLst/>
              <a:rect l="l" t="t" r="r" b="b"/>
              <a:pathLst>
                <a:path w="2180" h="36790" fill="none" extrusionOk="0">
                  <a:moveTo>
                    <a:pt x="2021" y="1"/>
                  </a:moveTo>
                  <a:lnTo>
                    <a:pt x="2021" y="1"/>
                  </a:lnTo>
                  <a:lnTo>
                    <a:pt x="1942" y="21"/>
                  </a:lnTo>
                  <a:lnTo>
                    <a:pt x="1902" y="60"/>
                  </a:lnTo>
                  <a:lnTo>
                    <a:pt x="1863" y="100"/>
                  </a:lnTo>
                  <a:lnTo>
                    <a:pt x="1843" y="179"/>
                  </a:lnTo>
                  <a:lnTo>
                    <a:pt x="1843" y="179"/>
                  </a:lnTo>
                  <a:lnTo>
                    <a:pt x="1863" y="239"/>
                  </a:lnTo>
                  <a:lnTo>
                    <a:pt x="1882" y="278"/>
                  </a:lnTo>
                  <a:lnTo>
                    <a:pt x="1922" y="318"/>
                  </a:lnTo>
                  <a:lnTo>
                    <a:pt x="1962" y="338"/>
                  </a:lnTo>
                  <a:lnTo>
                    <a:pt x="1962" y="4458"/>
                  </a:lnTo>
                  <a:lnTo>
                    <a:pt x="0" y="6420"/>
                  </a:lnTo>
                  <a:lnTo>
                    <a:pt x="0" y="36789"/>
                  </a:lnTo>
                  <a:lnTo>
                    <a:pt x="100" y="36789"/>
                  </a:lnTo>
                  <a:lnTo>
                    <a:pt x="100" y="6439"/>
                  </a:lnTo>
                  <a:lnTo>
                    <a:pt x="2061" y="4478"/>
                  </a:lnTo>
                  <a:lnTo>
                    <a:pt x="2061" y="338"/>
                  </a:lnTo>
                  <a:lnTo>
                    <a:pt x="2061" y="338"/>
                  </a:lnTo>
                  <a:lnTo>
                    <a:pt x="2100" y="318"/>
                  </a:lnTo>
                  <a:lnTo>
                    <a:pt x="2140" y="278"/>
                  </a:lnTo>
                  <a:lnTo>
                    <a:pt x="2180" y="239"/>
                  </a:lnTo>
                  <a:lnTo>
                    <a:pt x="2180" y="179"/>
                  </a:lnTo>
                  <a:lnTo>
                    <a:pt x="2180" y="179"/>
                  </a:lnTo>
                  <a:lnTo>
                    <a:pt x="2160" y="120"/>
                  </a:lnTo>
                  <a:lnTo>
                    <a:pt x="2140" y="60"/>
                  </a:lnTo>
                  <a:lnTo>
                    <a:pt x="2081" y="21"/>
                  </a:lnTo>
                  <a:lnTo>
                    <a:pt x="2021"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13"/>
            <p:cNvSpPr/>
            <p:nvPr/>
          </p:nvSpPr>
          <p:spPr>
            <a:xfrm>
              <a:off x="238125" y="1088150"/>
              <a:ext cx="76275" cy="1346650"/>
            </a:xfrm>
            <a:custGeom>
              <a:avLst/>
              <a:gdLst/>
              <a:ahLst/>
              <a:cxnLst/>
              <a:rect l="l" t="t" r="r" b="b"/>
              <a:pathLst>
                <a:path w="3051" h="53866" extrusionOk="0">
                  <a:moveTo>
                    <a:pt x="1525" y="0"/>
                  </a:moveTo>
                  <a:lnTo>
                    <a:pt x="1466" y="20"/>
                  </a:lnTo>
                  <a:lnTo>
                    <a:pt x="1407" y="60"/>
                  </a:lnTo>
                  <a:lnTo>
                    <a:pt x="1367" y="119"/>
                  </a:lnTo>
                  <a:lnTo>
                    <a:pt x="1367" y="178"/>
                  </a:lnTo>
                  <a:lnTo>
                    <a:pt x="1367" y="238"/>
                  </a:lnTo>
                  <a:lnTo>
                    <a:pt x="1407" y="277"/>
                  </a:lnTo>
                  <a:lnTo>
                    <a:pt x="1446" y="317"/>
                  </a:lnTo>
                  <a:lnTo>
                    <a:pt x="1506" y="337"/>
                  </a:lnTo>
                  <a:lnTo>
                    <a:pt x="1506" y="19731"/>
                  </a:lnTo>
                  <a:lnTo>
                    <a:pt x="198" y="21039"/>
                  </a:lnTo>
                  <a:lnTo>
                    <a:pt x="198" y="5488"/>
                  </a:lnTo>
                  <a:lnTo>
                    <a:pt x="258" y="5468"/>
                  </a:lnTo>
                  <a:lnTo>
                    <a:pt x="297" y="5428"/>
                  </a:lnTo>
                  <a:lnTo>
                    <a:pt x="317" y="5389"/>
                  </a:lnTo>
                  <a:lnTo>
                    <a:pt x="317" y="5329"/>
                  </a:lnTo>
                  <a:lnTo>
                    <a:pt x="317" y="5270"/>
                  </a:lnTo>
                  <a:lnTo>
                    <a:pt x="277" y="5210"/>
                  </a:lnTo>
                  <a:lnTo>
                    <a:pt x="218" y="5171"/>
                  </a:lnTo>
                  <a:lnTo>
                    <a:pt x="99" y="5171"/>
                  </a:lnTo>
                  <a:lnTo>
                    <a:pt x="40" y="5210"/>
                  </a:lnTo>
                  <a:lnTo>
                    <a:pt x="0" y="5270"/>
                  </a:lnTo>
                  <a:lnTo>
                    <a:pt x="0" y="5329"/>
                  </a:lnTo>
                  <a:lnTo>
                    <a:pt x="0" y="5389"/>
                  </a:lnTo>
                  <a:lnTo>
                    <a:pt x="20" y="5428"/>
                  </a:lnTo>
                  <a:lnTo>
                    <a:pt x="59" y="5468"/>
                  </a:lnTo>
                  <a:lnTo>
                    <a:pt x="119" y="5488"/>
                  </a:lnTo>
                  <a:lnTo>
                    <a:pt x="119" y="33975"/>
                  </a:lnTo>
                  <a:lnTo>
                    <a:pt x="1882" y="35738"/>
                  </a:lnTo>
                  <a:lnTo>
                    <a:pt x="1882" y="53865"/>
                  </a:lnTo>
                  <a:lnTo>
                    <a:pt x="1961" y="53865"/>
                  </a:lnTo>
                  <a:lnTo>
                    <a:pt x="1961" y="35719"/>
                  </a:lnTo>
                  <a:lnTo>
                    <a:pt x="198" y="33936"/>
                  </a:lnTo>
                  <a:lnTo>
                    <a:pt x="198" y="30370"/>
                  </a:lnTo>
                  <a:lnTo>
                    <a:pt x="1466" y="29102"/>
                  </a:lnTo>
                  <a:lnTo>
                    <a:pt x="1506" y="29102"/>
                  </a:lnTo>
                  <a:lnTo>
                    <a:pt x="1545" y="29122"/>
                  </a:lnTo>
                  <a:lnTo>
                    <a:pt x="1624" y="29102"/>
                  </a:lnTo>
                  <a:lnTo>
                    <a:pt x="1664" y="29062"/>
                  </a:lnTo>
                  <a:lnTo>
                    <a:pt x="1704" y="29023"/>
                  </a:lnTo>
                  <a:lnTo>
                    <a:pt x="1724" y="28943"/>
                  </a:lnTo>
                  <a:lnTo>
                    <a:pt x="1704" y="28884"/>
                  </a:lnTo>
                  <a:lnTo>
                    <a:pt x="1664" y="28825"/>
                  </a:lnTo>
                  <a:lnTo>
                    <a:pt x="1624" y="28805"/>
                  </a:lnTo>
                  <a:lnTo>
                    <a:pt x="1545" y="28785"/>
                  </a:lnTo>
                  <a:lnTo>
                    <a:pt x="1486" y="28805"/>
                  </a:lnTo>
                  <a:lnTo>
                    <a:pt x="1426" y="28825"/>
                  </a:lnTo>
                  <a:lnTo>
                    <a:pt x="1407" y="28884"/>
                  </a:lnTo>
                  <a:lnTo>
                    <a:pt x="1387" y="28943"/>
                  </a:lnTo>
                  <a:lnTo>
                    <a:pt x="1387" y="29003"/>
                  </a:lnTo>
                  <a:lnTo>
                    <a:pt x="1407" y="29042"/>
                  </a:lnTo>
                  <a:lnTo>
                    <a:pt x="198" y="30251"/>
                  </a:lnTo>
                  <a:lnTo>
                    <a:pt x="198" y="23119"/>
                  </a:lnTo>
                  <a:lnTo>
                    <a:pt x="2932" y="20385"/>
                  </a:lnTo>
                  <a:lnTo>
                    <a:pt x="2932" y="12481"/>
                  </a:lnTo>
                  <a:lnTo>
                    <a:pt x="2991" y="12461"/>
                  </a:lnTo>
                  <a:lnTo>
                    <a:pt x="3031" y="12421"/>
                  </a:lnTo>
                  <a:lnTo>
                    <a:pt x="3051" y="12382"/>
                  </a:lnTo>
                  <a:lnTo>
                    <a:pt x="3051" y="12322"/>
                  </a:lnTo>
                  <a:lnTo>
                    <a:pt x="3051" y="12263"/>
                  </a:lnTo>
                  <a:lnTo>
                    <a:pt x="3011" y="12203"/>
                  </a:lnTo>
                  <a:lnTo>
                    <a:pt x="2952" y="12164"/>
                  </a:lnTo>
                  <a:lnTo>
                    <a:pt x="2833" y="12164"/>
                  </a:lnTo>
                  <a:lnTo>
                    <a:pt x="2774" y="12203"/>
                  </a:lnTo>
                  <a:lnTo>
                    <a:pt x="2734" y="12263"/>
                  </a:lnTo>
                  <a:lnTo>
                    <a:pt x="2734" y="12322"/>
                  </a:lnTo>
                  <a:lnTo>
                    <a:pt x="2734" y="12382"/>
                  </a:lnTo>
                  <a:lnTo>
                    <a:pt x="2754" y="12421"/>
                  </a:lnTo>
                  <a:lnTo>
                    <a:pt x="2793" y="12461"/>
                  </a:lnTo>
                  <a:lnTo>
                    <a:pt x="2853" y="12481"/>
                  </a:lnTo>
                  <a:lnTo>
                    <a:pt x="2853" y="20346"/>
                  </a:lnTo>
                  <a:lnTo>
                    <a:pt x="198" y="23000"/>
                  </a:lnTo>
                  <a:lnTo>
                    <a:pt x="198" y="21158"/>
                  </a:lnTo>
                  <a:lnTo>
                    <a:pt x="1585" y="19771"/>
                  </a:lnTo>
                  <a:lnTo>
                    <a:pt x="1585" y="337"/>
                  </a:lnTo>
                  <a:lnTo>
                    <a:pt x="1624" y="317"/>
                  </a:lnTo>
                  <a:lnTo>
                    <a:pt x="1664" y="277"/>
                  </a:lnTo>
                  <a:lnTo>
                    <a:pt x="1684" y="238"/>
                  </a:lnTo>
                  <a:lnTo>
                    <a:pt x="1684" y="178"/>
                  </a:lnTo>
                  <a:lnTo>
                    <a:pt x="1684" y="119"/>
                  </a:lnTo>
                  <a:lnTo>
                    <a:pt x="1644" y="60"/>
                  </a:lnTo>
                  <a:lnTo>
                    <a:pt x="1585" y="20"/>
                  </a:lnTo>
                  <a:lnTo>
                    <a:pt x="1525"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13"/>
            <p:cNvSpPr/>
            <p:nvPr/>
          </p:nvSpPr>
          <p:spPr>
            <a:xfrm>
              <a:off x="238125" y="1088150"/>
              <a:ext cx="76275" cy="1346650"/>
            </a:xfrm>
            <a:custGeom>
              <a:avLst/>
              <a:gdLst/>
              <a:ahLst/>
              <a:cxnLst/>
              <a:rect l="l" t="t" r="r" b="b"/>
              <a:pathLst>
                <a:path w="3051" h="53866" fill="none" extrusionOk="0">
                  <a:moveTo>
                    <a:pt x="1525" y="0"/>
                  </a:moveTo>
                  <a:lnTo>
                    <a:pt x="1525" y="0"/>
                  </a:lnTo>
                  <a:lnTo>
                    <a:pt x="1466" y="20"/>
                  </a:lnTo>
                  <a:lnTo>
                    <a:pt x="1407" y="60"/>
                  </a:lnTo>
                  <a:lnTo>
                    <a:pt x="1367" y="119"/>
                  </a:lnTo>
                  <a:lnTo>
                    <a:pt x="1367" y="178"/>
                  </a:lnTo>
                  <a:lnTo>
                    <a:pt x="1367" y="178"/>
                  </a:lnTo>
                  <a:lnTo>
                    <a:pt x="1367" y="238"/>
                  </a:lnTo>
                  <a:lnTo>
                    <a:pt x="1407" y="277"/>
                  </a:lnTo>
                  <a:lnTo>
                    <a:pt x="1446" y="317"/>
                  </a:lnTo>
                  <a:lnTo>
                    <a:pt x="1506" y="337"/>
                  </a:lnTo>
                  <a:lnTo>
                    <a:pt x="1506" y="19731"/>
                  </a:lnTo>
                  <a:lnTo>
                    <a:pt x="198" y="21039"/>
                  </a:lnTo>
                  <a:lnTo>
                    <a:pt x="198" y="5488"/>
                  </a:lnTo>
                  <a:lnTo>
                    <a:pt x="198" y="5488"/>
                  </a:lnTo>
                  <a:lnTo>
                    <a:pt x="258" y="5468"/>
                  </a:lnTo>
                  <a:lnTo>
                    <a:pt x="297" y="5428"/>
                  </a:lnTo>
                  <a:lnTo>
                    <a:pt x="317" y="5389"/>
                  </a:lnTo>
                  <a:lnTo>
                    <a:pt x="317" y="5329"/>
                  </a:lnTo>
                  <a:lnTo>
                    <a:pt x="317" y="5329"/>
                  </a:lnTo>
                  <a:lnTo>
                    <a:pt x="317" y="5270"/>
                  </a:lnTo>
                  <a:lnTo>
                    <a:pt x="277" y="5210"/>
                  </a:lnTo>
                  <a:lnTo>
                    <a:pt x="218" y="5171"/>
                  </a:lnTo>
                  <a:lnTo>
                    <a:pt x="158" y="5171"/>
                  </a:lnTo>
                  <a:lnTo>
                    <a:pt x="158" y="5171"/>
                  </a:lnTo>
                  <a:lnTo>
                    <a:pt x="99" y="5171"/>
                  </a:lnTo>
                  <a:lnTo>
                    <a:pt x="40" y="5210"/>
                  </a:lnTo>
                  <a:lnTo>
                    <a:pt x="0" y="5270"/>
                  </a:lnTo>
                  <a:lnTo>
                    <a:pt x="0" y="5329"/>
                  </a:lnTo>
                  <a:lnTo>
                    <a:pt x="0" y="5329"/>
                  </a:lnTo>
                  <a:lnTo>
                    <a:pt x="0" y="5389"/>
                  </a:lnTo>
                  <a:lnTo>
                    <a:pt x="20" y="5428"/>
                  </a:lnTo>
                  <a:lnTo>
                    <a:pt x="59" y="5468"/>
                  </a:lnTo>
                  <a:lnTo>
                    <a:pt x="119" y="5488"/>
                  </a:lnTo>
                  <a:lnTo>
                    <a:pt x="119" y="33975"/>
                  </a:lnTo>
                  <a:lnTo>
                    <a:pt x="1882" y="35738"/>
                  </a:lnTo>
                  <a:lnTo>
                    <a:pt x="1882" y="53865"/>
                  </a:lnTo>
                  <a:lnTo>
                    <a:pt x="1961" y="53865"/>
                  </a:lnTo>
                  <a:lnTo>
                    <a:pt x="1961" y="35719"/>
                  </a:lnTo>
                  <a:lnTo>
                    <a:pt x="198" y="33936"/>
                  </a:lnTo>
                  <a:lnTo>
                    <a:pt x="198" y="30370"/>
                  </a:lnTo>
                  <a:lnTo>
                    <a:pt x="1466" y="29102"/>
                  </a:lnTo>
                  <a:lnTo>
                    <a:pt x="1466" y="29102"/>
                  </a:lnTo>
                  <a:lnTo>
                    <a:pt x="1506" y="29102"/>
                  </a:lnTo>
                  <a:lnTo>
                    <a:pt x="1545" y="29122"/>
                  </a:lnTo>
                  <a:lnTo>
                    <a:pt x="1545" y="29122"/>
                  </a:lnTo>
                  <a:lnTo>
                    <a:pt x="1624" y="29102"/>
                  </a:lnTo>
                  <a:lnTo>
                    <a:pt x="1664" y="29062"/>
                  </a:lnTo>
                  <a:lnTo>
                    <a:pt x="1704" y="29023"/>
                  </a:lnTo>
                  <a:lnTo>
                    <a:pt x="1724" y="28943"/>
                  </a:lnTo>
                  <a:lnTo>
                    <a:pt x="1724" y="28943"/>
                  </a:lnTo>
                  <a:lnTo>
                    <a:pt x="1704" y="28884"/>
                  </a:lnTo>
                  <a:lnTo>
                    <a:pt x="1664" y="28825"/>
                  </a:lnTo>
                  <a:lnTo>
                    <a:pt x="1624" y="28805"/>
                  </a:lnTo>
                  <a:lnTo>
                    <a:pt x="1545" y="28785"/>
                  </a:lnTo>
                  <a:lnTo>
                    <a:pt x="1545" y="28785"/>
                  </a:lnTo>
                  <a:lnTo>
                    <a:pt x="1486" y="28805"/>
                  </a:lnTo>
                  <a:lnTo>
                    <a:pt x="1426" y="28825"/>
                  </a:lnTo>
                  <a:lnTo>
                    <a:pt x="1407" y="28884"/>
                  </a:lnTo>
                  <a:lnTo>
                    <a:pt x="1387" y="28943"/>
                  </a:lnTo>
                  <a:lnTo>
                    <a:pt x="1387" y="28943"/>
                  </a:lnTo>
                  <a:lnTo>
                    <a:pt x="1387" y="29003"/>
                  </a:lnTo>
                  <a:lnTo>
                    <a:pt x="1407" y="29042"/>
                  </a:lnTo>
                  <a:lnTo>
                    <a:pt x="198" y="30251"/>
                  </a:lnTo>
                  <a:lnTo>
                    <a:pt x="198" y="23119"/>
                  </a:lnTo>
                  <a:lnTo>
                    <a:pt x="2932" y="20385"/>
                  </a:lnTo>
                  <a:lnTo>
                    <a:pt x="2932" y="12481"/>
                  </a:lnTo>
                  <a:lnTo>
                    <a:pt x="2932" y="12481"/>
                  </a:lnTo>
                  <a:lnTo>
                    <a:pt x="2991" y="12461"/>
                  </a:lnTo>
                  <a:lnTo>
                    <a:pt x="3031" y="12421"/>
                  </a:lnTo>
                  <a:lnTo>
                    <a:pt x="3051" y="12382"/>
                  </a:lnTo>
                  <a:lnTo>
                    <a:pt x="3051" y="12322"/>
                  </a:lnTo>
                  <a:lnTo>
                    <a:pt x="3051" y="12322"/>
                  </a:lnTo>
                  <a:lnTo>
                    <a:pt x="3051" y="12263"/>
                  </a:lnTo>
                  <a:lnTo>
                    <a:pt x="3011" y="12203"/>
                  </a:lnTo>
                  <a:lnTo>
                    <a:pt x="2952" y="12164"/>
                  </a:lnTo>
                  <a:lnTo>
                    <a:pt x="2892" y="12164"/>
                  </a:lnTo>
                  <a:lnTo>
                    <a:pt x="2892" y="12164"/>
                  </a:lnTo>
                  <a:lnTo>
                    <a:pt x="2892" y="12164"/>
                  </a:lnTo>
                  <a:lnTo>
                    <a:pt x="2892" y="12164"/>
                  </a:lnTo>
                  <a:lnTo>
                    <a:pt x="2833" y="12164"/>
                  </a:lnTo>
                  <a:lnTo>
                    <a:pt x="2774" y="12203"/>
                  </a:lnTo>
                  <a:lnTo>
                    <a:pt x="2734" y="12263"/>
                  </a:lnTo>
                  <a:lnTo>
                    <a:pt x="2734" y="12322"/>
                  </a:lnTo>
                  <a:lnTo>
                    <a:pt x="2734" y="12322"/>
                  </a:lnTo>
                  <a:lnTo>
                    <a:pt x="2734" y="12382"/>
                  </a:lnTo>
                  <a:lnTo>
                    <a:pt x="2754" y="12421"/>
                  </a:lnTo>
                  <a:lnTo>
                    <a:pt x="2793" y="12461"/>
                  </a:lnTo>
                  <a:lnTo>
                    <a:pt x="2853" y="12481"/>
                  </a:lnTo>
                  <a:lnTo>
                    <a:pt x="2853" y="20346"/>
                  </a:lnTo>
                  <a:lnTo>
                    <a:pt x="198" y="23000"/>
                  </a:lnTo>
                  <a:lnTo>
                    <a:pt x="198" y="21158"/>
                  </a:lnTo>
                  <a:lnTo>
                    <a:pt x="1585" y="19771"/>
                  </a:lnTo>
                  <a:lnTo>
                    <a:pt x="1585" y="337"/>
                  </a:lnTo>
                  <a:lnTo>
                    <a:pt x="1585" y="337"/>
                  </a:lnTo>
                  <a:lnTo>
                    <a:pt x="1624" y="317"/>
                  </a:lnTo>
                  <a:lnTo>
                    <a:pt x="1664" y="277"/>
                  </a:lnTo>
                  <a:lnTo>
                    <a:pt x="1684" y="238"/>
                  </a:lnTo>
                  <a:lnTo>
                    <a:pt x="1684" y="178"/>
                  </a:lnTo>
                  <a:lnTo>
                    <a:pt x="1684" y="178"/>
                  </a:lnTo>
                  <a:lnTo>
                    <a:pt x="1684" y="119"/>
                  </a:lnTo>
                  <a:lnTo>
                    <a:pt x="1644" y="60"/>
                  </a:lnTo>
                  <a:lnTo>
                    <a:pt x="1585" y="20"/>
                  </a:lnTo>
                  <a:lnTo>
                    <a:pt x="1525"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13"/>
            <p:cNvSpPr/>
            <p:nvPr/>
          </p:nvSpPr>
          <p:spPr>
            <a:xfrm>
              <a:off x="979525" y="1078725"/>
              <a:ext cx="54025" cy="1356075"/>
            </a:xfrm>
            <a:custGeom>
              <a:avLst/>
              <a:gdLst/>
              <a:ahLst/>
              <a:cxnLst/>
              <a:rect l="l" t="t" r="r" b="b"/>
              <a:pathLst>
                <a:path w="2161" h="54243" extrusionOk="0">
                  <a:moveTo>
                    <a:pt x="159" y="1"/>
                  </a:moveTo>
                  <a:lnTo>
                    <a:pt x="100" y="21"/>
                  </a:lnTo>
                  <a:lnTo>
                    <a:pt x="40" y="60"/>
                  </a:lnTo>
                  <a:lnTo>
                    <a:pt x="1" y="120"/>
                  </a:lnTo>
                  <a:lnTo>
                    <a:pt x="1" y="179"/>
                  </a:lnTo>
                  <a:lnTo>
                    <a:pt x="1" y="238"/>
                  </a:lnTo>
                  <a:lnTo>
                    <a:pt x="40" y="278"/>
                  </a:lnTo>
                  <a:lnTo>
                    <a:pt x="80" y="318"/>
                  </a:lnTo>
                  <a:lnTo>
                    <a:pt x="120" y="338"/>
                  </a:lnTo>
                  <a:lnTo>
                    <a:pt x="120" y="12996"/>
                  </a:lnTo>
                  <a:lnTo>
                    <a:pt x="2081" y="14958"/>
                  </a:lnTo>
                  <a:lnTo>
                    <a:pt x="2081" y="54242"/>
                  </a:lnTo>
                  <a:lnTo>
                    <a:pt x="2160" y="54242"/>
                  </a:lnTo>
                  <a:lnTo>
                    <a:pt x="2160" y="14938"/>
                  </a:lnTo>
                  <a:lnTo>
                    <a:pt x="199" y="12977"/>
                  </a:lnTo>
                  <a:lnTo>
                    <a:pt x="199" y="338"/>
                  </a:lnTo>
                  <a:lnTo>
                    <a:pt x="258" y="318"/>
                  </a:lnTo>
                  <a:lnTo>
                    <a:pt x="298" y="278"/>
                  </a:lnTo>
                  <a:lnTo>
                    <a:pt x="318" y="238"/>
                  </a:lnTo>
                  <a:lnTo>
                    <a:pt x="337" y="179"/>
                  </a:lnTo>
                  <a:lnTo>
                    <a:pt x="318" y="120"/>
                  </a:lnTo>
                  <a:lnTo>
                    <a:pt x="278" y="60"/>
                  </a:lnTo>
                  <a:lnTo>
                    <a:pt x="219" y="21"/>
                  </a:lnTo>
                  <a:lnTo>
                    <a:pt x="159"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13"/>
            <p:cNvSpPr/>
            <p:nvPr/>
          </p:nvSpPr>
          <p:spPr>
            <a:xfrm>
              <a:off x="979525" y="1078725"/>
              <a:ext cx="54025" cy="1356075"/>
            </a:xfrm>
            <a:custGeom>
              <a:avLst/>
              <a:gdLst/>
              <a:ahLst/>
              <a:cxnLst/>
              <a:rect l="l" t="t" r="r" b="b"/>
              <a:pathLst>
                <a:path w="2161" h="54243" fill="none" extrusionOk="0">
                  <a:moveTo>
                    <a:pt x="159" y="1"/>
                  </a:moveTo>
                  <a:lnTo>
                    <a:pt x="159" y="1"/>
                  </a:lnTo>
                  <a:lnTo>
                    <a:pt x="100" y="21"/>
                  </a:lnTo>
                  <a:lnTo>
                    <a:pt x="40" y="60"/>
                  </a:lnTo>
                  <a:lnTo>
                    <a:pt x="1" y="120"/>
                  </a:lnTo>
                  <a:lnTo>
                    <a:pt x="1" y="179"/>
                  </a:lnTo>
                  <a:lnTo>
                    <a:pt x="1" y="179"/>
                  </a:lnTo>
                  <a:lnTo>
                    <a:pt x="1" y="238"/>
                  </a:lnTo>
                  <a:lnTo>
                    <a:pt x="40" y="278"/>
                  </a:lnTo>
                  <a:lnTo>
                    <a:pt x="80" y="318"/>
                  </a:lnTo>
                  <a:lnTo>
                    <a:pt x="120" y="338"/>
                  </a:lnTo>
                  <a:lnTo>
                    <a:pt x="120" y="12996"/>
                  </a:lnTo>
                  <a:lnTo>
                    <a:pt x="2081" y="14958"/>
                  </a:lnTo>
                  <a:lnTo>
                    <a:pt x="2081" y="54242"/>
                  </a:lnTo>
                  <a:lnTo>
                    <a:pt x="2160" y="54242"/>
                  </a:lnTo>
                  <a:lnTo>
                    <a:pt x="2160" y="14938"/>
                  </a:lnTo>
                  <a:lnTo>
                    <a:pt x="199" y="12977"/>
                  </a:lnTo>
                  <a:lnTo>
                    <a:pt x="199" y="338"/>
                  </a:lnTo>
                  <a:lnTo>
                    <a:pt x="199" y="338"/>
                  </a:lnTo>
                  <a:lnTo>
                    <a:pt x="258" y="318"/>
                  </a:lnTo>
                  <a:lnTo>
                    <a:pt x="298" y="278"/>
                  </a:lnTo>
                  <a:lnTo>
                    <a:pt x="318" y="238"/>
                  </a:lnTo>
                  <a:lnTo>
                    <a:pt x="337" y="179"/>
                  </a:lnTo>
                  <a:lnTo>
                    <a:pt x="337" y="179"/>
                  </a:lnTo>
                  <a:lnTo>
                    <a:pt x="318" y="120"/>
                  </a:lnTo>
                  <a:lnTo>
                    <a:pt x="278" y="60"/>
                  </a:lnTo>
                  <a:lnTo>
                    <a:pt x="219" y="21"/>
                  </a:lnTo>
                  <a:lnTo>
                    <a:pt x="159"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13"/>
            <p:cNvSpPr/>
            <p:nvPr/>
          </p:nvSpPr>
          <p:spPr>
            <a:xfrm>
              <a:off x="1003800" y="1025750"/>
              <a:ext cx="54500" cy="1409050"/>
            </a:xfrm>
            <a:custGeom>
              <a:avLst/>
              <a:gdLst/>
              <a:ahLst/>
              <a:cxnLst/>
              <a:rect l="l" t="t" r="r" b="b"/>
              <a:pathLst>
                <a:path w="2180" h="56362" extrusionOk="0">
                  <a:moveTo>
                    <a:pt x="179" y="0"/>
                  </a:moveTo>
                  <a:lnTo>
                    <a:pt x="99" y="20"/>
                  </a:lnTo>
                  <a:lnTo>
                    <a:pt x="60" y="59"/>
                  </a:lnTo>
                  <a:lnTo>
                    <a:pt x="20" y="119"/>
                  </a:lnTo>
                  <a:lnTo>
                    <a:pt x="0" y="178"/>
                  </a:lnTo>
                  <a:lnTo>
                    <a:pt x="20" y="238"/>
                  </a:lnTo>
                  <a:lnTo>
                    <a:pt x="40" y="277"/>
                  </a:lnTo>
                  <a:lnTo>
                    <a:pt x="80" y="317"/>
                  </a:lnTo>
                  <a:lnTo>
                    <a:pt x="139" y="337"/>
                  </a:lnTo>
                  <a:lnTo>
                    <a:pt x="139" y="14719"/>
                  </a:lnTo>
                  <a:lnTo>
                    <a:pt x="2100" y="16681"/>
                  </a:lnTo>
                  <a:lnTo>
                    <a:pt x="2100" y="56361"/>
                  </a:lnTo>
                  <a:lnTo>
                    <a:pt x="2180" y="56361"/>
                  </a:lnTo>
                  <a:lnTo>
                    <a:pt x="2180" y="16641"/>
                  </a:lnTo>
                  <a:lnTo>
                    <a:pt x="218" y="14680"/>
                  </a:lnTo>
                  <a:lnTo>
                    <a:pt x="218" y="337"/>
                  </a:lnTo>
                  <a:lnTo>
                    <a:pt x="258" y="317"/>
                  </a:lnTo>
                  <a:lnTo>
                    <a:pt x="298" y="277"/>
                  </a:lnTo>
                  <a:lnTo>
                    <a:pt x="337" y="238"/>
                  </a:lnTo>
                  <a:lnTo>
                    <a:pt x="337" y="178"/>
                  </a:lnTo>
                  <a:lnTo>
                    <a:pt x="337" y="119"/>
                  </a:lnTo>
                  <a:lnTo>
                    <a:pt x="298" y="59"/>
                  </a:lnTo>
                  <a:lnTo>
                    <a:pt x="238" y="20"/>
                  </a:lnTo>
                  <a:lnTo>
                    <a:pt x="179"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13"/>
            <p:cNvSpPr/>
            <p:nvPr/>
          </p:nvSpPr>
          <p:spPr>
            <a:xfrm>
              <a:off x="1003800" y="1025750"/>
              <a:ext cx="54500" cy="1409050"/>
            </a:xfrm>
            <a:custGeom>
              <a:avLst/>
              <a:gdLst/>
              <a:ahLst/>
              <a:cxnLst/>
              <a:rect l="l" t="t" r="r" b="b"/>
              <a:pathLst>
                <a:path w="2180" h="56362" fill="none" extrusionOk="0">
                  <a:moveTo>
                    <a:pt x="179" y="0"/>
                  </a:moveTo>
                  <a:lnTo>
                    <a:pt x="179" y="0"/>
                  </a:lnTo>
                  <a:lnTo>
                    <a:pt x="99" y="20"/>
                  </a:lnTo>
                  <a:lnTo>
                    <a:pt x="60" y="59"/>
                  </a:lnTo>
                  <a:lnTo>
                    <a:pt x="20" y="119"/>
                  </a:lnTo>
                  <a:lnTo>
                    <a:pt x="0" y="178"/>
                  </a:lnTo>
                  <a:lnTo>
                    <a:pt x="0" y="178"/>
                  </a:lnTo>
                  <a:lnTo>
                    <a:pt x="20" y="238"/>
                  </a:lnTo>
                  <a:lnTo>
                    <a:pt x="40" y="277"/>
                  </a:lnTo>
                  <a:lnTo>
                    <a:pt x="80" y="317"/>
                  </a:lnTo>
                  <a:lnTo>
                    <a:pt x="139" y="337"/>
                  </a:lnTo>
                  <a:lnTo>
                    <a:pt x="139" y="14719"/>
                  </a:lnTo>
                  <a:lnTo>
                    <a:pt x="2100" y="16681"/>
                  </a:lnTo>
                  <a:lnTo>
                    <a:pt x="2100" y="56361"/>
                  </a:lnTo>
                  <a:lnTo>
                    <a:pt x="2180" y="56361"/>
                  </a:lnTo>
                  <a:lnTo>
                    <a:pt x="2180" y="16641"/>
                  </a:lnTo>
                  <a:lnTo>
                    <a:pt x="218" y="14680"/>
                  </a:lnTo>
                  <a:lnTo>
                    <a:pt x="218" y="337"/>
                  </a:lnTo>
                  <a:lnTo>
                    <a:pt x="218" y="337"/>
                  </a:lnTo>
                  <a:lnTo>
                    <a:pt x="258" y="317"/>
                  </a:lnTo>
                  <a:lnTo>
                    <a:pt x="298" y="277"/>
                  </a:lnTo>
                  <a:lnTo>
                    <a:pt x="337" y="238"/>
                  </a:lnTo>
                  <a:lnTo>
                    <a:pt x="337" y="178"/>
                  </a:lnTo>
                  <a:lnTo>
                    <a:pt x="337" y="178"/>
                  </a:lnTo>
                  <a:lnTo>
                    <a:pt x="337" y="119"/>
                  </a:lnTo>
                  <a:lnTo>
                    <a:pt x="298" y="59"/>
                  </a:lnTo>
                  <a:lnTo>
                    <a:pt x="238" y="20"/>
                  </a:lnTo>
                  <a:lnTo>
                    <a:pt x="179"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13"/>
            <p:cNvSpPr/>
            <p:nvPr/>
          </p:nvSpPr>
          <p:spPr>
            <a:xfrm>
              <a:off x="428800" y="2022200"/>
              <a:ext cx="8425" cy="412600"/>
            </a:xfrm>
            <a:custGeom>
              <a:avLst/>
              <a:gdLst/>
              <a:ahLst/>
              <a:cxnLst/>
              <a:rect l="l" t="t" r="r" b="b"/>
              <a:pathLst>
                <a:path w="337" h="16504" extrusionOk="0">
                  <a:moveTo>
                    <a:pt x="178" y="1"/>
                  </a:moveTo>
                  <a:lnTo>
                    <a:pt x="99" y="21"/>
                  </a:lnTo>
                  <a:lnTo>
                    <a:pt x="60" y="60"/>
                  </a:lnTo>
                  <a:lnTo>
                    <a:pt x="20" y="100"/>
                  </a:lnTo>
                  <a:lnTo>
                    <a:pt x="0" y="179"/>
                  </a:lnTo>
                  <a:lnTo>
                    <a:pt x="20" y="219"/>
                  </a:lnTo>
                  <a:lnTo>
                    <a:pt x="40" y="278"/>
                  </a:lnTo>
                  <a:lnTo>
                    <a:pt x="79" y="318"/>
                  </a:lnTo>
                  <a:lnTo>
                    <a:pt x="139" y="338"/>
                  </a:lnTo>
                  <a:lnTo>
                    <a:pt x="139" y="16503"/>
                  </a:lnTo>
                  <a:lnTo>
                    <a:pt x="218" y="16503"/>
                  </a:lnTo>
                  <a:lnTo>
                    <a:pt x="218" y="338"/>
                  </a:lnTo>
                  <a:lnTo>
                    <a:pt x="258" y="318"/>
                  </a:lnTo>
                  <a:lnTo>
                    <a:pt x="297" y="278"/>
                  </a:lnTo>
                  <a:lnTo>
                    <a:pt x="337" y="219"/>
                  </a:lnTo>
                  <a:lnTo>
                    <a:pt x="337" y="179"/>
                  </a:lnTo>
                  <a:lnTo>
                    <a:pt x="317" y="100"/>
                  </a:lnTo>
                  <a:lnTo>
                    <a:pt x="297" y="60"/>
                  </a:lnTo>
                  <a:lnTo>
                    <a:pt x="238" y="21"/>
                  </a:lnTo>
                  <a:lnTo>
                    <a:pt x="178"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13"/>
            <p:cNvSpPr/>
            <p:nvPr/>
          </p:nvSpPr>
          <p:spPr>
            <a:xfrm>
              <a:off x="428800" y="2022200"/>
              <a:ext cx="8425" cy="412600"/>
            </a:xfrm>
            <a:custGeom>
              <a:avLst/>
              <a:gdLst/>
              <a:ahLst/>
              <a:cxnLst/>
              <a:rect l="l" t="t" r="r" b="b"/>
              <a:pathLst>
                <a:path w="337" h="16504" fill="none" extrusionOk="0">
                  <a:moveTo>
                    <a:pt x="178" y="1"/>
                  </a:moveTo>
                  <a:lnTo>
                    <a:pt x="178" y="1"/>
                  </a:lnTo>
                  <a:lnTo>
                    <a:pt x="99" y="21"/>
                  </a:lnTo>
                  <a:lnTo>
                    <a:pt x="60" y="60"/>
                  </a:lnTo>
                  <a:lnTo>
                    <a:pt x="20" y="100"/>
                  </a:lnTo>
                  <a:lnTo>
                    <a:pt x="0" y="179"/>
                  </a:lnTo>
                  <a:lnTo>
                    <a:pt x="0" y="179"/>
                  </a:lnTo>
                  <a:lnTo>
                    <a:pt x="20" y="219"/>
                  </a:lnTo>
                  <a:lnTo>
                    <a:pt x="40" y="278"/>
                  </a:lnTo>
                  <a:lnTo>
                    <a:pt x="79" y="318"/>
                  </a:lnTo>
                  <a:lnTo>
                    <a:pt x="139" y="338"/>
                  </a:lnTo>
                  <a:lnTo>
                    <a:pt x="139" y="16503"/>
                  </a:lnTo>
                  <a:lnTo>
                    <a:pt x="218" y="16503"/>
                  </a:lnTo>
                  <a:lnTo>
                    <a:pt x="218" y="338"/>
                  </a:lnTo>
                  <a:lnTo>
                    <a:pt x="218" y="338"/>
                  </a:lnTo>
                  <a:lnTo>
                    <a:pt x="258" y="318"/>
                  </a:lnTo>
                  <a:lnTo>
                    <a:pt x="297" y="278"/>
                  </a:lnTo>
                  <a:lnTo>
                    <a:pt x="337" y="219"/>
                  </a:lnTo>
                  <a:lnTo>
                    <a:pt x="337" y="179"/>
                  </a:lnTo>
                  <a:lnTo>
                    <a:pt x="337" y="179"/>
                  </a:lnTo>
                  <a:lnTo>
                    <a:pt x="317" y="100"/>
                  </a:lnTo>
                  <a:lnTo>
                    <a:pt x="297" y="60"/>
                  </a:lnTo>
                  <a:lnTo>
                    <a:pt x="238" y="21"/>
                  </a:lnTo>
                  <a:lnTo>
                    <a:pt x="178"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13"/>
            <p:cNvSpPr/>
            <p:nvPr/>
          </p:nvSpPr>
          <p:spPr>
            <a:xfrm>
              <a:off x="309425" y="1428400"/>
              <a:ext cx="54500" cy="1006400"/>
            </a:xfrm>
            <a:custGeom>
              <a:avLst/>
              <a:gdLst/>
              <a:ahLst/>
              <a:cxnLst/>
              <a:rect l="l" t="t" r="r" b="b"/>
              <a:pathLst>
                <a:path w="2180" h="40256" extrusionOk="0">
                  <a:moveTo>
                    <a:pt x="1942" y="0"/>
                  </a:moveTo>
                  <a:lnTo>
                    <a:pt x="1883" y="40"/>
                  </a:lnTo>
                  <a:lnTo>
                    <a:pt x="1843" y="99"/>
                  </a:lnTo>
                  <a:lnTo>
                    <a:pt x="1843" y="159"/>
                  </a:lnTo>
                  <a:lnTo>
                    <a:pt x="1843" y="218"/>
                  </a:lnTo>
                  <a:lnTo>
                    <a:pt x="1863" y="258"/>
                  </a:lnTo>
                  <a:lnTo>
                    <a:pt x="1903" y="297"/>
                  </a:lnTo>
                  <a:lnTo>
                    <a:pt x="1962" y="317"/>
                  </a:lnTo>
                  <a:lnTo>
                    <a:pt x="1962" y="7508"/>
                  </a:lnTo>
                  <a:lnTo>
                    <a:pt x="21" y="9469"/>
                  </a:lnTo>
                  <a:lnTo>
                    <a:pt x="40" y="9489"/>
                  </a:lnTo>
                  <a:lnTo>
                    <a:pt x="1" y="9489"/>
                  </a:lnTo>
                  <a:lnTo>
                    <a:pt x="1" y="40255"/>
                  </a:lnTo>
                  <a:lnTo>
                    <a:pt x="80" y="40255"/>
                  </a:lnTo>
                  <a:lnTo>
                    <a:pt x="80" y="9509"/>
                  </a:lnTo>
                  <a:lnTo>
                    <a:pt x="2041" y="7548"/>
                  </a:lnTo>
                  <a:lnTo>
                    <a:pt x="2041" y="317"/>
                  </a:lnTo>
                  <a:lnTo>
                    <a:pt x="2101" y="297"/>
                  </a:lnTo>
                  <a:lnTo>
                    <a:pt x="2140" y="258"/>
                  </a:lnTo>
                  <a:lnTo>
                    <a:pt x="2160" y="218"/>
                  </a:lnTo>
                  <a:lnTo>
                    <a:pt x="2180" y="159"/>
                  </a:lnTo>
                  <a:lnTo>
                    <a:pt x="2160" y="99"/>
                  </a:lnTo>
                  <a:lnTo>
                    <a:pt x="2120" y="40"/>
                  </a:lnTo>
                  <a:lnTo>
                    <a:pt x="2061"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13"/>
            <p:cNvSpPr/>
            <p:nvPr/>
          </p:nvSpPr>
          <p:spPr>
            <a:xfrm>
              <a:off x="309425" y="1428400"/>
              <a:ext cx="54500" cy="1006400"/>
            </a:xfrm>
            <a:custGeom>
              <a:avLst/>
              <a:gdLst/>
              <a:ahLst/>
              <a:cxnLst/>
              <a:rect l="l" t="t" r="r" b="b"/>
              <a:pathLst>
                <a:path w="2180" h="40256" fill="none" extrusionOk="0">
                  <a:moveTo>
                    <a:pt x="2002" y="0"/>
                  </a:moveTo>
                  <a:lnTo>
                    <a:pt x="2002" y="0"/>
                  </a:lnTo>
                  <a:lnTo>
                    <a:pt x="2002" y="0"/>
                  </a:lnTo>
                  <a:lnTo>
                    <a:pt x="2002" y="0"/>
                  </a:lnTo>
                  <a:lnTo>
                    <a:pt x="1942" y="0"/>
                  </a:lnTo>
                  <a:lnTo>
                    <a:pt x="1883" y="40"/>
                  </a:lnTo>
                  <a:lnTo>
                    <a:pt x="1843" y="99"/>
                  </a:lnTo>
                  <a:lnTo>
                    <a:pt x="1843" y="159"/>
                  </a:lnTo>
                  <a:lnTo>
                    <a:pt x="1843" y="159"/>
                  </a:lnTo>
                  <a:lnTo>
                    <a:pt x="1843" y="218"/>
                  </a:lnTo>
                  <a:lnTo>
                    <a:pt x="1863" y="258"/>
                  </a:lnTo>
                  <a:lnTo>
                    <a:pt x="1903" y="297"/>
                  </a:lnTo>
                  <a:lnTo>
                    <a:pt x="1962" y="317"/>
                  </a:lnTo>
                  <a:lnTo>
                    <a:pt x="1962" y="7508"/>
                  </a:lnTo>
                  <a:lnTo>
                    <a:pt x="21" y="9469"/>
                  </a:lnTo>
                  <a:lnTo>
                    <a:pt x="40" y="9489"/>
                  </a:lnTo>
                  <a:lnTo>
                    <a:pt x="1" y="9489"/>
                  </a:lnTo>
                  <a:lnTo>
                    <a:pt x="1" y="40255"/>
                  </a:lnTo>
                  <a:lnTo>
                    <a:pt x="80" y="40255"/>
                  </a:lnTo>
                  <a:lnTo>
                    <a:pt x="80" y="9509"/>
                  </a:lnTo>
                  <a:lnTo>
                    <a:pt x="2041" y="7548"/>
                  </a:lnTo>
                  <a:lnTo>
                    <a:pt x="2041" y="317"/>
                  </a:lnTo>
                  <a:lnTo>
                    <a:pt x="2041" y="317"/>
                  </a:lnTo>
                  <a:lnTo>
                    <a:pt x="2101" y="297"/>
                  </a:lnTo>
                  <a:lnTo>
                    <a:pt x="2140" y="258"/>
                  </a:lnTo>
                  <a:lnTo>
                    <a:pt x="2160" y="218"/>
                  </a:lnTo>
                  <a:lnTo>
                    <a:pt x="2180" y="159"/>
                  </a:lnTo>
                  <a:lnTo>
                    <a:pt x="2180" y="159"/>
                  </a:lnTo>
                  <a:lnTo>
                    <a:pt x="2160" y="99"/>
                  </a:lnTo>
                  <a:lnTo>
                    <a:pt x="2120" y="40"/>
                  </a:lnTo>
                  <a:lnTo>
                    <a:pt x="2061" y="0"/>
                  </a:lnTo>
                  <a:lnTo>
                    <a:pt x="2002"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13"/>
            <p:cNvSpPr/>
            <p:nvPr/>
          </p:nvSpPr>
          <p:spPr>
            <a:xfrm>
              <a:off x="404525" y="1687900"/>
              <a:ext cx="119875" cy="746900"/>
            </a:xfrm>
            <a:custGeom>
              <a:avLst/>
              <a:gdLst/>
              <a:ahLst/>
              <a:cxnLst/>
              <a:rect l="l" t="t" r="r" b="b"/>
              <a:pathLst>
                <a:path w="4795" h="29876" extrusionOk="0">
                  <a:moveTo>
                    <a:pt x="4636" y="1"/>
                  </a:moveTo>
                  <a:lnTo>
                    <a:pt x="4577" y="21"/>
                  </a:lnTo>
                  <a:lnTo>
                    <a:pt x="4517" y="60"/>
                  </a:lnTo>
                  <a:lnTo>
                    <a:pt x="4478" y="120"/>
                  </a:lnTo>
                  <a:lnTo>
                    <a:pt x="4478" y="179"/>
                  </a:lnTo>
                  <a:lnTo>
                    <a:pt x="4478" y="239"/>
                  </a:lnTo>
                  <a:lnTo>
                    <a:pt x="4497" y="278"/>
                  </a:lnTo>
                  <a:lnTo>
                    <a:pt x="4537" y="318"/>
                  </a:lnTo>
                  <a:lnTo>
                    <a:pt x="4596" y="338"/>
                  </a:lnTo>
                  <a:lnTo>
                    <a:pt x="4596" y="6736"/>
                  </a:lnTo>
                  <a:lnTo>
                    <a:pt x="199" y="11115"/>
                  </a:lnTo>
                  <a:lnTo>
                    <a:pt x="199" y="5825"/>
                  </a:lnTo>
                  <a:lnTo>
                    <a:pt x="258" y="5805"/>
                  </a:lnTo>
                  <a:lnTo>
                    <a:pt x="298" y="5766"/>
                  </a:lnTo>
                  <a:lnTo>
                    <a:pt x="317" y="5706"/>
                  </a:lnTo>
                  <a:lnTo>
                    <a:pt x="337" y="5667"/>
                  </a:lnTo>
                  <a:lnTo>
                    <a:pt x="317" y="5587"/>
                  </a:lnTo>
                  <a:lnTo>
                    <a:pt x="278" y="5548"/>
                  </a:lnTo>
                  <a:lnTo>
                    <a:pt x="218" y="5508"/>
                  </a:lnTo>
                  <a:lnTo>
                    <a:pt x="159" y="5488"/>
                  </a:lnTo>
                  <a:lnTo>
                    <a:pt x="99" y="5508"/>
                  </a:lnTo>
                  <a:lnTo>
                    <a:pt x="40" y="5548"/>
                  </a:lnTo>
                  <a:lnTo>
                    <a:pt x="0" y="5587"/>
                  </a:lnTo>
                  <a:lnTo>
                    <a:pt x="0" y="5667"/>
                  </a:lnTo>
                  <a:lnTo>
                    <a:pt x="0" y="5706"/>
                  </a:lnTo>
                  <a:lnTo>
                    <a:pt x="20" y="5766"/>
                  </a:lnTo>
                  <a:lnTo>
                    <a:pt x="60" y="5805"/>
                  </a:lnTo>
                  <a:lnTo>
                    <a:pt x="119" y="5825"/>
                  </a:lnTo>
                  <a:lnTo>
                    <a:pt x="119" y="29875"/>
                  </a:lnTo>
                  <a:lnTo>
                    <a:pt x="199" y="29875"/>
                  </a:lnTo>
                  <a:lnTo>
                    <a:pt x="199" y="11233"/>
                  </a:lnTo>
                  <a:lnTo>
                    <a:pt x="4676" y="6756"/>
                  </a:lnTo>
                  <a:lnTo>
                    <a:pt x="4676" y="338"/>
                  </a:lnTo>
                  <a:lnTo>
                    <a:pt x="4735" y="318"/>
                  </a:lnTo>
                  <a:lnTo>
                    <a:pt x="4775" y="278"/>
                  </a:lnTo>
                  <a:lnTo>
                    <a:pt x="4795" y="239"/>
                  </a:lnTo>
                  <a:lnTo>
                    <a:pt x="4795" y="179"/>
                  </a:lnTo>
                  <a:lnTo>
                    <a:pt x="4795" y="120"/>
                  </a:lnTo>
                  <a:lnTo>
                    <a:pt x="4755" y="60"/>
                  </a:lnTo>
                  <a:lnTo>
                    <a:pt x="4696" y="21"/>
                  </a:lnTo>
                  <a:lnTo>
                    <a:pt x="4636"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13"/>
            <p:cNvSpPr/>
            <p:nvPr/>
          </p:nvSpPr>
          <p:spPr>
            <a:xfrm>
              <a:off x="404525" y="1687900"/>
              <a:ext cx="119875" cy="746900"/>
            </a:xfrm>
            <a:custGeom>
              <a:avLst/>
              <a:gdLst/>
              <a:ahLst/>
              <a:cxnLst/>
              <a:rect l="l" t="t" r="r" b="b"/>
              <a:pathLst>
                <a:path w="4795" h="29876" fill="none" extrusionOk="0">
                  <a:moveTo>
                    <a:pt x="4636" y="1"/>
                  </a:moveTo>
                  <a:lnTo>
                    <a:pt x="4636" y="1"/>
                  </a:lnTo>
                  <a:lnTo>
                    <a:pt x="4577" y="21"/>
                  </a:lnTo>
                  <a:lnTo>
                    <a:pt x="4517" y="60"/>
                  </a:lnTo>
                  <a:lnTo>
                    <a:pt x="4478" y="120"/>
                  </a:lnTo>
                  <a:lnTo>
                    <a:pt x="4478" y="179"/>
                  </a:lnTo>
                  <a:lnTo>
                    <a:pt x="4478" y="179"/>
                  </a:lnTo>
                  <a:lnTo>
                    <a:pt x="4478" y="239"/>
                  </a:lnTo>
                  <a:lnTo>
                    <a:pt x="4497" y="278"/>
                  </a:lnTo>
                  <a:lnTo>
                    <a:pt x="4537" y="318"/>
                  </a:lnTo>
                  <a:lnTo>
                    <a:pt x="4596" y="338"/>
                  </a:lnTo>
                  <a:lnTo>
                    <a:pt x="4596" y="6736"/>
                  </a:lnTo>
                  <a:lnTo>
                    <a:pt x="199" y="11115"/>
                  </a:lnTo>
                  <a:lnTo>
                    <a:pt x="199" y="5825"/>
                  </a:lnTo>
                  <a:lnTo>
                    <a:pt x="199" y="5825"/>
                  </a:lnTo>
                  <a:lnTo>
                    <a:pt x="258" y="5805"/>
                  </a:lnTo>
                  <a:lnTo>
                    <a:pt x="298" y="5766"/>
                  </a:lnTo>
                  <a:lnTo>
                    <a:pt x="317" y="5706"/>
                  </a:lnTo>
                  <a:lnTo>
                    <a:pt x="337" y="5667"/>
                  </a:lnTo>
                  <a:lnTo>
                    <a:pt x="337" y="5667"/>
                  </a:lnTo>
                  <a:lnTo>
                    <a:pt x="317" y="5587"/>
                  </a:lnTo>
                  <a:lnTo>
                    <a:pt x="278" y="5548"/>
                  </a:lnTo>
                  <a:lnTo>
                    <a:pt x="218" y="5508"/>
                  </a:lnTo>
                  <a:lnTo>
                    <a:pt x="159" y="5488"/>
                  </a:lnTo>
                  <a:lnTo>
                    <a:pt x="159" y="5488"/>
                  </a:lnTo>
                  <a:lnTo>
                    <a:pt x="159" y="5488"/>
                  </a:lnTo>
                  <a:lnTo>
                    <a:pt x="159" y="5488"/>
                  </a:lnTo>
                  <a:lnTo>
                    <a:pt x="99" y="5508"/>
                  </a:lnTo>
                  <a:lnTo>
                    <a:pt x="40" y="5548"/>
                  </a:lnTo>
                  <a:lnTo>
                    <a:pt x="0" y="5587"/>
                  </a:lnTo>
                  <a:lnTo>
                    <a:pt x="0" y="5667"/>
                  </a:lnTo>
                  <a:lnTo>
                    <a:pt x="0" y="5667"/>
                  </a:lnTo>
                  <a:lnTo>
                    <a:pt x="0" y="5706"/>
                  </a:lnTo>
                  <a:lnTo>
                    <a:pt x="20" y="5766"/>
                  </a:lnTo>
                  <a:lnTo>
                    <a:pt x="60" y="5805"/>
                  </a:lnTo>
                  <a:lnTo>
                    <a:pt x="119" y="5825"/>
                  </a:lnTo>
                  <a:lnTo>
                    <a:pt x="119" y="29875"/>
                  </a:lnTo>
                  <a:lnTo>
                    <a:pt x="199" y="29875"/>
                  </a:lnTo>
                  <a:lnTo>
                    <a:pt x="199" y="11233"/>
                  </a:lnTo>
                  <a:lnTo>
                    <a:pt x="4676" y="6756"/>
                  </a:lnTo>
                  <a:lnTo>
                    <a:pt x="4676" y="338"/>
                  </a:lnTo>
                  <a:lnTo>
                    <a:pt x="4676" y="338"/>
                  </a:lnTo>
                  <a:lnTo>
                    <a:pt x="4735" y="318"/>
                  </a:lnTo>
                  <a:lnTo>
                    <a:pt x="4775" y="278"/>
                  </a:lnTo>
                  <a:lnTo>
                    <a:pt x="4795" y="239"/>
                  </a:lnTo>
                  <a:lnTo>
                    <a:pt x="4795" y="179"/>
                  </a:lnTo>
                  <a:lnTo>
                    <a:pt x="4795" y="179"/>
                  </a:lnTo>
                  <a:lnTo>
                    <a:pt x="4795" y="120"/>
                  </a:lnTo>
                  <a:lnTo>
                    <a:pt x="4755" y="60"/>
                  </a:lnTo>
                  <a:lnTo>
                    <a:pt x="4696" y="21"/>
                  </a:lnTo>
                  <a:lnTo>
                    <a:pt x="4636"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13"/>
            <p:cNvSpPr/>
            <p:nvPr/>
          </p:nvSpPr>
          <p:spPr>
            <a:xfrm>
              <a:off x="434250" y="1977150"/>
              <a:ext cx="55975" cy="457650"/>
            </a:xfrm>
            <a:custGeom>
              <a:avLst/>
              <a:gdLst/>
              <a:ahLst/>
              <a:cxnLst/>
              <a:rect l="l" t="t" r="r" b="b"/>
              <a:pathLst>
                <a:path w="2239" h="18306" extrusionOk="0">
                  <a:moveTo>
                    <a:pt x="178" y="0"/>
                  </a:moveTo>
                  <a:lnTo>
                    <a:pt x="99" y="20"/>
                  </a:lnTo>
                  <a:lnTo>
                    <a:pt x="59" y="60"/>
                  </a:lnTo>
                  <a:lnTo>
                    <a:pt x="20" y="99"/>
                  </a:lnTo>
                  <a:lnTo>
                    <a:pt x="0" y="178"/>
                  </a:lnTo>
                  <a:lnTo>
                    <a:pt x="20" y="238"/>
                  </a:lnTo>
                  <a:lnTo>
                    <a:pt x="59" y="297"/>
                  </a:lnTo>
                  <a:lnTo>
                    <a:pt x="99" y="317"/>
                  </a:lnTo>
                  <a:lnTo>
                    <a:pt x="178" y="337"/>
                  </a:lnTo>
                  <a:lnTo>
                    <a:pt x="218" y="337"/>
                  </a:lnTo>
                  <a:lnTo>
                    <a:pt x="258" y="317"/>
                  </a:lnTo>
                  <a:lnTo>
                    <a:pt x="2140" y="2199"/>
                  </a:lnTo>
                  <a:lnTo>
                    <a:pt x="2140" y="18305"/>
                  </a:lnTo>
                  <a:lnTo>
                    <a:pt x="2239" y="18305"/>
                  </a:lnTo>
                  <a:lnTo>
                    <a:pt x="2239" y="2179"/>
                  </a:lnTo>
                  <a:lnTo>
                    <a:pt x="317" y="258"/>
                  </a:lnTo>
                  <a:lnTo>
                    <a:pt x="337" y="218"/>
                  </a:lnTo>
                  <a:lnTo>
                    <a:pt x="337" y="178"/>
                  </a:lnTo>
                  <a:lnTo>
                    <a:pt x="317" y="99"/>
                  </a:lnTo>
                  <a:lnTo>
                    <a:pt x="297" y="60"/>
                  </a:lnTo>
                  <a:lnTo>
                    <a:pt x="238" y="20"/>
                  </a:lnTo>
                  <a:lnTo>
                    <a:pt x="178"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13"/>
            <p:cNvSpPr/>
            <p:nvPr/>
          </p:nvSpPr>
          <p:spPr>
            <a:xfrm>
              <a:off x="434250" y="1977150"/>
              <a:ext cx="55975" cy="457650"/>
            </a:xfrm>
            <a:custGeom>
              <a:avLst/>
              <a:gdLst/>
              <a:ahLst/>
              <a:cxnLst/>
              <a:rect l="l" t="t" r="r" b="b"/>
              <a:pathLst>
                <a:path w="2239" h="18306" fill="none" extrusionOk="0">
                  <a:moveTo>
                    <a:pt x="178" y="0"/>
                  </a:moveTo>
                  <a:lnTo>
                    <a:pt x="178" y="0"/>
                  </a:lnTo>
                  <a:lnTo>
                    <a:pt x="178" y="0"/>
                  </a:lnTo>
                  <a:lnTo>
                    <a:pt x="178" y="0"/>
                  </a:lnTo>
                  <a:lnTo>
                    <a:pt x="99" y="20"/>
                  </a:lnTo>
                  <a:lnTo>
                    <a:pt x="59" y="60"/>
                  </a:lnTo>
                  <a:lnTo>
                    <a:pt x="20" y="99"/>
                  </a:lnTo>
                  <a:lnTo>
                    <a:pt x="0" y="178"/>
                  </a:lnTo>
                  <a:lnTo>
                    <a:pt x="0" y="178"/>
                  </a:lnTo>
                  <a:lnTo>
                    <a:pt x="20" y="238"/>
                  </a:lnTo>
                  <a:lnTo>
                    <a:pt x="59" y="297"/>
                  </a:lnTo>
                  <a:lnTo>
                    <a:pt x="99" y="317"/>
                  </a:lnTo>
                  <a:lnTo>
                    <a:pt x="178" y="337"/>
                  </a:lnTo>
                  <a:lnTo>
                    <a:pt x="178" y="337"/>
                  </a:lnTo>
                  <a:lnTo>
                    <a:pt x="218" y="337"/>
                  </a:lnTo>
                  <a:lnTo>
                    <a:pt x="258" y="317"/>
                  </a:lnTo>
                  <a:lnTo>
                    <a:pt x="2140" y="2199"/>
                  </a:lnTo>
                  <a:lnTo>
                    <a:pt x="2140" y="18305"/>
                  </a:lnTo>
                  <a:lnTo>
                    <a:pt x="2239" y="18305"/>
                  </a:lnTo>
                  <a:lnTo>
                    <a:pt x="2239" y="2179"/>
                  </a:lnTo>
                  <a:lnTo>
                    <a:pt x="317" y="258"/>
                  </a:lnTo>
                  <a:lnTo>
                    <a:pt x="317" y="258"/>
                  </a:lnTo>
                  <a:lnTo>
                    <a:pt x="337" y="218"/>
                  </a:lnTo>
                  <a:lnTo>
                    <a:pt x="337" y="178"/>
                  </a:lnTo>
                  <a:lnTo>
                    <a:pt x="337" y="178"/>
                  </a:lnTo>
                  <a:lnTo>
                    <a:pt x="317" y="99"/>
                  </a:lnTo>
                  <a:lnTo>
                    <a:pt x="297" y="60"/>
                  </a:lnTo>
                  <a:lnTo>
                    <a:pt x="238" y="20"/>
                  </a:lnTo>
                  <a:lnTo>
                    <a:pt x="178"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13"/>
            <p:cNvSpPr/>
            <p:nvPr/>
          </p:nvSpPr>
          <p:spPr>
            <a:xfrm>
              <a:off x="891875" y="1444725"/>
              <a:ext cx="120375" cy="990075"/>
            </a:xfrm>
            <a:custGeom>
              <a:avLst/>
              <a:gdLst/>
              <a:ahLst/>
              <a:cxnLst/>
              <a:rect l="l" t="t" r="r" b="b"/>
              <a:pathLst>
                <a:path w="4815" h="39603" extrusionOk="0">
                  <a:moveTo>
                    <a:pt x="178" y="1"/>
                  </a:moveTo>
                  <a:lnTo>
                    <a:pt x="119" y="21"/>
                  </a:lnTo>
                  <a:lnTo>
                    <a:pt x="60" y="60"/>
                  </a:lnTo>
                  <a:lnTo>
                    <a:pt x="20" y="100"/>
                  </a:lnTo>
                  <a:lnTo>
                    <a:pt x="0" y="179"/>
                  </a:lnTo>
                  <a:lnTo>
                    <a:pt x="20" y="219"/>
                  </a:lnTo>
                  <a:lnTo>
                    <a:pt x="40" y="278"/>
                  </a:lnTo>
                  <a:lnTo>
                    <a:pt x="79" y="318"/>
                  </a:lnTo>
                  <a:lnTo>
                    <a:pt x="139" y="338"/>
                  </a:lnTo>
                  <a:lnTo>
                    <a:pt x="139" y="6756"/>
                  </a:lnTo>
                  <a:lnTo>
                    <a:pt x="4616" y="11233"/>
                  </a:lnTo>
                  <a:lnTo>
                    <a:pt x="4616" y="39602"/>
                  </a:lnTo>
                  <a:lnTo>
                    <a:pt x="4695" y="39602"/>
                  </a:lnTo>
                  <a:lnTo>
                    <a:pt x="4695" y="5805"/>
                  </a:lnTo>
                  <a:lnTo>
                    <a:pt x="4735" y="5785"/>
                  </a:lnTo>
                  <a:lnTo>
                    <a:pt x="4775" y="5766"/>
                  </a:lnTo>
                  <a:lnTo>
                    <a:pt x="4814" y="5706"/>
                  </a:lnTo>
                  <a:lnTo>
                    <a:pt x="4814" y="5647"/>
                  </a:lnTo>
                  <a:lnTo>
                    <a:pt x="4814" y="5587"/>
                  </a:lnTo>
                  <a:lnTo>
                    <a:pt x="4775" y="5528"/>
                  </a:lnTo>
                  <a:lnTo>
                    <a:pt x="4715" y="5508"/>
                  </a:lnTo>
                  <a:lnTo>
                    <a:pt x="4656" y="5488"/>
                  </a:lnTo>
                  <a:lnTo>
                    <a:pt x="4576" y="5508"/>
                  </a:lnTo>
                  <a:lnTo>
                    <a:pt x="4537" y="5528"/>
                  </a:lnTo>
                  <a:lnTo>
                    <a:pt x="4497" y="5587"/>
                  </a:lnTo>
                  <a:lnTo>
                    <a:pt x="4477" y="5647"/>
                  </a:lnTo>
                  <a:lnTo>
                    <a:pt x="4497" y="5706"/>
                  </a:lnTo>
                  <a:lnTo>
                    <a:pt x="4517" y="5766"/>
                  </a:lnTo>
                  <a:lnTo>
                    <a:pt x="4557" y="5785"/>
                  </a:lnTo>
                  <a:lnTo>
                    <a:pt x="4616" y="5805"/>
                  </a:lnTo>
                  <a:lnTo>
                    <a:pt x="4616" y="11115"/>
                  </a:lnTo>
                  <a:lnTo>
                    <a:pt x="218" y="6717"/>
                  </a:lnTo>
                  <a:lnTo>
                    <a:pt x="218" y="338"/>
                  </a:lnTo>
                  <a:lnTo>
                    <a:pt x="258" y="318"/>
                  </a:lnTo>
                  <a:lnTo>
                    <a:pt x="297" y="278"/>
                  </a:lnTo>
                  <a:lnTo>
                    <a:pt x="337" y="219"/>
                  </a:lnTo>
                  <a:lnTo>
                    <a:pt x="337" y="179"/>
                  </a:lnTo>
                  <a:lnTo>
                    <a:pt x="337" y="100"/>
                  </a:lnTo>
                  <a:lnTo>
                    <a:pt x="297" y="60"/>
                  </a:lnTo>
                  <a:lnTo>
                    <a:pt x="238" y="21"/>
                  </a:lnTo>
                  <a:lnTo>
                    <a:pt x="178"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13"/>
            <p:cNvSpPr/>
            <p:nvPr/>
          </p:nvSpPr>
          <p:spPr>
            <a:xfrm>
              <a:off x="891875" y="1444725"/>
              <a:ext cx="120375" cy="990075"/>
            </a:xfrm>
            <a:custGeom>
              <a:avLst/>
              <a:gdLst/>
              <a:ahLst/>
              <a:cxnLst/>
              <a:rect l="l" t="t" r="r" b="b"/>
              <a:pathLst>
                <a:path w="4815" h="39603" fill="none" extrusionOk="0">
                  <a:moveTo>
                    <a:pt x="178" y="1"/>
                  </a:moveTo>
                  <a:lnTo>
                    <a:pt x="178" y="1"/>
                  </a:lnTo>
                  <a:lnTo>
                    <a:pt x="119" y="21"/>
                  </a:lnTo>
                  <a:lnTo>
                    <a:pt x="60" y="60"/>
                  </a:lnTo>
                  <a:lnTo>
                    <a:pt x="20" y="100"/>
                  </a:lnTo>
                  <a:lnTo>
                    <a:pt x="0" y="179"/>
                  </a:lnTo>
                  <a:lnTo>
                    <a:pt x="0" y="179"/>
                  </a:lnTo>
                  <a:lnTo>
                    <a:pt x="20" y="219"/>
                  </a:lnTo>
                  <a:lnTo>
                    <a:pt x="40" y="278"/>
                  </a:lnTo>
                  <a:lnTo>
                    <a:pt x="79" y="318"/>
                  </a:lnTo>
                  <a:lnTo>
                    <a:pt x="139" y="338"/>
                  </a:lnTo>
                  <a:lnTo>
                    <a:pt x="139" y="6756"/>
                  </a:lnTo>
                  <a:lnTo>
                    <a:pt x="4616" y="11233"/>
                  </a:lnTo>
                  <a:lnTo>
                    <a:pt x="4616" y="39602"/>
                  </a:lnTo>
                  <a:lnTo>
                    <a:pt x="4695" y="39602"/>
                  </a:lnTo>
                  <a:lnTo>
                    <a:pt x="4695" y="5805"/>
                  </a:lnTo>
                  <a:lnTo>
                    <a:pt x="4695" y="5805"/>
                  </a:lnTo>
                  <a:lnTo>
                    <a:pt x="4735" y="5785"/>
                  </a:lnTo>
                  <a:lnTo>
                    <a:pt x="4775" y="5766"/>
                  </a:lnTo>
                  <a:lnTo>
                    <a:pt x="4814" y="5706"/>
                  </a:lnTo>
                  <a:lnTo>
                    <a:pt x="4814" y="5647"/>
                  </a:lnTo>
                  <a:lnTo>
                    <a:pt x="4814" y="5647"/>
                  </a:lnTo>
                  <a:lnTo>
                    <a:pt x="4814" y="5587"/>
                  </a:lnTo>
                  <a:lnTo>
                    <a:pt x="4775" y="5528"/>
                  </a:lnTo>
                  <a:lnTo>
                    <a:pt x="4715" y="5508"/>
                  </a:lnTo>
                  <a:lnTo>
                    <a:pt x="4656" y="5488"/>
                  </a:lnTo>
                  <a:lnTo>
                    <a:pt x="4656" y="5488"/>
                  </a:lnTo>
                  <a:lnTo>
                    <a:pt x="4576" y="5508"/>
                  </a:lnTo>
                  <a:lnTo>
                    <a:pt x="4537" y="5528"/>
                  </a:lnTo>
                  <a:lnTo>
                    <a:pt x="4497" y="5587"/>
                  </a:lnTo>
                  <a:lnTo>
                    <a:pt x="4477" y="5647"/>
                  </a:lnTo>
                  <a:lnTo>
                    <a:pt x="4477" y="5647"/>
                  </a:lnTo>
                  <a:lnTo>
                    <a:pt x="4497" y="5706"/>
                  </a:lnTo>
                  <a:lnTo>
                    <a:pt x="4517" y="5766"/>
                  </a:lnTo>
                  <a:lnTo>
                    <a:pt x="4557" y="5785"/>
                  </a:lnTo>
                  <a:lnTo>
                    <a:pt x="4616" y="5805"/>
                  </a:lnTo>
                  <a:lnTo>
                    <a:pt x="4616" y="11115"/>
                  </a:lnTo>
                  <a:lnTo>
                    <a:pt x="218" y="6717"/>
                  </a:lnTo>
                  <a:lnTo>
                    <a:pt x="218" y="338"/>
                  </a:lnTo>
                  <a:lnTo>
                    <a:pt x="218" y="338"/>
                  </a:lnTo>
                  <a:lnTo>
                    <a:pt x="258" y="318"/>
                  </a:lnTo>
                  <a:lnTo>
                    <a:pt x="297" y="278"/>
                  </a:lnTo>
                  <a:lnTo>
                    <a:pt x="337" y="219"/>
                  </a:lnTo>
                  <a:lnTo>
                    <a:pt x="337" y="179"/>
                  </a:lnTo>
                  <a:lnTo>
                    <a:pt x="337" y="179"/>
                  </a:lnTo>
                  <a:lnTo>
                    <a:pt x="337" y="100"/>
                  </a:lnTo>
                  <a:lnTo>
                    <a:pt x="297" y="60"/>
                  </a:lnTo>
                  <a:lnTo>
                    <a:pt x="238" y="21"/>
                  </a:lnTo>
                  <a:lnTo>
                    <a:pt x="178"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13"/>
            <p:cNvSpPr/>
            <p:nvPr/>
          </p:nvSpPr>
          <p:spPr>
            <a:xfrm>
              <a:off x="382725" y="1322400"/>
              <a:ext cx="54500" cy="1112400"/>
            </a:xfrm>
            <a:custGeom>
              <a:avLst/>
              <a:gdLst/>
              <a:ahLst/>
              <a:cxnLst/>
              <a:rect l="l" t="t" r="r" b="b"/>
              <a:pathLst>
                <a:path w="2180" h="44496" extrusionOk="0">
                  <a:moveTo>
                    <a:pt x="1942" y="1"/>
                  </a:moveTo>
                  <a:lnTo>
                    <a:pt x="1903" y="40"/>
                  </a:lnTo>
                  <a:lnTo>
                    <a:pt x="1863" y="100"/>
                  </a:lnTo>
                  <a:lnTo>
                    <a:pt x="1843" y="159"/>
                  </a:lnTo>
                  <a:lnTo>
                    <a:pt x="1863" y="218"/>
                  </a:lnTo>
                  <a:lnTo>
                    <a:pt x="1883" y="258"/>
                  </a:lnTo>
                  <a:lnTo>
                    <a:pt x="1922" y="298"/>
                  </a:lnTo>
                  <a:lnTo>
                    <a:pt x="1982" y="318"/>
                  </a:lnTo>
                  <a:lnTo>
                    <a:pt x="1982" y="12957"/>
                  </a:lnTo>
                  <a:lnTo>
                    <a:pt x="1" y="14918"/>
                  </a:lnTo>
                  <a:lnTo>
                    <a:pt x="1" y="44495"/>
                  </a:lnTo>
                  <a:lnTo>
                    <a:pt x="100" y="44495"/>
                  </a:lnTo>
                  <a:lnTo>
                    <a:pt x="100" y="14958"/>
                  </a:lnTo>
                  <a:lnTo>
                    <a:pt x="2061" y="12996"/>
                  </a:lnTo>
                  <a:lnTo>
                    <a:pt x="2061" y="318"/>
                  </a:lnTo>
                  <a:lnTo>
                    <a:pt x="2101" y="298"/>
                  </a:lnTo>
                  <a:lnTo>
                    <a:pt x="2140" y="258"/>
                  </a:lnTo>
                  <a:lnTo>
                    <a:pt x="2180" y="218"/>
                  </a:lnTo>
                  <a:lnTo>
                    <a:pt x="2180" y="159"/>
                  </a:lnTo>
                  <a:lnTo>
                    <a:pt x="2160" y="100"/>
                  </a:lnTo>
                  <a:lnTo>
                    <a:pt x="2140" y="40"/>
                  </a:lnTo>
                  <a:lnTo>
                    <a:pt x="2081"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13"/>
            <p:cNvSpPr/>
            <p:nvPr/>
          </p:nvSpPr>
          <p:spPr>
            <a:xfrm>
              <a:off x="382725" y="1322400"/>
              <a:ext cx="54500" cy="1112400"/>
            </a:xfrm>
            <a:custGeom>
              <a:avLst/>
              <a:gdLst/>
              <a:ahLst/>
              <a:cxnLst/>
              <a:rect l="l" t="t" r="r" b="b"/>
              <a:pathLst>
                <a:path w="2180" h="44496" fill="none" extrusionOk="0">
                  <a:moveTo>
                    <a:pt x="2021" y="1"/>
                  </a:moveTo>
                  <a:lnTo>
                    <a:pt x="2021" y="1"/>
                  </a:lnTo>
                  <a:lnTo>
                    <a:pt x="1942" y="1"/>
                  </a:lnTo>
                  <a:lnTo>
                    <a:pt x="1903" y="40"/>
                  </a:lnTo>
                  <a:lnTo>
                    <a:pt x="1863" y="100"/>
                  </a:lnTo>
                  <a:lnTo>
                    <a:pt x="1843" y="159"/>
                  </a:lnTo>
                  <a:lnTo>
                    <a:pt x="1843" y="159"/>
                  </a:lnTo>
                  <a:lnTo>
                    <a:pt x="1863" y="218"/>
                  </a:lnTo>
                  <a:lnTo>
                    <a:pt x="1883" y="258"/>
                  </a:lnTo>
                  <a:lnTo>
                    <a:pt x="1922" y="298"/>
                  </a:lnTo>
                  <a:lnTo>
                    <a:pt x="1982" y="318"/>
                  </a:lnTo>
                  <a:lnTo>
                    <a:pt x="1982" y="12957"/>
                  </a:lnTo>
                  <a:lnTo>
                    <a:pt x="1" y="14918"/>
                  </a:lnTo>
                  <a:lnTo>
                    <a:pt x="1" y="44495"/>
                  </a:lnTo>
                  <a:lnTo>
                    <a:pt x="100" y="44495"/>
                  </a:lnTo>
                  <a:lnTo>
                    <a:pt x="100" y="14958"/>
                  </a:lnTo>
                  <a:lnTo>
                    <a:pt x="2061" y="12996"/>
                  </a:lnTo>
                  <a:lnTo>
                    <a:pt x="2061" y="318"/>
                  </a:lnTo>
                  <a:lnTo>
                    <a:pt x="2061" y="318"/>
                  </a:lnTo>
                  <a:lnTo>
                    <a:pt x="2101" y="298"/>
                  </a:lnTo>
                  <a:lnTo>
                    <a:pt x="2140" y="258"/>
                  </a:lnTo>
                  <a:lnTo>
                    <a:pt x="2180" y="218"/>
                  </a:lnTo>
                  <a:lnTo>
                    <a:pt x="2180" y="159"/>
                  </a:lnTo>
                  <a:lnTo>
                    <a:pt x="2180" y="159"/>
                  </a:lnTo>
                  <a:lnTo>
                    <a:pt x="2160" y="100"/>
                  </a:lnTo>
                  <a:lnTo>
                    <a:pt x="2140" y="40"/>
                  </a:lnTo>
                  <a:lnTo>
                    <a:pt x="2081" y="1"/>
                  </a:lnTo>
                  <a:lnTo>
                    <a:pt x="2021"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13"/>
            <p:cNvSpPr/>
            <p:nvPr/>
          </p:nvSpPr>
          <p:spPr>
            <a:xfrm>
              <a:off x="358475" y="1269400"/>
              <a:ext cx="54500" cy="1165400"/>
            </a:xfrm>
            <a:custGeom>
              <a:avLst/>
              <a:gdLst/>
              <a:ahLst/>
              <a:cxnLst/>
              <a:rect l="l" t="t" r="r" b="b"/>
              <a:pathLst>
                <a:path w="2180" h="46616" extrusionOk="0">
                  <a:moveTo>
                    <a:pt x="1941" y="1"/>
                  </a:moveTo>
                  <a:lnTo>
                    <a:pt x="1882" y="40"/>
                  </a:lnTo>
                  <a:lnTo>
                    <a:pt x="1842" y="100"/>
                  </a:lnTo>
                  <a:lnTo>
                    <a:pt x="1842" y="159"/>
                  </a:lnTo>
                  <a:lnTo>
                    <a:pt x="1842" y="219"/>
                  </a:lnTo>
                  <a:lnTo>
                    <a:pt x="1862" y="258"/>
                  </a:lnTo>
                  <a:lnTo>
                    <a:pt x="1902" y="298"/>
                  </a:lnTo>
                  <a:lnTo>
                    <a:pt x="1961" y="318"/>
                  </a:lnTo>
                  <a:lnTo>
                    <a:pt x="1961" y="14680"/>
                  </a:lnTo>
                  <a:lnTo>
                    <a:pt x="0" y="16642"/>
                  </a:lnTo>
                  <a:lnTo>
                    <a:pt x="0" y="46615"/>
                  </a:lnTo>
                  <a:lnTo>
                    <a:pt x="79" y="46615"/>
                  </a:lnTo>
                  <a:lnTo>
                    <a:pt x="79" y="16662"/>
                  </a:lnTo>
                  <a:lnTo>
                    <a:pt x="2041" y="14700"/>
                  </a:lnTo>
                  <a:lnTo>
                    <a:pt x="2041" y="318"/>
                  </a:lnTo>
                  <a:lnTo>
                    <a:pt x="2100" y="298"/>
                  </a:lnTo>
                  <a:lnTo>
                    <a:pt x="2140" y="258"/>
                  </a:lnTo>
                  <a:lnTo>
                    <a:pt x="2159" y="219"/>
                  </a:lnTo>
                  <a:lnTo>
                    <a:pt x="2179" y="159"/>
                  </a:lnTo>
                  <a:lnTo>
                    <a:pt x="2159" y="100"/>
                  </a:lnTo>
                  <a:lnTo>
                    <a:pt x="2120" y="40"/>
                  </a:lnTo>
                  <a:lnTo>
                    <a:pt x="2060"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13"/>
            <p:cNvSpPr/>
            <p:nvPr/>
          </p:nvSpPr>
          <p:spPr>
            <a:xfrm>
              <a:off x="358475" y="1269400"/>
              <a:ext cx="54500" cy="1165400"/>
            </a:xfrm>
            <a:custGeom>
              <a:avLst/>
              <a:gdLst/>
              <a:ahLst/>
              <a:cxnLst/>
              <a:rect l="l" t="t" r="r" b="b"/>
              <a:pathLst>
                <a:path w="2180" h="46616" fill="none" extrusionOk="0">
                  <a:moveTo>
                    <a:pt x="2001" y="1"/>
                  </a:moveTo>
                  <a:lnTo>
                    <a:pt x="2001" y="1"/>
                  </a:lnTo>
                  <a:lnTo>
                    <a:pt x="2001" y="1"/>
                  </a:lnTo>
                  <a:lnTo>
                    <a:pt x="2001" y="1"/>
                  </a:lnTo>
                  <a:lnTo>
                    <a:pt x="1941" y="1"/>
                  </a:lnTo>
                  <a:lnTo>
                    <a:pt x="1882" y="40"/>
                  </a:lnTo>
                  <a:lnTo>
                    <a:pt x="1842" y="100"/>
                  </a:lnTo>
                  <a:lnTo>
                    <a:pt x="1842" y="159"/>
                  </a:lnTo>
                  <a:lnTo>
                    <a:pt x="1842" y="159"/>
                  </a:lnTo>
                  <a:lnTo>
                    <a:pt x="1842" y="219"/>
                  </a:lnTo>
                  <a:lnTo>
                    <a:pt x="1862" y="258"/>
                  </a:lnTo>
                  <a:lnTo>
                    <a:pt x="1902" y="298"/>
                  </a:lnTo>
                  <a:lnTo>
                    <a:pt x="1961" y="318"/>
                  </a:lnTo>
                  <a:lnTo>
                    <a:pt x="1961" y="14680"/>
                  </a:lnTo>
                  <a:lnTo>
                    <a:pt x="0" y="16642"/>
                  </a:lnTo>
                  <a:lnTo>
                    <a:pt x="0" y="46615"/>
                  </a:lnTo>
                  <a:lnTo>
                    <a:pt x="79" y="46615"/>
                  </a:lnTo>
                  <a:lnTo>
                    <a:pt x="79" y="16662"/>
                  </a:lnTo>
                  <a:lnTo>
                    <a:pt x="2041" y="14700"/>
                  </a:lnTo>
                  <a:lnTo>
                    <a:pt x="2041" y="318"/>
                  </a:lnTo>
                  <a:lnTo>
                    <a:pt x="2041" y="318"/>
                  </a:lnTo>
                  <a:lnTo>
                    <a:pt x="2100" y="298"/>
                  </a:lnTo>
                  <a:lnTo>
                    <a:pt x="2140" y="258"/>
                  </a:lnTo>
                  <a:lnTo>
                    <a:pt x="2159" y="219"/>
                  </a:lnTo>
                  <a:lnTo>
                    <a:pt x="2179" y="159"/>
                  </a:lnTo>
                  <a:lnTo>
                    <a:pt x="2179" y="159"/>
                  </a:lnTo>
                  <a:lnTo>
                    <a:pt x="2159" y="100"/>
                  </a:lnTo>
                  <a:lnTo>
                    <a:pt x="2120" y="40"/>
                  </a:lnTo>
                  <a:lnTo>
                    <a:pt x="2060" y="1"/>
                  </a:lnTo>
                  <a:lnTo>
                    <a:pt x="2001"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13"/>
            <p:cNvSpPr/>
            <p:nvPr/>
          </p:nvSpPr>
          <p:spPr>
            <a:xfrm>
              <a:off x="979525" y="1779025"/>
              <a:ext cx="8450" cy="655775"/>
            </a:xfrm>
            <a:custGeom>
              <a:avLst/>
              <a:gdLst/>
              <a:ahLst/>
              <a:cxnLst/>
              <a:rect l="l" t="t" r="r" b="b"/>
              <a:pathLst>
                <a:path w="338" h="26231" extrusionOk="0">
                  <a:moveTo>
                    <a:pt x="100" y="1"/>
                  </a:moveTo>
                  <a:lnTo>
                    <a:pt x="40" y="41"/>
                  </a:lnTo>
                  <a:lnTo>
                    <a:pt x="1" y="100"/>
                  </a:lnTo>
                  <a:lnTo>
                    <a:pt x="1" y="159"/>
                  </a:lnTo>
                  <a:lnTo>
                    <a:pt x="1" y="219"/>
                  </a:lnTo>
                  <a:lnTo>
                    <a:pt x="40" y="258"/>
                  </a:lnTo>
                  <a:lnTo>
                    <a:pt x="80" y="298"/>
                  </a:lnTo>
                  <a:lnTo>
                    <a:pt x="120" y="318"/>
                  </a:lnTo>
                  <a:lnTo>
                    <a:pt x="120" y="26230"/>
                  </a:lnTo>
                  <a:lnTo>
                    <a:pt x="199" y="26230"/>
                  </a:lnTo>
                  <a:lnTo>
                    <a:pt x="199" y="318"/>
                  </a:lnTo>
                  <a:lnTo>
                    <a:pt x="258" y="298"/>
                  </a:lnTo>
                  <a:lnTo>
                    <a:pt x="298" y="258"/>
                  </a:lnTo>
                  <a:lnTo>
                    <a:pt x="318" y="219"/>
                  </a:lnTo>
                  <a:lnTo>
                    <a:pt x="337" y="159"/>
                  </a:lnTo>
                  <a:lnTo>
                    <a:pt x="318" y="100"/>
                  </a:lnTo>
                  <a:lnTo>
                    <a:pt x="278" y="41"/>
                  </a:lnTo>
                  <a:lnTo>
                    <a:pt x="219"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13"/>
            <p:cNvSpPr/>
            <p:nvPr/>
          </p:nvSpPr>
          <p:spPr>
            <a:xfrm>
              <a:off x="979525" y="1779025"/>
              <a:ext cx="8450" cy="655775"/>
            </a:xfrm>
            <a:custGeom>
              <a:avLst/>
              <a:gdLst/>
              <a:ahLst/>
              <a:cxnLst/>
              <a:rect l="l" t="t" r="r" b="b"/>
              <a:pathLst>
                <a:path w="338" h="26231" fill="none" extrusionOk="0">
                  <a:moveTo>
                    <a:pt x="159" y="1"/>
                  </a:moveTo>
                  <a:lnTo>
                    <a:pt x="159" y="1"/>
                  </a:lnTo>
                  <a:lnTo>
                    <a:pt x="100" y="1"/>
                  </a:lnTo>
                  <a:lnTo>
                    <a:pt x="40" y="41"/>
                  </a:lnTo>
                  <a:lnTo>
                    <a:pt x="1" y="100"/>
                  </a:lnTo>
                  <a:lnTo>
                    <a:pt x="1" y="159"/>
                  </a:lnTo>
                  <a:lnTo>
                    <a:pt x="1" y="159"/>
                  </a:lnTo>
                  <a:lnTo>
                    <a:pt x="1" y="219"/>
                  </a:lnTo>
                  <a:lnTo>
                    <a:pt x="40" y="258"/>
                  </a:lnTo>
                  <a:lnTo>
                    <a:pt x="80" y="298"/>
                  </a:lnTo>
                  <a:lnTo>
                    <a:pt x="120" y="318"/>
                  </a:lnTo>
                  <a:lnTo>
                    <a:pt x="120" y="26230"/>
                  </a:lnTo>
                  <a:lnTo>
                    <a:pt x="199" y="26230"/>
                  </a:lnTo>
                  <a:lnTo>
                    <a:pt x="199" y="318"/>
                  </a:lnTo>
                  <a:lnTo>
                    <a:pt x="199" y="318"/>
                  </a:lnTo>
                  <a:lnTo>
                    <a:pt x="258" y="298"/>
                  </a:lnTo>
                  <a:lnTo>
                    <a:pt x="298" y="258"/>
                  </a:lnTo>
                  <a:lnTo>
                    <a:pt x="318" y="219"/>
                  </a:lnTo>
                  <a:lnTo>
                    <a:pt x="337" y="159"/>
                  </a:lnTo>
                  <a:lnTo>
                    <a:pt x="337" y="159"/>
                  </a:lnTo>
                  <a:lnTo>
                    <a:pt x="318" y="100"/>
                  </a:lnTo>
                  <a:lnTo>
                    <a:pt x="278" y="41"/>
                  </a:lnTo>
                  <a:lnTo>
                    <a:pt x="219" y="1"/>
                  </a:lnTo>
                  <a:lnTo>
                    <a:pt x="159"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13"/>
            <p:cNvSpPr/>
            <p:nvPr/>
          </p:nvSpPr>
          <p:spPr>
            <a:xfrm>
              <a:off x="538750" y="1510100"/>
              <a:ext cx="54000" cy="924700"/>
            </a:xfrm>
            <a:custGeom>
              <a:avLst/>
              <a:gdLst/>
              <a:ahLst/>
              <a:cxnLst/>
              <a:rect l="l" t="t" r="r" b="b"/>
              <a:pathLst>
                <a:path w="2160" h="36988" extrusionOk="0">
                  <a:moveTo>
                    <a:pt x="159" y="1"/>
                  </a:moveTo>
                  <a:lnTo>
                    <a:pt x="99" y="21"/>
                  </a:lnTo>
                  <a:lnTo>
                    <a:pt x="40" y="40"/>
                  </a:lnTo>
                  <a:lnTo>
                    <a:pt x="0" y="100"/>
                  </a:lnTo>
                  <a:lnTo>
                    <a:pt x="0" y="159"/>
                  </a:lnTo>
                  <a:lnTo>
                    <a:pt x="0" y="219"/>
                  </a:lnTo>
                  <a:lnTo>
                    <a:pt x="40" y="278"/>
                  </a:lnTo>
                  <a:lnTo>
                    <a:pt x="79" y="298"/>
                  </a:lnTo>
                  <a:lnTo>
                    <a:pt x="119" y="318"/>
                  </a:lnTo>
                  <a:lnTo>
                    <a:pt x="119" y="3270"/>
                  </a:lnTo>
                  <a:lnTo>
                    <a:pt x="2080" y="5231"/>
                  </a:lnTo>
                  <a:lnTo>
                    <a:pt x="2080" y="36987"/>
                  </a:lnTo>
                  <a:lnTo>
                    <a:pt x="2159" y="36987"/>
                  </a:lnTo>
                  <a:lnTo>
                    <a:pt x="2159" y="5191"/>
                  </a:lnTo>
                  <a:lnTo>
                    <a:pt x="198" y="3230"/>
                  </a:lnTo>
                  <a:lnTo>
                    <a:pt x="198" y="318"/>
                  </a:lnTo>
                  <a:lnTo>
                    <a:pt x="258" y="298"/>
                  </a:lnTo>
                  <a:lnTo>
                    <a:pt x="297" y="278"/>
                  </a:lnTo>
                  <a:lnTo>
                    <a:pt x="317" y="219"/>
                  </a:lnTo>
                  <a:lnTo>
                    <a:pt x="337" y="159"/>
                  </a:lnTo>
                  <a:lnTo>
                    <a:pt x="317" y="100"/>
                  </a:lnTo>
                  <a:lnTo>
                    <a:pt x="277" y="40"/>
                  </a:lnTo>
                  <a:lnTo>
                    <a:pt x="218" y="21"/>
                  </a:lnTo>
                  <a:lnTo>
                    <a:pt x="159"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13"/>
            <p:cNvSpPr/>
            <p:nvPr/>
          </p:nvSpPr>
          <p:spPr>
            <a:xfrm>
              <a:off x="538750" y="1510100"/>
              <a:ext cx="54000" cy="924700"/>
            </a:xfrm>
            <a:custGeom>
              <a:avLst/>
              <a:gdLst/>
              <a:ahLst/>
              <a:cxnLst/>
              <a:rect l="l" t="t" r="r" b="b"/>
              <a:pathLst>
                <a:path w="2160" h="36988" fill="none" extrusionOk="0">
                  <a:moveTo>
                    <a:pt x="159" y="1"/>
                  </a:moveTo>
                  <a:lnTo>
                    <a:pt x="159" y="1"/>
                  </a:lnTo>
                  <a:lnTo>
                    <a:pt x="99" y="21"/>
                  </a:lnTo>
                  <a:lnTo>
                    <a:pt x="40" y="40"/>
                  </a:lnTo>
                  <a:lnTo>
                    <a:pt x="0" y="100"/>
                  </a:lnTo>
                  <a:lnTo>
                    <a:pt x="0" y="159"/>
                  </a:lnTo>
                  <a:lnTo>
                    <a:pt x="0" y="159"/>
                  </a:lnTo>
                  <a:lnTo>
                    <a:pt x="0" y="219"/>
                  </a:lnTo>
                  <a:lnTo>
                    <a:pt x="40" y="278"/>
                  </a:lnTo>
                  <a:lnTo>
                    <a:pt x="79" y="298"/>
                  </a:lnTo>
                  <a:lnTo>
                    <a:pt x="119" y="318"/>
                  </a:lnTo>
                  <a:lnTo>
                    <a:pt x="119" y="3270"/>
                  </a:lnTo>
                  <a:lnTo>
                    <a:pt x="2080" y="5231"/>
                  </a:lnTo>
                  <a:lnTo>
                    <a:pt x="2080" y="36987"/>
                  </a:lnTo>
                  <a:lnTo>
                    <a:pt x="2159" y="36987"/>
                  </a:lnTo>
                  <a:lnTo>
                    <a:pt x="2159" y="5191"/>
                  </a:lnTo>
                  <a:lnTo>
                    <a:pt x="198" y="3230"/>
                  </a:lnTo>
                  <a:lnTo>
                    <a:pt x="198" y="318"/>
                  </a:lnTo>
                  <a:lnTo>
                    <a:pt x="198" y="318"/>
                  </a:lnTo>
                  <a:lnTo>
                    <a:pt x="258" y="298"/>
                  </a:lnTo>
                  <a:lnTo>
                    <a:pt x="297" y="278"/>
                  </a:lnTo>
                  <a:lnTo>
                    <a:pt x="317" y="219"/>
                  </a:lnTo>
                  <a:lnTo>
                    <a:pt x="337" y="159"/>
                  </a:lnTo>
                  <a:lnTo>
                    <a:pt x="337" y="159"/>
                  </a:lnTo>
                  <a:lnTo>
                    <a:pt x="317" y="100"/>
                  </a:lnTo>
                  <a:lnTo>
                    <a:pt x="277" y="40"/>
                  </a:lnTo>
                  <a:lnTo>
                    <a:pt x="218" y="21"/>
                  </a:lnTo>
                  <a:lnTo>
                    <a:pt x="159"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13"/>
            <p:cNvSpPr/>
            <p:nvPr/>
          </p:nvSpPr>
          <p:spPr>
            <a:xfrm>
              <a:off x="516450" y="1278825"/>
              <a:ext cx="54025" cy="1155975"/>
            </a:xfrm>
            <a:custGeom>
              <a:avLst/>
              <a:gdLst/>
              <a:ahLst/>
              <a:cxnLst/>
              <a:rect l="l" t="t" r="r" b="b"/>
              <a:pathLst>
                <a:path w="2161" h="46239" extrusionOk="0">
                  <a:moveTo>
                    <a:pt x="159" y="0"/>
                  </a:moveTo>
                  <a:lnTo>
                    <a:pt x="100" y="20"/>
                  </a:lnTo>
                  <a:lnTo>
                    <a:pt x="40" y="60"/>
                  </a:lnTo>
                  <a:lnTo>
                    <a:pt x="1" y="99"/>
                  </a:lnTo>
                  <a:lnTo>
                    <a:pt x="1" y="179"/>
                  </a:lnTo>
                  <a:lnTo>
                    <a:pt x="1" y="218"/>
                  </a:lnTo>
                  <a:lnTo>
                    <a:pt x="20" y="278"/>
                  </a:lnTo>
                  <a:lnTo>
                    <a:pt x="60" y="297"/>
                  </a:lnTo>
                  <a:lnTo>
                    <a:pt x="119" y="337"/>
                  </a:lnTo>
                  <a:lnTo>
                    <a:pt x="119" y="12996"/>
                  </a:lnTo>
                  <a:lnTo>
                    <a:pt x="2081" y="14957"/>
                  </a:lnTo>
                  <a:lnTo>
                    <a:pt x="2081" y="46238"/>
                  </a:lnTo>
                  <a:lnTo>
                    <a:pt x="2160" y="46238"/>
                  </a:lnTo>
                  <a:lnTo>
                    <a:pt x="2160" y="14918"/>
                  </a:lnTo>
                  <a:lnTo>
                    <a:pt x="199" y="12956"/>
                  </a:lnTo>
                  <a:lnTo>
                    <a:pt x="199" y="337"/>
                  </a:lnTo>
                  <a:lnTo>
                    <a:pt x="258" y="297"/>
                  </a:lnTo>
                  <a:lnTo>
                    <a:pt x="298" y="278"/>
                  </a:lnTo>
                  <a:lnTo>
                    <a:pt x="318" y="218"/>
                  </a:lnTo>
                  <a:lnTo>
                    <a:pt x="318" y="179"/>
                  </a:lnTo>
                  <a:lnTo>
                    <a:pt x="318" y="99"/>
                  </a:lnTo>
                  <a:lnTo>
                    <a:pt x="278" y="60"/>
                  </a:lnTo>
                  <a:lnTo>
                    <a:pt x="219" y="20"/>
                  </a:lnTo>
                  <a:lnTo>
                    <a:pt x="159"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13"/>
            <p:cNvSpPr/>
            <p:nvPr/>
          </p:nvSpPr>
          <p:spPr>
            <a:xfrm>
              <a:off x="516450" y="1278825"/>
              <a:ext cx="54025" cy="1155975"/>
            </a:xfrm>
            <a:custGeom>
              <a:avLst/>
              <a:gdLst/>
              <a:ahLst/>
              <a:cxnLst/>
              <a:rect l="l" t="t" r="r" b="b"/>
              <a:pathLst>
                <a:path w="2161" h="46239" fill="none" extrusionOk="0">
                  <a:moveTo>
                    <a:pt x="159" y="0"/>
                  </a:moveTo>
                  <a:lnTo>
                    <a:pt x="159" y="0"/>
                  </a:lnTo>
                  <a:lnTo>
                    <a:pt x="100" y="20"/>
                  </a:lnTo>
                  <a:lnTo>
                    <a:pt x="40" y="60"/>
                  </a:lnTo>
                  <a:lnTo>
                    <a:pt x="1" y="99"/>
                  </a:lnTo>
                  <a:lnTo>
                    <a:pt x="1" y="179"/>
                  </a:lnTo>
                  <a:lnTo>
                    <a:pt x="1" y="179"/>
                  </a:lnTo>
                  <a:lnTo>
                    <a:pt x="1" y="218"/>
                  </a:lnTo>
                  <a:lnTo>
                    <a:pt x="20" y="278"/>
                  </a:lnTo>
                  <a:lnTo>
                    <a:pt x="60" y="297"/>
                  </a:lnTo>
                  <a:lnTo>
                    <a:pt x="119" y="337"/>
                  </a:lnTo>
                  <a:lnTo>
                    <a:pt x="119" y="12996"/>
                  </a:lnTo>
                  <a:lnTo>
                    <a:pt x="2081" y="14957"/>
                  </a:lnTo>
                  <a:lnTo>
                    <a:pt x="2081" y="46238"/>
                  </a:lnTo>
                  <a:lnTo>
                    <a:pt x="2160" y="46238"/>
                  </a:lnTo>
                  <a:lnTo>
                    <a:pt x="2160" y="14918"/>
                  </a:lnTo>
                  <a:lnTo>
                    <a:pt x="199" y="12956"/>
                  </a:lnTo>
                  <a:lnTo>
                    <a:pt x="199" y="337"/>
                  </a:lnTo>
                  <a:lnTo>
                    <a:pt x="199" y="337"/>
                  </a:lnTo>
                  <a:lnTo>
                    <a:pt x="258" y="297"/>
                  </a:lnTo>
                  <a:lnTo>
                    <a:pt x="298" y="278"/>
                  </a:lnTo>
                  <a:lnTo>
                    <a:pt x="318" y="218"/>
                  </a:lnTo>
                  <a:lnTo>
                    <a:pt x="318" y="179"/>
                  </a:lnTo>
                  <a:lnTo>
                    <a:pt x="318" y="179"/>
                  </a:lnTo>
                  <a:lnTo>
                    <a:pt x="318" y="99"/>
                  </a:lnTo>
                  <a:lnTo>
                    <a:pt x="278" y="60"/>
                  </a:lnTo>
                  <a:lnTo>
                    <a:pt x="219" y="20"/>
                  </a:lnTo>
                  <a:lnTo>
                    <a:pt x="159"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13"/>
            <p:cNvSpPr/>
            <p:nvPr/>
          </p:nvSpPr>
          <p:spPr>
            <a:xfrm>
              <a:off x="611550" y="1825100"/>
              <a:ext cx="8450" cy="609700"/>
            </a:xfrm>
            <a:custGeom>
              <a:avLst/>
              <a:gdLst/>
              <a:ahLst/>
              <a:cxnLst/>
              <a:rect l="l" t="t" r="r" b="b"/>
              <a:pathLst>
                <a:path w="338" h="24388" extrusionOk="0">
                  <a:moveTo>
                    <a:pt x="159" y="0"/>
                  </a:moveTo>
                  <a:lnTo>
                    <a:pt x="99" y="20"/>
                  </a:lnTo>
                  <a:lnTo>
                    <a:pt x="40" y="60"/>
                  </a:lnTo>
                  <a:lnTo>
                    <a:pt x="20" y="99"/>
                  </a:lnTo>
                  <a:lnTo>
                    <a:pt x="0" y="179"/>
                  </a:lnTo>
                  <a:lnTo>
                    <a:pt x="0" y="218"/>
                  </a:lnTo>
                  <a:lnTo>
                    <a:pt x="40" y="278"/>
                  </a:lnTo>
                  <a:lnTo>
                    <a:pt x="80" y="317"/>
                  </a:lnTo>
                  <a:lnTo>
                    <a:pt x="119" y="337"/>
                  </a:lnTo>
                  <a:lnTo>
                    <a:pt x="119" y="24387"/>
                  </a:lnTo>
                  <a:lnTo>
                    <a:pt x="198" y="24387"/>
                  </a:lnTo>
                  <a:lnTo>
                    <a:pt x="198" y="337"/>
                  </a:lnTo>
                  <a:lnTo>
                    <a:pt x="258" y="317"/>
                  </a:lnTo>
                  <a:lnTo>
                    <a:pt x="297" y="278"/>
                  </a:lnTo>
                  <a:lnTo>
                    <a:pt x="317" y="218"/>
                  </a:lnTo>
                  <a:lnTo>
                    <a:pt x="337" y="179"/>
                  </a:lnTo>
                  <a:lnTo>
                    <a:pt x="317" y="99"/>
                  </a:lnTo>
                  <a:lnTo>
                    <a:pt x="278" y="60"/>
                  </a:lnTo>
                  <a:lnTo>
                    <a:pt x="238" y="20"/>
                  </a:lnTo>
                  <a:lnTo>
                    <a:pt x="159"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13"/>
            <p:cNvSpPr/>
            <p:nvPr/>
          </p:nvSpPr>
          <p:spPr>
            <a:xfrm>
              <a:off x="611550" y="1825100"/>
              <a:ext cx="8450" cy="609700"/>
            </a:xfrm>
            <a:custGeom>
              <a:avLst/>
              <a:gdLst/>
              <a:ahLst/>
              <a:cxnLst/>
              <a:rect l="l" t="t" r="r" b="b"/>
              <a:pathLst>
                <a:path w="338" h="24388" fill="none" extrusionOk="0">
                  <a:moveTo>
                    <a:pt x="159" y="0"/>
                  </a:moveTo>
                  <a:lnTo>
                    <a:pt x="159" y="0"/>
                  </a:lnTo>
                  <a:lnTo>
                    <a:pt x="99" y="20"/>
                  </a:lnTo>
                  <a:lnTo>
                    <a:pt x="40" y="60"/>
                  </a:lnTo>
                  <a:lnTo>
                    <a:pt x="20" y="99"/>
                  </a:lnTo>
                  <a:lnTo>
                    <a:pt x="0" y="179"/>
                  </a:lnTo>
                  <a:lnTo>
                    <a:pt x="0" y="179"/>
                  </a:lnTo>
                  <a:lnTo>
                    <a:pt x="0" y="218"/>
                  </a:lnTo>
                  <a:lnTo>
                    <a:pt x="40" y="278"/>
                  </a:lnTo>
                  <a:lnTo>
                    <a:pt x="80" y="317"/>
                  </a:lnTo>
                  <a:lnTo>
                    <a:pt x="119" y="337"/>
                  </a:lnTo>
                  <a:lnTo>
                    <a:pt x="119" y="24387"/>
                  </a:lnTo>
                  <a:lnTo>
                    <a:pt x="198" y="24387"/>
                  </a:lnTo>
                  <a:lnTo>
                    <a:pt x="198" y="337"/>
                  </a:lnTo>
                  <a:lnTo>
                    <a:pt x="198" y="337"/>
                  </a:lnTo>
                  <a:lnTo>
                    <a:pt x="258" y="317"/>
                  </a:lnTo>
                  <a:lnTo>
                    <a:pt x="297" y="278"/>
                  </a:lnTo>
                  <a:lnTo>
                    <a:pt x="317" y="218"/>
                  </a:lnTo>
                  <a:lnTo>
                    <a:pt x="337" y="179"/>
                  </a:lnTo>
                  <a:lnTo>
                    <a:pt x="337" y="179"/>
                  </a:lnTo>
                  <a:lnTo>
                    <a:pt x="317" y="99"/>
                  </a:lnTo>
                  <a:lnTo>
                    <a:pt x="278" y="60"/>
                  </a:lnTo>
                  <a:lnTo>
                    <a:pt x="238" y="20"/>
                  </a:lnTo>
                  <a:lnTo>
                    <a:pt x="159"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13"/>
            <p:cNvSpPr/>
            <p:nvPr/>
          </p:nvSpPr>
          <p:spPr>
            <a:xfrm>
              <a:off x="926525" y="1733975"/>
              <a:ext cx="56000" cy="700825"/>
            </a:xfrm>
            <a:custGeom>
              <a:avLst/>
              <a:gdLst/>
              <a:ahLst/>
              <a:cxnLst/>
              <a:rect l="l" t="t" r="r" b="b"/>
              <a:pathLst>
                <a:path w="2240" h="28033" extrusionOk="0">
                  <a:moveTo>
                    <a:pt x="2061" y="0"/>
                  </a:moveTo>
                  <a:lnTo>
                    <a:pt x="2002" y="20"/>
                  </a:lnTo>
                  <a:lnTo>
                    <a:pt x="1942" y="40"/>
                  </a:lnTo>
                  <a:lnTo>
                    <a:pt x="1903" y="99"/>
                  </a:lnTo>
                  <a:lnTo>
                    <a:pt x="1903" y="159"/>
                  </a:lnTo>
                  <a:lnTo>
                    <a:pt x="1903" y="218"/>
                  </a:lnTo>
                  <a:lnTo>
                    <a:pt x="1923" y="258"/>
                  </a:lnTo>
                  <a:lnTo>
                    <a:pt x="1" y="2160"/>
                  </a:lnTo>
                  <a:lnTo>
                    <a:pt x="1" y="28032"/>
                  </a:lnTo>
                  <a:lnTo>
                    <a:pt x="80" y="28032"/>
                  </a:lnTo>
                  <a:lnTo>
                    <a:pt x="80" y="2199"/>
                  </a:lnTo>
                  <a:lnTo>
                    <a:pt x="1982" y="317"/>
                  </a:lnTo>
                  <a:lnTo>
                    <a:pt x="2022" y="337"/>
                  </a:lnTo>
                  <a:lnTo>
                    <a:pt x="2061" y="337"/>
                  </a:lnTo>
                  <a:lnTo>
                    <a:pt x="2121" y="317"/>
                  </a:lnTo>
                  <a:lnTo>
                    <a:pt x="2180" y="278"/>
                  </a:lnTo>
                  <a:lnTo>
                    <a:pt x="2220" y="238"/>
                  </a:lnTo>
                  <a:lnTo>
                    <a:pt x="2240" y="159"/>
                  </a:lnTo>
                  <a:lnTo>
                    <a:pt x="2220" y="99"/>
                  </a:lnTo>
                  <a:lnTo>
                    <a:pt x="2180" y="40"/>
                  </a:lnTo>
                  <a:lnTo>
                    <a:pt x="2121" y="20"/>
                  </a:lnTo>
                  <a:lnTo>
                    <a:pt x="2061"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13"/>
            <p:cNvSpPr/>
            <p:nvPr/>
          </p:nvSpPr>
          <p:spPr>
            <a:xfrm>
              <a:off x="926525" y="1733975"/>
              <a:ext cx="56000" cy="700825"/>
            </a:xfrm>
            <a:custGeom>
              <a:avLst/>
              <a:gdLst/>
              <a:ahLst/>
              <a:cxnLst/>
              <a:rect l="l" t="t" r="r" b="b"/>
              <a:pathLst>
                <a:path w="2240" h="28033" fill="none" extrusionOk="0">
                  <a:moveTo>
                    <a:pt x="2061" y="0"/>
                  </a:moveTo>
                  <a:lnTo>
                    <a:pt x="2061" y="0"/>
                  </a:lnTo>
                  <a:lnTo>
                    <a:pt x="2002" y="20"/>
                  </a:lnTo>
                  <a:lnTo>
                    <a:pt x="1942" y="40"/>
                  </a:lnTo>
                  <a:lnTo>
                    <a:pt x="1903" y="99"/>
                  </a:lnTo>
                  <a:lnTo>
                    <a:pt x="1903" y="159"/>
                  </a:lnTo>
                  <a:lnTo>
                    <a:pt x="1903" y="159"/>
                  </a:lnTo>
                  <a:lnTo>
                    <a:pt x="1903" y="218"/>
                  </a:lnTo>
                  <a:lnTo>
                    <a:pt x="1923" y="258"/>
                  </a:lnTo>
                  <a:lnTo>
                    <a:pt x="1" y="2160"/>
                  </a:lnTo>
                  <a:lnTo>
                    <a:pt x="1" y="28032"/>
                  </a:lnTo>
                  <a:lnTo>
                    <a:pt x="80" y="28032"/>
                  </a:lnTo>
                  <a:lnTo>
                    <a:pt x="80" y="2199"/>
                  </a:lnTo>
                  <a:lnTo>
                    <a:pt x="1982" y="317"/>
                  </a:lnTo>
                  <a:lnTo>
                    <a:pt x="1982" y="317"/>
                  </a:lnTo>
                  <a:lnTo>
                    <a:pt x="2022" y="337"/>
                  </a:lnTo>
                  <a:lnTo>
                    <a:pt x="2061" y="337"/>
                  </a:lnTo>
                  <a:lnTo>
                    <a:pt x="2061" y="337"/>
                  </a:lnTo>
                  <a:lnTo>
                    <a:pt x="2121" y="317"/>
                  </a:lnTo>
                  <a:lnTo>
                    <a:pt x="2180" y="278"/>
                  </a:lnTo>
                  <a:lnTo>
                    <a:pt x="2220" y="238"/>
                  </a:lnTo>
                  <a:lnTo>
                    <a:pt x="2240" y="159"/>
                  </a:lnTo>
                  <a:lnTo>
                    <a:pt x="2240" y="159"/>
                  </a:lnTo>
                  <a:lnTo>
                    <a:pt x="2220" y="99"/>
                  </a:lnTo>
                  <a:lnTo>
                    <a:pt x="2180" y="40"/>
                  </a:lnTo>
                  <a:lnTo>
                    <a:pt x="2121" y="20"/>
                  </a:lnTo>
                  <a:lnTo>
                    <a:pt x="2061"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13"/>
            <p:cNvSpPr/>
            <p:nvPr/>
          </p:nvSpPr>
          <p:spPr>
            <a:xfrm>
              <a:off x="472875" y="1899875"/>
              <a:ext cx="49550" cy="534925"/>
            </a:xfrm>
            <a:custGeom>
              <a:avLst/>
              <a:gdLst/>
              <a:ahLst/>
              <a:cxnLst/>
              <a:rect l="l" t="t" r="r" b="b"/>
              <a:pathLst>
                <a:path w="1982" h="21397" extrusionOk="0">
                  <a:moveTo>
                    <a:pt x="1744" y="1"/>
                  </a:moveTo>
                  <a:lnTo>
                    <a:pt x="1684" y="40"/>
                  </a:lnTo>
                  <a:lnTo>
                    <a:pt x="1664" y="100"/>
                  </a:lnTo>
                  <a:lnTo>
                    <a:pt x="1645" y="159"/>
                  </a:lnTo>
                  <a:lnTo>
                    <a:pt x="1645" y="199"/>
                  </a:lnTo>
                  <a:lnTo>
                    <a:pt x="1664" y="258"/>
                  </a:lnTo>
                  <a:lnTo>
                    <a:pt x="0" y="1922"/>
                  </a:lnTo>
                  <a:lnTo>
                    <a:pt x="0" y="3111"/>
                  </a:lnTo>
                  <a:lnTo>
                    <a:pt x="1763" y="4874"/>
                  </a:lnTo>
                  <a:lnTo>
                    <a:pt x="1763" y="21396"/>
                  </a:lnTo>
                  <a:lnTo>
                    <a:pt x="1862" y="21396"/>
                  </a:lnTo>
                  <a:lnTo>
                    <a:pt x="1862" y="4834"/>
                  </a:lnTo>
                  <a:lnTo>
                    <a:pt x="1862" y="2735"/>
                  </a:lnTo>
                  <a:lnTo>
                    <a:pt x="1902" y="2715"/>
                  </a:lnTo>
                  <a:lnTo>
                    <a:pt x="1942" y="2675"/>
                  </a:lnTo>
                  <a:lnTo>
                    <a:pt x="1962" y="2636"/>
                  </a:lnTo>
                  <a:lnTo>
                    <a:pt x="1981" y="2576"/>
                  </a:lnTo>
                  <a:lnTo>
                    <a:pt x="1962" y="2517"/>
                  </a:lnTo>
                  <a:lnTo>
                    <a:pt x="1922" y="2457"/>
                  </a:lnTo>
                  <a:lnTo>
                    <a:pt x="1882" y="2418"/>
                  </a:lnTo>
                  <a:lnTo>
                    <a:pt x="1744" y="2418"/>
                  </a:lnTo>
                  <a:lnTo>
                    <a:pt x="1684" y="2457"/>
                  </a:lnTo>
                  <a:lnTo>
                    <a:pt x="1664" y="2517"/>
                  </a:lnTo>
                  <a:lnTo>
                    <a:pt x="1645" y="2576"/>
                  </a:lnTo>
                  <a:lnTo>
                    <a:pt x="1645" y="2636"/>
                  </a:lnTo>
                  <a:lnTo>
                    <a:pt x="1684" y="2675"/>
                  </a:lnTo>
                  <a:lnTo>
                    <a:pt x="1724" y="2715"/>
                  </a:lnTo>
                  <a:lnTo>
                    <a:pt x="1763" y="2735"/>
                  </a:lnTo>
                  <a:lnTo>
                    <a:pt x="1763" y="4755"/>
                  </a:lnTo>
                  <a:lnTo>
                    <a:pt x="80" y="3071"/>
                  </a:lnTo>
                  <a:lnTo>
                    <a:pt x="80" y="1962"/>
                  </a:lnTo>
                  <a:lnTo>
                    <a:pt x="1744" y="298"/>
                  </a:lnTo>
                  <a:lnTo>
                    <a:pt x="1803" y="318"/>
                  </a:lnTo>
                  <a:lnTo>
                    <a:pt x="1882" y="318"/>
                  </a:lnTo>
                  <a:lnTo>
                    <a:pt x="1922" y="278"/>
                  </a:lnTo>
                  <a:lnTo>
                    <a:pt x="1962" y="219"/>
                  </a:lnTo>
                  <a:lnTo>
                    <a:pt x="1981" y="159"/>
                  </a:lnTo>
                  <a:lnTo>
                    <a:pt x="1962" y="100"/>
                  </a:lnTo>
                  <a:lnTo>
                    <a:pt x="1922" y="40"/>
                  </a:lnTo>
                  <a:lnTo>
                    <a:pt x="1882"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13"/>
            <p:cNvSpPr/>
            <p:nvPr/>
          </p:nvSpPr>
          <p:spPr>
            <a:xfrm>
              <a:off x="472875" y="1899875"/>
              <a:ext cx="49550" cy="534925"/>
            </a:xfrm>
            <a:custGeom>
              <a:avLst/>
              <a:gdLst/>
              <a:ahLst/>
              <a:cxnLst/>
              <a:rect l="l" t="t" r="r" b="b"/>
              <a:pathLst>
                <a:path w="1982" h="21397" fill="none" extrusionOk="0">
                  <a:moveTo>
                    <a:pt x="1803" y="1"/>
                  </a:moveTo>
                  <a:lnTo>
                    <a:pt x="1803" y="1"/>
                  </a:lnTo>
                  <a:lnTo>
                    <a:pt x="1744" y="1"/>
                  </a:lnTo>
                  <a:lnTo>
                    <a:pt x="1684" y="40"/>
                  </a:lnTo>
                  <a:lnTo>
                    <a:pt x="1664" y="100"/>
                  </a:lnTo>
                  <a:lnTo>
                    <a:pt x="1645" y="159"/>
                  </a:lnTo>
                  <a:lnTo>
                    <a:pt x="1645" y="159"/>
                  </a:lnTo>
                  <a:lnTo>
                    <a:pt x="1645" y="199"/>
                  </a:lnTo>
                  <a:lnTo>
                    <a:pt x="1664" y="258"/>
                  </a:lnTo>
                  <a:lnTo>
                    <a:pt x="0" y="1922"/>
                  </a:lnTo>
                  <a:lnTo>
                    <a:pt x="0" y="3111"/>
                  </a:lnTo>
                  <a:lnTo>
                    <a:pt x="1763" y="4874"/>
                  </a:lnTo>
                  <a:lnTo>
                    <a:pt x="1763" y="21396"/>
                  </a:lnTo>
                  <a:lnTo>
                    <a:pt x="1862" y="21396"/>
                  </a:lnTo>
                  <a:lnTo>
                    <a:pt x="1862" y="4834"/>
                  </a:lnTo>
                  <a:lnTo>
                    <a:pt x="1862" y="2735"/>
                  </a:lnTo>
                  <a:lnTo>
                    <a:pt x="1862" y="2735"/>
                  </a:lnTo>
                  <a:lnTo>
                    <a:pt x="1902" y="2715"/>
                  </a:lnTo>
                  <a:lnTo>
                    <a:pt x="1942" y="2675"/>
                  </a:lnTo>
                  <a:lnTo>
                    <a:pt x="1962" y="2636"/>
                  </a:lnTo>
                  <a:lnTo>
                    <a:pt x="1981" y="2576"/>
                  </a:lnTo>
                  <a:lnTo>
                    <a:pt x="1981" y="2576"/>
                  </a:lnTo>
                  <a:lnTo>
                    <a:pt x="1962" y="2517"/>
                  </a:lnTo>
                  <a:lnTo>
                    <a:pt x="1922" y="2457"/>
                  </a:lnTo>
                  <a:lnTo>
                    <a:pt x="1882" y="2418"/>
                  </a:lnTo>
                  <a:lnTo>
                    <a:pt x="1803" y="2418"/>
                  </a:lnTo>
                  <a:lnTo>
                    <a:pt x="1803" y="2418"/>
                  </a:lnTo>
                  <a:lnTo>
                    <a:pt x="1744" y="2418"/>
                  </a:lnTo>
                  <a:lnTo>
                    <a:pt x="1684" y="2457"/>
                  </a:lnTo>
                  <a:lnTo>
                    <a:pt x="1664" y="2517"/>
                  </a:lnTo>
                  <a:lnTo>
                    <a:pt x="1645" y="2576"/>
                  </a:lnTo>
                  <a:lnTo>
                    <a:pt x="1645" y="2576"/>
                  </a:lnTo>
                  <a:lnTo>
                    <a:pt x="1645" y="2636"/>
                  </a:lnTo>
                  <a:lnTo>
                    <a:pt x="1684" y="2675"/>
                  </a:lnTo>
                  <a:lnTo>
                    <a:pt x="1724" y="2715"/>
                  </a:lnTo>
                  <a:lnTo>
                    <a:pt x="1763" y="2735"/>
                  </a:lnTo>
                  <a:lnTo>
                    <a:pt x="1763" y="4755"/>
                  </a:lnTo>
                  <a:lnTo>
                    <a:pt x="80" y="3071"/>
                  </a:lnTo>
                  <a:lnTo>
                    <a:pt x="80" y="1962"/>
                  </a:lnTo>
                  <a:lnTo>
                    <a:pt x="1744" y="298"/>
                  </a:lnTo>
                  <a:lnTo>
                    <a:pt x="1744" y="298"/>
                  </a:lnTo>
                  <a:lnTo>
                    <a:pt x="1803" y="318"/>
                  </a:lnTo>
                  <a:lnTo>
                    <a:pt x="1803" y="318"/>
                  </a:lnTo>
                  <a:lnTo>
                    <a:pt x="1882" y="318"/>
                  </a:lnTo>
                  <a:lnTo>
                    <a:pt x="1922" y="278"/>
                  </a:lnTo>
                  <a:lnTo>
                    <a:pt x="1962" y="219"/>
                  </a:lnTo>
                  <a:lnTo>
                    <a:pt x="1981" y="159"/>
                  </a:lnTo>
                  <a:lnTo>
                    <a:pt x="1981" y="159"/>
                  </a:lnTo>
                  <a:lnTo>
                    <a:pt x="1962" y="100"/>
                  </a:lnTo>
                  <a:lnTo>
                    <a:pt x="1922" y="40"/>
                  </a:lnTo>
                  <a:lnTo>
                    <a:pt x="1882" y="1"/>
                  </a:lnTo>
                  <a:lnTo>
                    <a:pt x="1803"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13"/>
            <p:cNvSpPr/>
            <p:nvPr/>
          </p:nvSpPr>
          <p:spPr>
            <a:xfrm>
              <a:off x="635825" y="1904825"/>
              <a:ext cx="8425" cy="529975"/>
            </a:xfrm>
            <a:custGeom>
              <a:avLst/>
              <a:gdLst/>
              <a:ahLst/>
              <a:cxnLst/>
              <a:rect l="l" t="t" r="r" b="b"/>
              <a:pathLst>
                <a:path w="337" h="21199" extrusionOk="0">
                  <a:moveTo>
                    <a:pt x="119" y="1"/>
                  </a:moveTo>
                  <a:lnTo>
                    <a:pt x="59" y="40"/>
                  </a:lnTo>
                  <a:lnTo>
                    <a:pt x="20" y="100"/>
                  </a:lnTo>
                  <a:lnTo>
                    <a:pt x="0" y="159"/>
                  </a:lnTo>
                  <a:lnTo>
                    <a:pt x="20" y="219"/>
                  </a:lnTo>
                  <a:lnTo>
                    <a:pt x="40" y="258"/>
                  </a:lnTo>
                  <a:lnTo>
                    <a:pt x="79" y="298"/>
                  </a:lnTo>
                  <a:lnTo>
                    <a:pt x="139" y="318"/>
                  </a:lnTo>
                  <a:lnTo>
                    <a:pt x="139" y="21198"/>
                  </a:lnTo>
                  <a:lnTo>
                    <a:pt x="218" y="21198"/>
                  </a:lnTo>
                  <a:lnTo>
                    <a:pt x="218" y="318"/>
                  </a:lnTo>
                  <a:lnTo>
                    <a:pt x="277" y="298"/>
                  </a:lnTo>
                  <a:lnTo>
                    <a:pt x="317" y="258"/>
                  </a:lnTo>
                  <a:lnTo>
                    <a:pt x="337" y="219"/>
                  </a:lnTo>
                  <a:lnTo>
                    <a:pt x="337" y="159"/>
                  </a:lnTo>
                  <a:lnTo>
                    <a:pt x="337" y="100"/>
                  </a:lnTo>
                  <a:lnTo>
                    <a:pt x="297" y="40"/>
                  </a:lnTo>
                  <a:lnTo>
                    <a:pt x="238"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13"/>
            <p:cNvSpPr/>
            <p:nvPr/>
          </p:nvSpPr>
          <p:spPr>
            <a:xfrm>
              <a:off x="635825" y="1904825"/>
              <a:ext cx="8425" cy="529975"/>
            </a:xfrm>
            <a:custGeom>
              <a:avLst/>
              <a:gdLst/>
              <a:ahLst/>
              <a:cxnLst/>
              <a:rect l="l" t="t" r="r" b="b"/>
              <a:pathLst>
                <a:path w="337" h="21199" fill="none" extrusionOk="0">
                  <a:moveTo>
                    <a:pt x="178" y="1"/>
                  </a:moveTo>
                  <a:lnTo>
                    <a:pt x="178" y="1"/>
                  </a:lnTo>
                  <a:lnTo>
                    <a:pt x="119" y="1"/>
                  </a:lnTo>
                  <a:lnTo>
                    <a:pt x="59" y="40"/>
                  </a:lnTo>
                  <a:lnTo>
                    <a:pt x="20" y="100"/>
                  </a:lnTo>
                  <a:lnTo>
                    <a:pt x="0" y="159"/>
                  </a:lnTo>
                  <a:lnTo>
                    <a:pt x="0" y="159"/>
                  </a:lnTo>
                  <a:lnTo>
                    <a:pt x="20" y="219"/>
                  </a:lnTo>
                  <a:lnTo>
                    <a:pt x="40" y="258"/>
                  </a:lnTo>
                  <a:lnTo>
                    <a:pt x="79" y="298"/>
                  </a:lnTo>
                  <a:lnTo>
                    <a:pt x="139" y="318"/>
                  </a:lnTo>
                  <a:lnTo>
                    <a:pt x="139" y="21198"/>
                  </a:lnTo>
                  <a:lnTo>
                    <a:pt x="218" y="21198"/>
                  </a:lnTo>
                  <a:lnTo>
                    <a:pt x="218" y="318"/>
                  </a:lnTo>
                  <a:lnTo>
                    <a:pt x="218" y="318"/>
                  </a:lnTo>
                  <a:lnTo>
                    <a:pt x="277" y="298"/>
                  </a:lnTo>
                  <a:lnTo>
                    <a:pt x="317" y="258"/>
                  </a:lnTo>
                  <a:lnTo>
                    <a:pt x="337" y="219"/>
                  </a:lnTo>
                  <a:lnTo>
                    <a:pt x="337" y="159"/>
                  </a:lnTo>
                  <a:lnTo>
                    <a:pt x="337" y="159"/>
                  </a:lnTo>
                  <a:lnTo>
                    <a:pt x="337" y="100"/>
                  </a:lnTo>
                  <a:lnTo>
                    <a:pt x="297" y="40"/>
                  </a:lnTo>
                  <a:lnTo>
                    <a:pt x="238" y="1"/>
                  </a:lnTo>
                  <a:lnTo>
                    <a:pt x="178"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13"/>
            <p:cNvSpPr/>
            <p:nvPr/>
          </p:nvSpPr>
          <p:spPr>
            <a:xfrm>
              <a:off x="469900" y="1333800"/>
              <a:ext cx="78275" cy="1101000"/>
            </a:xfrm>
            <a:custGeom>
              <a:avLst/>
              <a:gdLst/>
              <a:ahLst/>
              <a:cxnLst/>
              <a:rect l="l" t="t" r="r" b="b"/>
              <a:pathLst>
                <a:path w="3131" h="44040" extrusionOk="0">
                  <a:moveTo>
                    <a:pt x="179" y="0"/>
                  </a:moveTo>
                  <a:lnTo>
                    <a:pt x="119" y="20"/>
                  </a:lnTo>
                  <a:lnTo>
                    <a:pt x="60" y="60"/>
                  </a:lnTo>
                  <a:lnTo>
                    <a:pt x="20" y="119"/>
                  </a:lnTo>
                  <a:lnTo>
                    <a:pt x="0" y="178"/>
                  </a:lnTo>
                  <a:lnTo>
                    <a:pt x="20" y="238"/>
                  </a:lnTo>
                  <a:lnTo>
                    <a:pt x="40" y="278"/>
                  </a:lnTo>
                  <a:lnTo>
                    <a:pt x="80" y="317"/>
                  </a:lnTo>
                  <a:lnTo>
                    <a:pt x="139" y="337"/>
                  </a:lnTo>
                  <a:lnTo>
                    <a:pt x="139" y="1684"/>
                  </a:lnTo>
                  <a:lnTo>
                    <a:pt x="1090" y="2635"/>
                  </a:lnTo>
                  <a:lnTo>
                    <a:pt x="1090" y="11272"/>
                  </a:lnTo>
                  <a:lnTo>
                    <a:pt x="3051" y="13234"/>
                  </a:lnTo>
                  <a:lnTo>
                    <a:pt x="3051" y="44039"/>
                  </a:lnTo>
                  <a:lnTo>
                    <a:pt x="3131" y="44039"/>
                  </a:lnTo>
                  <a:lnTo>
                    <a:pt x="3131" y="13194"/>
                  </a:lnTo>
                  <a:lnTo>
                    <a:pt x="1169" y="11233"/>
                  </a:lnTo>
                  <a:lnTo>
                    <a:pt x="1169" y="2595"/>
                  </a:lnTo>
                  <a:lnTo>
                    <a:pt x="218" y="1644"/>
                  </a:lnTo>
                  <a:lnTo>
                    <a:pt x="218" y="337"/>
                  </a:lnTo>
                  <a:lnTo>
                    <a:pt x="278" y="317"/>
                  </a:lnTo>
                  <a:lnTo>
                    <a:pt x="317" y="278"/>
                  </a:lnTo>
                  <a:lnTo>
                    <a:pt x="337" y="238"/>
                  </a:lnTo>
                  <a:lnTo>
                    <a:pt x="337" y="178"/>
                  </a:lnTo>
                  <a:lnTo>
                    <a:pt x="337" y="119"/>
                  </a:lnTo>
                  <a:lnTo>
                    <a:pt x="298" y="60"/>
                  </a:lnTo>
                  <a:lnTo>
                    <a:pt x="238" y="20"/>
                  </a:lnTo>
                  <a:lnTo>
                    <a:pt x="179"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13"/>
            <p:cNvSpPr/>
            <p:nvPr/>
          </p:nvSpPr>
          <p:spPr>
            <a:xfrm>
              <a:off x="469900" y="1333800"/>
              <a:ext cx="78275" cy="1101000"/>
            </a:xfrm>
            <a:custGeom>
              <a:avLst/>
              <a:gdLst/>
              <a:ahLst/>
              <a:cxnLst/>
              <a:rect l="l" t="t" r="r" b="b"/>
              <a:pathLst>
                <a:path w="3131" h="44040" fill="none" extrusionOk="0">
                  <a:moveTo>
                    <a:pt x="179" y="0"/>
                  </a:moveTo>
                  <a:lnTo>
                    <a:pt x="179" y="0"/>
                  </a:lnTo>
                  <a:lnTo>
                    <a:pt x="119" y="20"/>
                  </a:lnTo>
                  <a:lnTo>
                    <a:pt x="60" y="60"/>
                  </a:lnTo>
                  <a:lnTo>
                    <a:pt x="20" y="119"/>
                  </a:lnTo>
                  <a:lnTo>
                    <a:pt x="0" y="178"/>
                  </a:lnTo>
                  <a:lnTo>
                    <a:pt x="0" y="178"/>
                  </a:lnTo>
                  <a:lnTo>
                    <a:pt x="20" y="238"/>
                  </a:lnTo>
                  <a:lnTo>
                    <a:pt x="40" y="278"/>
                  </a:lnTo>
                  <a:lnTo>
                    <a:pt x="80" y="317"/>
                  </a:lnTo>
                  <a:lnTo>
                    <a:pt x="139" y="337"/>
                  </a:lnTo>
                  <a:lnTo>
                    <a:pt x="139" y="1684"/>
                  </a:lnTo>
                  <a:lnTo>
                    <a:pt x="1090" y="2635"/>
                  </a:lnTo>
                  <a:lnTo>
                    <a:pt x="1090" y="11272"/>
                  </a:lnTo>
                  <a:lnTo>
                    <a:pt x="3051" y="13234"/>
                  </a:lnTo>
                  <a:lnTo>
                    <a:pt x="3051" y="44039"/>
                  </a:lnTo>
                  <a:lnTo>
                    <a:pt x="3131" y="44039"/>
                  </a:lnTo>
                  <a:lnTo>
                    <a:pt x="3131" y="13194"/>
                  </a:lnTo>
                  <a:lnTo>
                    <a:pt x="1169" y="11233"/>
                  </a:lnTo>
                  <a:lnTo>
                    <a:pt x="1169" y="2595"/>
                  </a:lnTo>
                  <a:lnTo>
                    <a:pt x="218" y="1644"/>
                  </a:lnTo>
                  <a:lnTo>
                    <a:pt x="218" y="337"/>
                  </a:lnTo>
                  <a:lnTo>
                    <a:pt x="218" y="337"/>
                  </a:lnTo>
                  <a:lnTo>
                    <a:pt x="278" y="317"/>
                  </a:lnTo>
                  <a:lnTo>
                    <a:pt x="317" y="278"/>
                  </a:lnTo>
                  <a:lnTo>
                    <a:pt x="337" y="238"/>
                  </a:lnTo>
                  <a:lnTo>
                    <a:pt x="337" y="178"/>
                  </a:lnTo>
                  <a:lnTo>
                    <a:pt x="337" y="178"/>
                  </a:lnTo>
                  <a:lnTo>
                    <a:pt x="337" y="119"/>
                  </a:lnTo>
                  <a:lnTo>
                    <a:pt x="298" y="60"/>
                  </a:lnTo>
                  <a:lnTo>
                    <a:pt x="238" y="20"/>
                  </a:lnTo>
                  <a:lnTo>
                    <a:pt x="179"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13"/>
            <p:cNvSpPr/>
            <p:nvPr/>
          </p:nvSpPr>
          <p:spPr>
            <a:xfrm>
              <a:off x="868600" y="1090625"/>
              <a:ext cx="77775" cy="1344175"/>
            </a:xfrm>
            <a:custGeom>
              <a:avLst/>
              <a:gdLst/>
              <a:ahLst/>
              <a:cxnLst/>
              <a:rect l="l" t="t" r="r" b="b"/>
              <a:pathLst>
                <a:path w="3111" h="53767" extrusionOk="0">
                  <a:moveTo>
                    <a:pt x="2952" y="0"/>
                  </a:moveTo>
                  <a:lnTo>
                    <a:pt x="2892" y="20"/>
                  </a:lnTo>
                  <a:lnTo>
                    <a:pt x="2833" y="60"/>
                  </a:lnTo>
                  <a:lnTo>
                    <a:pt x="2793" y="99"/>
                  </a:lnTo>
                  <a:lnTo>
                    <a:pt x="2774" y="178"/>
                  </a:lnTo>
                  <a:lnTo>
                    <a:pt x="2793" y="218"/>
                  </a:lnTo>
                  <a:lnTo>
                    <a:pt x="2813" y="278"/>
                  </a:lnTo>
                  <a:lnTo>
                    <a:pt x="2853" y="317"/>
                  </a:lnTo>
                  <a:lnTo>
                    <a:pt x="2912" y="337"/>
                  </a:lnTo>
                  <a:lnTo>
                    <a:pt x="2912" y="1644"/>
                  </a:lnTo>
                  <a:lnTo>
                    <a:pt x="1961" y="2595"/>
                  </a:lnTo>
                  <a:lnTo>
                    <a:pt x="1961" y="11233"/>
                  </a:lnTo>
                  <a:lnTo>
                    <a:pt x="0" y="13194"/>
                  </a:lnTo>
                  <a:lnTo>
                    <a:pt x="0" y="53766"/>
                  </a:lnTo>
                  <a:lnTo>
                    <a:pt x="79" y="53766"/>
                  </a:lnTo>
                  <a:lnTo>
                    <a:pt x="79" y="13234"/>
                  </a:lnTo>
                  <a:lnTo>
                    <a:pt x="2041" y="11272"/>
                  </a:lnTo>
                  <a:lnTo>
                    <a:pt x="2041" y="2635"/>
                  </a:lnTo>
                  <a:lnTo>
                    <a:pt x="2991" y="1684"/>
                  </a:lnTo>
                  <a:lnTo>
                    <a:pt x="2991" y="337"/>
                  </a:lnTo>
                  <a:lnTo>
                    <a:pt x="3051" y="317"/>
                  </a:lnTo>
                  <a:lnTo>
                    <a:pt x="3091" y="278"/>
                  </a:lnTo>
                  <a:lnTo>
                    <a:pt x="3110" y="218"/>
                  </a:lnTo>
                  <a:lnTo>
                    <a:pt x="3110" y="178"/>
                  </a:lnTo>
                  <a:lnTo>
                    <a:pt x="3110" y="99"/>
                  </a:lnTo>
                  <a:lnTo>
                    <a:pt x="3071" y="60"/>
                  </a:lnTo>
                  <a:lnTo>
                    <a:pt x="3011" y="20"/>
                  </a:lnTo>
                  <a:lnTo>
                    <a:pt x="2952"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13"/>
            <p:cNvSpPr/>
            <p:nvPr/>
          </p:nvSpPr>
          <p:spPr>
            <a:xfrm>
              <a:off x="868600" y="1090625"/>
              <a:ext cx="77775" cy="1344175"/>
            </a:xfrm>
            <a:custGeom>
              <a:avLst/>
              <a:gdLst/>
              <a:ahLst/>
              <a:cxnLst/>
              <a:rect l="l" t="t" r="r" b="b"/>
              <a:pathLst>
                <a:path w="3111" h="53767" fill="none" extrusionOk="0">
                  <a:moveTo>
                    <a:pt x="2952" y="0"/>
                  </a:moveTo>
                  <a:lnTo>
                    <a:pt x="2952" y="0"/>
                  </a:lnTo>
                  <a:lnTo>
                    <a:pt x="2892" y="20"/>
                  </a:lnTo>
                  <a:lnTo>
                    <a:pt x="2833" y="60"/>
                  </a:lnTo>
                  <a:lnTo>
                    <a:pt x="2793" y="99"/>
                  </a:lnTo>
                  <a:lnTo>
                    <a:pt x="2774" y="178"/>
                  </a:lnTo>
                  <a:lnTo>
                    <a:pt x="2774" y="178"/>
                  </a:lnTo>
                  <a:lnTo>
                    <a:pt x="2793" y="218"/>
                  </a:lnTo>
                  <a:lnTo>
                    <a:pt x="2813" y="278"/>
                  </a:lnTo>
                  <a:lnTo>
                    <a:pt x="2853" y="317"/>
                  </a:lnTo>
                  <a:lnTo>
                    <a:pt x="2912" y="337"/>
                  </a:lnTo>
                  <a:lnTo>
                    <a:pt x="2912" y="1644"/>
                  </a:lnTo>
                  <a:lnTo>
                    <a:pt x="1961" y="2595"/>
                  </a:lnTo>
                  <a:lnTo>
                    <a:pt x="1961" y="11233"/>
                  </a:lnTo>
                  <a:lnTo>
                    <a:pt x="0" y="13194"/>
                  </a:lnTo>
                  <a:lnTo>
                    <a:pt x="0" y="53766"/>
                  </a:lnTo>
                  <a:lnTo>
                    <a:pt x="79" y="53766"/>
                  </a:lnTo>
                  <a:lnTo>
                    <a:pt x="79" y="13234"/>
                  </a:lnTo>
                  <a:lnTo>
                    <a:pt x="2041" y="11272"/>
                  </a:lnTo>
                  <a:lnTo>
                    <a:pt x="2041" y="2635"/>
                  </a:lnTo>
                  <a:lnTo>
                    <a:pt x="2991" y="1684"/>
                  </a:lnTo>
                  <a:lnTo>
                    <a:pt x="2991" y="337"/>
                  </a:lnTo>
                  <a:lnTo>
                    <a:pt x="2991" y="337"/>
                  </a:lnTo>
                  <a:lnTo>
                    <a:pt x="3051" y="317"/>
                  </a:lnTo>
                  <a:lnTo>
                    <a:pt x="3091" y="278"/>
                  </a:lnTo>
                  <a:lnTo>
                    <a:pt x="3110" y="218"/>
                  </a:lnTo>
                  <a:lnTo>
                    <a:pt x="3110" y="178"/>
                  </a:lnTo>
                  <a:lnTo>
                    <a:pt x="3110" y="178"/>
                  </a:lnTo>
                  <a:lnTo>
                    <a:pt x="3110" y="99"/>
                  </a:lnTo>
                  <a:lnTo>
                    <a:pt x="3071" y="60"/>
                  </a:lnTo>
                  <a:lnTo>
                    <a:pt x="3011" y="20"/>
                  </a:lnTo>
                  <a:lnTo>
                    <a:pt x="2952"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13"/>
            <p:cNvSpPr/>
            <p:nvPr/>
          </p:nvSpPr>
          <p:spPr>
            <a:xfrm>
              <a:off x="894350" y="1656700"/>
              <a:ext cx="49550" cy="778100"/>
            </a:xfrm>
            <a:custGeom>
              <a:avLst/>
              <a:gdLst/>
              <a:ahLst/>
              <a:cxnLst/>
              <a:rect l="l" t="t" r="r" b="b"/>
              <a:pathLst>
                <a:path w="1982" h="31124" extrusionOk="0">
                  <a:moveTo>
                    <a:pt x="159" y="1"/>
                  </a:moveTo>
                  <a:lnTo>
                    <a:pt x="99" y="21"/>
                  </a:lnTo>
                  <a:lnTo>
                    <a:pt x="40" y="40"/>
                  </a:lnTo>
                  <a:lnTo>
                    <a:pt x="20" y="100"/>
                  </a:lnTo>
                  <a:lnTo>
                    <a:pt x="0" y="159"/>
                  </a:lnTo>
                  <a:lnTo>
                    <a:pt x="20" y="238"/>
                  </a:lnTo>
                  <a:lnTo>
                    <a:pt x="40" y="278"/>
                  </a:lnTo>
                  <a:lnTo>
                    <a:pt x="99" y="318"/>
                  </a:lnTo>
                  <a:lnTo>
                    <a:pt x="159" y="337"/>
                  </a:lnTo>
                  <a:lnTo>
                    <a:pt x="218" y="337"/>
                  </a:lnTo>
                  <a:lnTo>
                    <a:pt x="258" y="318"/>
                  </a:lnTo>
                  <a:lnTo>
                    <a:pt x="1902" y="1962"/>
                  </a:lnTo>
                  <a:lnTo>
                    <a:pt x="1902" y="3071"/>
                  </a:lnTo>
                  <a:lnTo>
                    <a:pt x="218" y="4755"/>
                  </a:lnTo>
                  <a:lnTo>
                    <a:pt x="218" y="2735"/>
                  </a:lnTo>
                  <a:lnTo>
                    <a:pt x="258" y="2715"/>
                  </a:lnTo>
                  <a:lnTo>
                    <a:pt x="297" y="2675"/>
                  </a:lnTo>
                  <a:lnTo>
                    <a:pt x="317" y="2616"/>
                  </a:lnTo>
                  <a:lnTo>
                    <a:pt x="337" y="2576"/>
                  </a:lnTo>
                  <a:lnTo>
                    <a:pt x="317" y="2497"/>
                  </a:lnTo>
                  <a:lnTo>
                    <a:pt x="278" y="2457"/>
                  </a:lnTo>
                  <a:lnTo>
                    <a:pt x="238" y="2418"/>
                  </a:lnTo>
                  <a:lnTo>
                    <a:pt x="159" y="2398"/>
                  </a:lnTo>
                  <a:lnTo>
                    <a:pt x="99" y="2418"/>
                  </a:lnTo>
                  <a:lnTo>
                    <a:pt x="40" y="2457"/>
                  </a:lnTo>
                  <a:lnTo>
                    <a:pt x="20" y="2497"/>
                  </a:lnTo>
                  <a:lnTo>
                    <a:pt x="0" y="2576"/>
                  </a:lnTo>
                  <a:lnTo>
                    <a:pt x="0" y="2616"/>
                  </a:lnTo>
                  <a:lnTo>
                    <a:pt x="40" y="2675"/>
                  </a:lnTo>
                  <a:lnTo>
                    <a:pt x="79" y="2715"/>
                  </a:lnTo>
                  <a:lnTo>
                    <a:pt x="119" y="2735"/>
                  </a:lnTo>
                  <a:lnTo>
                    <a:pt x="119" y="31123"/>
                  </a:lnTo>
                  <a:lnTo>
                    <a:pt x="218" y="31123"/>
                  </a:lnTo>
                  <a:lnTo>
                    <a:pt x="218" y="4874"/>
                  </a:lnTo>
                  <a:lnTo>
                    <a:pt x="1981" y="3091"/>
                  </a:lnTo>
                  <a:lnTo>
                    <a:pt x="1981" y="1922"/>
                  </a:lnTo>
                  <a:lnTo>
                    <a:pt x="317" y="258"/>
                  </a:lnTo>
                  <a:lnTo>
                    <a:pt x="337" y="219"/>
                  </a:lnTo>
                  <a:lnTo>
                    <a:pt x="337" y="159"/>
                  </a:lnTo>
                  <a:lnTo>
                    <a:pt x="317" y="100"/>
                  </a:lnTo>
                  <a:lnTo>
                    <a:pt x="278" y="40"/>
                  </a:lnTo>
                  <a:lnTo>
                    <a:pt x="238" y="21"/>
                  </a:lnTo>
                  <a:lnTo>
                    <a:pt x="159"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13"/>
            <p:cNvSpPr/>
            <p:nvPr/>
          </p:nvSpPr>
          <p:spPr>
            <a:xfrm>
              <a:off x="894350" y="1656700"/>
              <a:ext cx="49550" cy="778100"/>
            </a:xfrm>
            <a:custGeom>
              <a:avLst/>
              <a:gdLst/>
              <a:ahLst/>
              <a:cxnLst/>
              <a:rect l="l" t="t" r="r" b="b"/>
              <a:pathLst>
                <a:path w="1982" h="31124" fill="none" extrusionOk="0">
                  <a:moveTo>
                    <a:pt x="159" y="1"/>
                  </a:moveTo>
                  <a:lnTo>
                    <a:pt x="159" y="1"/>
                  </a:lnTo>
                  <a:lnTo>
                    <a:pt x="159" y="1"/>
                  </a:lnTo>
                  <a:lnTo>
                    <a:pt x="159" y="1"/>
                  </a:lnTo>
                  <a:lnTo>
                    <a:pt x="99" y="21"/>
                  </a:lnTo>
                  <a:lnTo>
                    <a:pt x="40" y="40"/>
                  </a:lnTo>
                  <a:lnTo>
                    <a:pt x="20" y="100"/>
                  </a:lnTo>
                  <a:lnTo>
                    <a:pt x="0" y="159"/>
                  </a:lnTo>
                  <a:lnTo>
                    <a:pt x="0" y="159"/>
                  </a:lnTo>
                  <a:lnTo>
                    <a:pt x="20" y="238"/>
                  </a:lnTo>
                  <a:lnTo>
                    <a:pt x="40" y="278"/>
                  </a:lnTo>
                  <a:lnTo>
                    <a:pt x="99" y="318"/>
                  </a:lnTo>
                  <a:lnTo>
                    <a:pt x="159" y="337"/>
                  </a:lnTo>
                  <a:lnTo>
                    <a:pt x="159" y="337"/>
                  </a:lnTo>
                  <a:lnTo>
                    <a:pt x="218" y="337"/>
                  </a:lnTo>
                  <a:lnTo>
                    <a:pt x="258" y="318"/>
                  </a:lnTo>
                  <a:lnTo>
                    <a:pt x="1902" y="1962"/>
                  </a:lnTo>
                  <a:lnTo>
                    <a:pt x="1902" y="3071"/>
                  </a:lnTo>
                  <a:lnTo>
                    <a:pt x="218" y="4755"/>
                  </a:lnTo>
                  <a:lnTo>
                    <a:pt x="218" y="2735"/>
                  </a:lnTo>
                  <a:lnTo>
                    <a:pt x="218" y="2735"/>
                  </a:lnTo>
                  <a:lnTo>
                    <a:pt x="258" y="2715"/>
                  </a:lnTo>
                  <a:lnTo>
                    <a:pt x="297" y="2675"/>
                  </a:lnTo>
                  <a:lnTo>
                    <a:pt x="317" y="2616"/>
                  </a:lnTo>
                  <a:lnTo>
                    <a:pt x="337" y="2576"/>
                  </a:lnTo>
                  <a:lnTo>
                    <a:pt x="337" y="2576"/>
                  </a:lnTo>
                  <a:lnTo>
                    <a:pt x="317" y="2497"/>
                  </a:lnTo>
                  <a:lnTo>
                    <a:pt x="278" y="2457"/>
                  </a:lnTo>
                  <a:lnTo>
                    <a:pt x="238" y="2418"/>
                  </a:lnTo>
                  <a:lnTo>
                    <a:pt x="159" y="2398"/>
                  </a:lnTo>
                  <a:lnTo>
                    <a:pt x="159" y="2398"/>
                  </a:lnTo>
                  <a:lnTo>
                    <a:pt x="99" y="2418"/>
                  </a:lnTo>
                  <a:lnTo>
                    <a:pt x="40" y="2457"/>
                  </a:lnTo>
                  <a:lnTo>
                    <a:pt x="20" y="2497"/>
                  </a:lnTo>
                  <a:lnTo>
                    <a:pt x="0" y="2576"/>
                  </a:lnTo>
                  <a:lnTo>
                    <a:pt x="0" y="2576"/>
                  </a:lnTo>
                  <a:lnTo>
                    <a:pt x="0" y="2616"/>
                  </a:lnTo>
                  <a:lnTo>
                    <a:pt x="40" y="2675"/>
                  </a:lnTo>
                  <a:lnTo>
                    <a:pt x="79" y="2715"/>
                  </a:lnTo>
                  <a:lnTo>
                    <a:pt x="119" y="2735"/>
                  </a:lnTo>
                  <a:lnTo>
                    <a:pt x="119" y="31123"/>
                  </a:lnTo>
                  <a:lnTo>
                    <a:pt x="218" y="31123"/>
                  </a:lnTo>
                  <a:lnTo>
                    <a:pt x="218" y="4874"/>
                  </a:lnTo>
                  <a:lnTo>
                    <a:pt x="1981" y="3091"/>
                  </a:lnTo>
                  <a:lnTo>
                    <a:pt x="1981" y="1922"/>
                  </a:lnTo>
                  <a:lnTo>
                    <a:pt x="317" y="258"/>
                  </a:lnTo>
                  <a:lnTo>
                    <a:pt x="317" y="258"/>
                  </a:lnTo>
                  <a:lnTo>
                    <a:pt x="337" y="219"/>
                  </a:lnTo>
                  <a:lnTo>
                    <a:pt x="337" y="159"/>
                  </a:lnTo>
                  <a:lnTo>
                    <a:pt x="337" y="159"/>
                  </a:lnTo>
                  <a:lnTo>
                    <a:pt x="317" y="100"/>
                  </a:lnTo>
                  <a:lnTo>
                    <a:pt x="278" y="40"/>
                  </a:lnTo>
                  <a:lnTo>
                    <a:pt x="238" y="21"/>
                  </a:lnTo>
                  <a:lnTo>
                    <a:pt x="159"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13"/>
            <p:cNvSpPr/>
            <p:nvPr/>
          </p:nvSpPr>
          <p:spPr>
            <a:xfrm>
              <a:off x="614525" y="1073275"/>
              <a:ext cx="187725" cy="1361525"/>
            </a:xfrm>
            <a:custGeom>
              <a:avLst/>
              <a:gdLst/>
              <a:ahLst/>
              <a:cxnLst/>
              <a:rect l="l" t="t" r="r" b="b"/>
              <a:pathLst>
                <a:path w="7509" h="54461" extrusionOk="0">
                  <a:moveTo>
                    <a:pt x="5488" y="1"/>
                  </a:moveTo>
                  <a:lnTo>
                    <a:pt x="5428" y="21"/>
                  </a:lnTo>
                  <a:lnTo>
                    <a:pt x="5369" y="60"/>
                  </a:lnTo>
                  <a:lnTo>
                    <a:pt x="5349" y="120"/>
                  </a:lnTo>
                  <a:lnTo>
                    <a:pt x="5329" y="179"/>
                  </a:lnTo>
                  <a:lnTo>
                    <a:pt x="5329" y="239"/>
                  </a:lnTo>
                  <a:lnTo>
                    <a:pt x="5369" y="278"/>
                  </a:lnTo>
                  <a:lnTo>
                    <a:pt x="5408" y="318"/>
                  </a:lnTo>
                  <a:lnTo>
                    <a:pt x="5448" y="338"/>
                  </a:lnTo>
                  <a:lnTo>
                    <a:pt x="5448" y="8143"/>
                  </a:lnTo>
                  <a:lnTo>
                    <a:pt x="7409" y="10104"/>
                  </a:lnTo>
                  <a:lnTo>
                    <a:pt x="7409" y="17216"/>
                  </a:lnTo>
                  <a:lnTo>
                    <a:pt x="5448" y="19177"/>
                  </a:lnTo>
                  <a:lnTo>
                    <a:pt x="5448" y="27122"/>
                  </a:lnTo>
                  <a:lnTo>
                    <a:pt x="3011" y="29558"/>
                  </a:lnTo>
                  <a:lnTo>
                    <a:pt x="3011" y="34412"/>
                  </a:lnTo>
                  <a:lnTo>
                    <a:pt x="4418" y="35818"/>
                  </a:lnTo>
                  <a:lnTo>
                    <a:pt x="4418" y="39206"/>
                  </a:lnTo>
                  <a:lnTo>
                    <a:pt x="2060" y="36849"/>
                  </a:lnTo>
                  <a:lnTo>
                    <a:pt x="2060" y="28904"/>
                  </a:lnTo>
                  <a:lnTo>
                    <a:pt x="79" y="26943"/>
                  </a:lnTo>
                  <a:lnTo>
                    <a:pt x="79" y="19831"/>
                  </a:lnTo>
                  <a:lnTo>
                    <a:pt x="2060" y="17870"/>
                  </a:lnTo>
                  <a:lnTo>
                    <a:pt x="2060" y="10065"/>
                  </a:lnTo>
                  <a:lnTo>
                    <a:pt x="2100" y="10045"/>
                  </a:lnTo>
                  <a:lnTo>
                    <a:pt x="2140" y="10005"/>
                  </a:lnTo>
                  <a:lnTo>
                    <a:pt x="2179" y="9966"/>
                  </a:lnTo>
                  <a:lnTo>
                    <a:pt x="2179" y="9906"/>
                  </a:lnTo>
                  <a:lnTo>
                    <a:pt x="2160" y="9847"/>
                  </a:lnTo>
                  <a:lnTo>
                    <a:pt x="2140" y="9787"/>
                  </a:lnTo>
                  <a:lnTo>
                    <a:pt x="2080" y="9748"/>
                  </a:lnTo>
                  <a:lnTo>
                    <a:pt x="1942" y="9748"/>
                  </a:lnTo>
                  <a:lnTo>
                    <a:pt x="1902" y="9787"/>
                  </a:lnTo>
                  <a:lnTo>
                    <a:pt x="1862" y="9847"/>
                  </a:lnTo>
                  <a:lnTo>
                    <a:pt x="1843" y="9906"/>
                  </a:lnTo>
                  <a:lnTo>
                    <a:pt x="1862" y="9966"/>
                  </a:lnTo>
                  <a:lnTo>
                    <a:pt x="1882" y="10005"/>
                  </a:lnTo>
                  <a:lnTo>
                    <a:pt x="1922" y="10045"/>
                  </a:lnTo>
                  <a:lnTo>
                    <a:pt x="1961" y="10065"/>
                  </a:lnTo>
                  <a:lnTo>
                    <a:pt x="1961" y="17830"/>
                  </a:lnTo>
                  <a:lnTo>
                    <a:pt x="0" y="19792"/>
                  </a:lnTo>
                  <a:lnTo>
                    <a:pt x="0" y="26983"/>
                  </a:lnTo>
                  <a:lnTo>
                    <a:pt x="1961" y="28944"/>
                  </a:lnTo>
                  <a:lnTo>
                    <a:pt x="1961" y="36888"/>
                  </a:lnTo>
                  <a:lnTo>
                    <a:pt x="4418" y="39325"/>
                  </a:lnTo>
                  <a:lnTo>
                    <a:pt x="4418" y="54460"/>
                  </a:lnTo>
                  <a:lnTo>
                    <a:pt x="4497" y="54460"/>
                  </a:lnTo>
                  <a:lnTo>
                    <a:pt x="4497" y="39285"/>
                  </a:lnTo>
                  <a:lnTo>
                    <a:pt x="4497" y="33540"/>
                  </a:lnTo>
                  <a:lnTo>
                    <a:pt x="7508" y="30529"/>
                  </a:lnTo>
                  <a:lnTo>
                    <a:pt x="7508" y="20505"/>
                  </a:lnTo>
                  <a:lnTo>
                    <a:pt x="7409" y="20505"/>
                  </a:lnTo>
                  <a:lnTo>
                    <a:pt x="7409" y="30509"/>
                  </a:lnTo>
                  <a:lnTo>
                    <a:pt x="4497" y="33421"/>
                  </a:lnTo>
                  <a:lnTo>
                    <a:pt x="4497" y="32530"/>
                  </a:lnTo>
                  <a:lnTo>
                    <a:pt x="6518" y="30529"/>
                  </a:lnTo>
                  <a:lnTo>
                    <a:pt x="6518" y="23694"/>
                  </a:lnTo>
                  <a:lnTo>
                    <a:pt x="6439" y="23694"/>
                  </a:lnTo>
                  <a:lnTo>
                    <a:pt x="6439" y="30509"/>
                  </a:lnTo>
                  <a:lnTo>
                    <a:pt x="4418" y="32510"/>
                  </a:lnTo>
                  <a:lnTo>
                    <a:pt x="4418" y="35700"/>
                  </a:lnTo>
                  <a:lnTo>
                    <a:pt x="3091" y="34392"/>
                  </a:lnTo>
                  <a:lnTo>
                    <a:pt x="3091" y="29598"/>
                  </a:lnTo>
                  <a:lnTo>
                    <a:pt x="5547" y="27161"/>
                  </a:lnTo>
                  <a:lnTo>
                    <a:pt x="5547" y="19217"/>
                  </a:lnTo>
                  <a:lnTo>
                    <a:pt x="7508" y="17256"/>
                  </a:lnTo>
                  <a:lnTo>
                    <a:pt x="7508" y="10065"/>
                  </a:lnTo>
                  <a:lnTo>
                    <a:pt x="5547" y="8103"/>
                  </a:lnTo>
                  <a:lnTo>
                    <a:pt x="5547" y="338"/>
                  </a:lnTo>
                  <a:lnTo>
                    <a:pt x="5587" y="318"/>
                  </a:lnTo>
                  <a:lnTo>
                    <a:pt x="5626" y="278"/>
                  </a:lnTo>
                  <a:lnTo>
                    <a:pt x="5646" y="239"/>
                  </a:lnTo>
                  <a:lnTo>
                    <a:pt x="5666" y="179"/>
                  </a:lnTo>
                  <a:lnTo>
                    <a:pt x="5646" y="120"/>
                  </a:lnTo>
                  <a:lnTo>
                    <a:pt x="5607" y="60"/>
                  </a:lnTo>
                  <a:lnTo>
                    <a:pt x="5567" y="21"/>
                  </a:lnTo>
                  <a:lnTo>
                    <a:pt x="5488"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13"/>
            <p:cNvSpPr/>
            <p:nvPr/>
          </p:nvSpPr>
          <p:spPr>
            <a:xfrm>
              <a:off x="614525" y="1073275"/>
              <a:ext cx="187725" cy="1361525"/>
            </a:xfrm>
            <a:custGeom>
              <a:avLst/>
              <a:gdLst/>
              <a:ahLst/>
              <a:cxnLst/>
              <a:rect l="l" t="t" r="r" b="b"/>
              <a:pathLst>
                <a:path w="7509" h="54461" fill="none" extrusionOk="0">
                  <a:moveTo>
                    <a:pt x="5488" y="1"/>
                  </a:moveTo>
                  <a:lnTo>
                    <a:pt x="5488" y="1"/>
                  </a:lnTo>
                  <a:lnTo>
                    <a:pt x="5428" y="21"/>
                  </a:lnTo>
                  <a:lnTo>
                    <a:pt x="5369" y="60"/>
                  </a:lnTo>
                  <a:lnTo>
                    <a:pt x="5349" y="120"/>
                  </a:lnTo>
                  <a:lnTo>
                    <a:pt x="5329" y="179"/>
                  </a:lnTo>
                  <a:lnTo>
                    <a:pt x="5329" y="179"/>
                  </a:lnTo>
                  <a:lnTo>
                    <a:pt x="5329" y="239"/>
                  </a:lnTo>
                  <a:lnTo>
                    <a:pt x="5369" y="278"/>
                  </a:lnTo>
                  <a:lnTo>
                    <a:pt x="5408" y="318"/>
                  </a:lnTo>
                  <a:lnTo>
                    <a:pt x="5448" y="338"/>
                  </a:lnTo>
                  <a:lnTo>
                    <a:pt x="5448" y="8143"/>
                  </a:lnTo>
                  <a:lnTo>
                    <a:pt x="7409" y="10104"/>
                  </a:lnTo>
                  <a:lnTo>
                    <a:pt x="7409" y="17216"/>
                  </a:lnTo>
                  <a:lnTo>
                    <a:pt x="5448" y="19177"/>
                  </a:lnTo>
                  <a:lnTo>
                    <a:pt x="5448" y="27122"/>
                  </a:lnTo>
                  <a:lnTo>
                    <a:pt x="3011" y="29558"/>
                  </a:lnTo>
                  <a:lnTo>
                    <a:pt x="3011" y="34412"/>
                  </a:lnTo>
                  <a:lnTo>
                    <a:pt x="4418" y="35818"/>
                  </a:lnTo>
                  <a:lnTo>
                    <a:pt x="4418" y="39206"/>
                  </a:lnTo>
                  <a:lnTo>
                    <a:pt x="2060" y="36849"/>
                  </a:lnTo>
                  <a:lnTo>
                    <a:pt x="2060" y="28904"/>
                  </a:lnTo>
                  <a:lnTo>
                    <a:pt x="79" y="26943"/>
                  </a:lnTo>
                  <a:lnTo>
                    <a:pt x="79" y="19831"/>
                  </a:lnTo>
                  <a:lnTo>
                    <a:pt x="2060" y="17870"/>
                  </a:lnTo>
                  <a:lnTo>
                    <a:pt x="2060" y="10065"/>
                  </a:lnTo>
                  <a:lnTo>
                    <a:pt x="2060" y="10065"/>
                  </a:lnTo>
                  <a:lnTo>
                    <a:pt x="2100" y="10045"/>
                  </a:lnTo>
                  <a:lnTo>
                    <a:pt x="2140" y="10005"/>
                  </a:lnTo>
                  <a:lnTo>
                    <a:pt x="2179" y="9966"/>
                  </a:lnTo>
                  <a:lnTo>
                    <a:pt x="2179" y="9906"/>
                  </a:lnTo>
                  <a:lnTo>
                    <a:pt x="2179" y="9906"/>
                  </a:lnTo>
                  <a:lnTo>
                    <a:pt x="2160" y="9847"/>
                  </a:lnTo>
                  <a:lnTo>
                    <a:pt x="2140" y="9787"/>
                  </a:lnTo>
                  <a:lnTo>
                    <a:pt x="2080" y="9748"/>
                  </a:lnTo>
                  <a:lnTo>
                    <a:pt x="2021" y="9748"/>
                  </a:lnTo>
                  <a:lnTo>
                    <a:pt x="2021" y="9748"/>
                  </a:lnTo>
                  <a:lnTo>
                    <a:pt x="1942" y="9748"/>
                  </a:lnTo>
                  <a:lnTo>
                    <a:pt x="1902" y="9787"/>
                  </a:lnTo>
                  <a:lnTo>
                    <a:pt x="1862" y="9847"/>
                  </a:lnTo>
                  <a:lnTo>
                    <a:pt x="1843" y="9906"/>
                  </a:lnTo>
                  <a:lnTo>
                    <a:pt x="1843" y="9906"/>
                  </a:lnTo>
                  <a:lnTo>
                    <a:pt x="1862" y="9966"/>
                  </a:lnTo>
                  <a:lnTo>
                    <a:pt x="1882" y="10005"/>
                  </a:lnTo>
                  <a:lnTo>
                    <a:pt x="1922" y="10045"/>
                  </a:lnTo>
                  <a:lnTo>
                    <a:pt x="1961" y="10065"/>
                  </a:lnTo>
                  <a:lnTo>
                    <a:pt x="1961" y="17830"/>
                  </a:lnTo>
                  <a:lnTo>
                    <a:pt x="0" y="19792"/>
                  </a:lnTo>
                  <a:lnTo>
                    <a:pt x="0" y="26983"/>
                  </a:lnTo>
                  <a:lnTo>
                    <a:pt x="1961" y="28944"/>
                  </a:lnTo>
                  <a:lnTo>
                    <a:pt x="1961" y="36888"/>
                  </a:lnTo>
                  <a:lnTo>
                    <a:pt x="4418" y="39325"/>
                  </a:lnTo>
                  <a:lnTo>
                    <a:pt x="4418" y="54460"/>
                  </a:lnTo>
                  <a:lnTo>
                    <a:pt x="4497" y="54460"/>
                  </a:lnTo>
                  <a:lnTo>
                    <a:pt x="4497" y="39285"/>
                  </a:lnTo>
                  <a:lnTo>
                    <a:pt x="4497" y="33540"/>
                  </a:lnTo>
                  <a:lnTo>
                    <a:pt x="7508" y="30529"/>
                  </a:lnTo>
                  <a:lnTo>
                    <a:pt x="7508" y="20505"/>
                  </a:lnTo>
                  <a:lnTo>
                    <a:pt x="7409" y="20505"/>
                  </a:lnTo>
                  <a:lnTo>
                    <a:pt x="7409" y="30509"/>
                  </a:lnTo>
                  <a:lnTo>
                    <a:pt x="4497" y="33421"/>
                  </a:lnTo>
                  <a:lnTo>
                    <a:pt x="4497" y="32530"/>
                  </a:lnTo>
                  <a:lnTo>
                    <a:pt x="6518" y="30529"/>
                  </a:lnTo>
                  <a:lnTo>
                    <a:pt x="6518" y="23694"/>
                  </a:lnTo>
                  <a:lnTo>
                    <a:pt x="6439" y="23694"/>
                  </a:lnTo>
                  <a:lnTo>
                    <a:pt x="6439" y="30509"/>
                  </a:lnTo>
                  <a:lnTo>
                    <a:pt x="4418" y="32510"/>
                  </a:lnTo>
                  <a:lnTo>
                    <a:pt x="4418" y="35700"/>
                  </a:lnTo>
                  <a:lnTo>
                    <a:pt x="3091" y="34392"/>
                  </a:lnTo>
                  <a:lnTo>
                    <a:pt x="3091" y="29598"/>
                  </a:lnTo>
                  <a:lnTo>
                    <a:pt x="5547" y="27161"/>
                  </a:lnTo>
                  <a:lnTo>
                    <a:pt x="5547" y="19217"/>
                  </a:lnTo>
                  <a:lnTo>
                    <a:pt x="7508" y="17256"/>
                  </a:lnTo>
                  <a:lnTo>
                    <a:pt x="7508" y="10065"/>
                  </a:lnTo>
                  <a:lnTo>
                    <a:pt x="5547" y="8103"/>
                  </a:lnTo>
                  <a:lnTo>
                    <a:pt x="5547" y="338"/>
                  </a:lnTo>
                  <a:lnTo>
                    <a:pt x="5547" y="338"/>
                  </a:lnTo>
                  <a:lnTo>
                    <a:pt x="5587" y="318"/>
                  </a:lnTo>
                  <a:lnTo>
                    <a:pt x="5626" y="278"/>
                  </a:lnTo>
                  <a:lnTo>
                    <a:pt x="5646" y="239"/>
                  </a:lnTo>
                  <a:lnTo>
                    <a:pt x="5666" y="179"/>
                  </a:lnTo>
                  <a:lnTo>
                    <a:pt x="5666" y="179"/>
                  </a:lnTo>
                  <a:lnTo>
                    <a:pt x="5646" y="120"/>
                  </a:lnTo>
                  <a:lnTo>
                    <a:pt x="5607" y="60"/>
                  </a:lnTo>
                  <a:lnTo>
                    <a:pt x="5567" y="21"/>
                  </a:lnTo>
                  <a:lnTo>
                    <a:pt x="5488"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13"/>
            <p:cNvSpPr/>
            <p:nvPr/>
          </p:nvSpPr>
          <p:spPr>
            <a:xfrm>
              <a:off x="771025" y="1035650"/>
              <a:ext cx="129275" cy="1399150"/>
            </a:xfrm>
            <a:custGeom>
              <a:avLst/>
              <a:gdLst/>
              <a:ahLst/>
              <a:cxnLst/>
              <a:rect l="l" t="t" r="r" b="b"/>
              <a:pathLst>
                <a:path w="5171" h="55966" extrusionOk="0">
                  <a:moveTo>
                    <a:pt x="4953" y="0"/>
                  </a:moveTo>
                  <a:lnTo>
                    <a:pt x="4894" y="40"/>
                  </a:lnTo>
                  <a:lnTo>
                    <a:pt x="4854" y="99"/>
                  </a:lnTo>
                  <a:lnTo>
                    <a:pt x="4834" y="159"/>
                  </a:lnTo>
                  <a:lnTo>
                    <a:pt x="4854" y="218"/>
                  </a:lnTo>
                  <a:lnTo>
                    <a:pt x="4874" y="258"/>
                  </a:lnTo>
                  <a:lnTo>
                    <a:pt x="4913" y="297"/>
                  </a:lnTo>
                  <a:lnTo>
                    <a:pt x="4973" y="317"/>
                  </a:lnTo>
                  <a:lnTo>
                    <a:pt x="4973" y="12956"/>
                  </a:lnTo>
                  <a:lnTo>
                    <a:pt x="3012" y="14918"/>
                  </a:lnTo>
                  <a:lnTo>
                    <a:pt x="3012" y="32014"/>
                  </a:lnTo>
                  <a:lnTo>
                    <a:pt x="0" y="35006"/>
                  </a:lnTo>
                  <a:lnTo>
                    <a:pt x="0" y="55965"/>
                  </a:lnTo>
                  <a:lnTo>
                    <a:pt x="80" y="55965"/>
                  </a:lnTo>
                  <a:lnTo>
                    <a:pt x="80" y="35045"/>
                  </a:lnTo>
                  <a:lnTo>
                    <a:pt x="3091" y="32034"/>
                  </a:lnTo>
                  <a:lnTo>
                    <a:pt x="3091" y="14957"/>
                  </a:lnTo>
                  <a:lnTo>
                    <a:pt x="5052" y="12996"/>
                  </a:lnTo>
                  <a:lnTo>
                    <a:pt x="5052" y="317"/>
                  </a:lnTo>
                  <a:lnTo>
                    <a:pt x="5092" y="297"/>
                  </a:lnTo>
                  <a:lnTo>
                    <a:pt x="5131" y="258"/>
                  </a:lnTo>
                  <a:lnTo>
                    <a:pt x="5171" y="218"/>
                  </a:lnTo>
                  <a:lnTo>
                    <a:pt x="5171" y="159"/>
                  </a:lnTo>
                  <a:lnTo>
                    <a:pt x="5171" y="99"/>
                  </a:lnTo>
                  <a:lnTo>
                    <a:pt x="5131" y="40"/>
                  </a:lnTo>
                  <a:lnTo>
                    <a:pt x="5072"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13"/>
            <p:cNvSpPr/>
            <p:nvPr/>
          </p:nvSpPr>
          <p:spPr>
            <a:xfrm>
              <a:off x="771025" y="1035650"/>
              <a:ext cx="129275" cy="1399150"/>
            </a:xfrm>
            <a:custGeom>
              <a:avLst/>
              <a:gdLst/>
              <a:ahLst/>
              <a:cxnLst/>
              <a:rect l="l" t="t" r="r" b="b"/>
              <a:pathLst>
                <a:path w="5171" h="55966" fill="none" extrusionOk="0">
                  <a:moveTo>
                    <a:pt x="5012" y="0"/>
                  </a:moveTo>
                  <a:lnTo>
                    <a:pt x="5012" y="0"/>
                  </a:lnTo>
                  <a:lnTo>
                    <a:pt x="4953" y="0"/>
                  </a:lnTo>
                  <a:lnTo>
                    <a:pt x="4894" y="40"/>
                  </a:lnTo>
                  <a:lnTo>
                    <a:pt x="4854" y="99"/>
                  </a:lnTo>
                  <a:lnTo>
                    <a:pt x="4834" y="159"/>
                  </a:lnTo>
                  <a:lnTo>
                    <a:pt x="4834" y="159"/>
                  </a:lnTo>
                  <a:lnTo>
                    <a:pt x="4854" y="218"/>
                  </a:lnTo>
                  <a:lnTo>
                    <a:pt x="4874" y="258"/>
                  </a:lnTo>
                  <a:lnTo>
                    <a:pt x="4913" y="297"/>
                  </a:lnTo>
                  <a:lnTo>
                    <a:pt x="4973" y="317"/>
                  </a:lnTo>
                  <a:lnTo>
                    <a:pt x="4973" y="12956"/>
                  </a:lnTo>
                  <a:lnTo>
                    <a:pt x="3012" y="14918"/>
                  </a:lnTo>
                  <a:lnTo>
                    <a:pt x="3012" y="32014"/>
                  </a:lnTo>
                  <a:lnTo>
                    <a:pt x="0" y="35006"/>
                  </a:lnTo>
                  <a:lnTo>
                    <a:pt x="0" y="55965"/>
                  </a:lnTo>
                  <a:lnTo>
                    <a:pt x="80" y="55965"/>
                  </a:lnTo>
                  <a:lnTo>
                    <a:pt x="80" y="35045"/>
                  </a:lnTo>
                  <a:lnTo>
                    <a:pt x="3091" y="32034"/>
                  </a:lnTo>
                  <a:lnTo>
                    <a:pt x="3091" y="14957"/>
                  </a:lnTo>
                  <a:lnTo>
                    <a:pt x="5052" y="12996"/>
                  </a:lnTo>
                  <a:lnTo>
                    <a:pt x="5052" y="317"/>
                  </a:lnTo>
                  <a:lnTo>
                    <a:pt x="5052" y="317"/>
                  </a:lnTo>
                  <a:lnTo>
                    <a:pt x="5092" y="297"/>
                  </a:lnTo>
                  <a:lnTo>
                    <a:pt x="5131" y="258"/>
                  </a:lnTo>
                  <a:lnTo>
                    <a:pt x="5171" y="218"/>
                  </a:lnTo>
                  <a:lnTo>
                    <a:pt x="5171" y="159"/>
                  </a:lnTo>
                  <a:lnTo>
                    <a:pt x="5171" y="159"/>
                  </a:lnTo>
                  <a:lnTo>
                    <a:pt x="5171" y="99"/>
                  </a:lnTo>
                  <a:lnTo>
                    <a:pt x="5131" y="40"/>
                  </a:lnTo>
                  <a:lnTo>
                    <a:pt x="5072" y="0"/>
                  </a:lnTo>
                  <a:lnTo>
                    <a:pt x="5012"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13"/>
            <p:cNvSpPr/>
            <p:nvPr/>
          </p:nvSpPr>
          <p:spPr>
            <a:xfrm>
              <a:off x="747750" y="1264950"/>
              <a:ext cx="130275" cy="1169850"/>
            </a:xfrm>
            <a:custGeom>
              <a:avLst/>
              <a:gdLst/>
              <a:ahLst/>
              <a:cxnLst/>
              <a:rect l="l" t="t" r="r" b="b"/>
              <a:pathLst>
                <a:path w="5211" h="46794" extrusionOk="0">
                  <a:moveTo>
                    <a:pt x="5052" y="1"/>
                  </a:moveTo>
                  <a:lnTo>
                    <a:pt x="4973" y="20"/>
                  </a:lnTo>
                  <a:lnTo>
                    <a:pt x="4933" y="60"/>
                  </a:lnTo>
                  <a:lnTo>
                    <a:pt x="4893" y="100"/>
                  </a:lnTo>
                  <a:lnTo>
                    <a:pt x="4874" y="179"/>
                  </a:lnTo>
                  <a:lnTo>
                    <a:pt x="4874" y="218"/>
                  </a:lnTo>
                  <a:lnTo>
                    <a:pt x="4893" y="258"/>
                  </a:lnTo>
                  <a:lnTo>
                    <a:pt x="4953" y="317"/>
                  </a:lnTo>
                  <a:lnTo>
                    <a:pt x="4953" y="3349"/>
                  </a:lnTo>
                  <a:lnTo>
                    <a:pt x="2992" y="5310"/>
                  </a:lnTo>
                  <a:lnTo>
                    <a:pt x="2992" y="22882"/>
                  </a:lnTo>
                  <a:lnTo>
                    <a:pt x="0" y="25873"/>
                  </a:lnTo>
                  <a:lnTo>
                    <a:pt x="0" y="46793"/>
                  </a:lnTo>
                  <a:lnTo>
                    <a:pt x="99" y="46793"/>
                  </a:lnTo>
                  <a:lnTo>
                    <a:pt x="99" y="25913"/>
                  </a:lnTo>
                  <a:lnTo>
                    <a:pt x="3091" y="22921"/>
                  </a:lnTo>
                  <a:lnTo>
                    <a:pt x="3091" y="5349"/>
                  </a:lnTo>
                  <a:lnTo>
                    <a:pt x="5052" y="3388"/>
                  </a:lnTo>
                  <a:lnTo>
                    <a:pt x="5052" y="337"/>
                  </a:lnTo>
                  <a:lnTo>
                    <a:pt x="5111" y="317"/>
                  </a:lnTo>
                  <a:lnTo>
                    <a:pt x="5171" y="298"/>
                  </a:lnTo>
                  <a:lnTo>
                    <a:pt x="5191" y="238"/>
                  </a:lnTo>
                  <a:lnTo>
                    <a:pt x="5210" y="179"/>
                  </a:lnTo>
                  <a:lnTo>
                    <a:pt x="5191" y="100"/>
                  </a:lnTo>
                  <a:lnTo>
                    <a:pt x="5171" y="60"/>
                  </a:lnTo>
                  <a:lnTo>
                    <a:pt x="5111" y="20"/>
                  </a:lnTo>
                  <a:lnTo>
                    <a:pt x="5052"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13"/>
            <p:cNvSpPr/>
            <p:nvPr/>
          </p:nvSpPr>
          <p:spPr>
            <a:xfrm>
              <a:off x="747750" y="1264950"/>
              <a:ext cx="130275" cy="1169850"/>
            </a:xfrm>
            <a:custGeom>
              <a:avLst/>
              <a:gdLst/>
              <a:ahLst/>
              <a:cxnLst/>
              <a:rect l="l" t="t" r="r" b="b"/>
              <a:pathLst>
                <a:path w="5211" h="46794" fill="none" extrusionOk="0">
                  <a:moveTo>
                    <a:pt x="5052" y="1"/>
                  </a:moveTo>
                  <a:lnTo>
                    <a:pt x="5052" y="1"/>
                  </a:lnTo>
                  <a:lnTo>
                    <a:pt x="5052" y="1"/>
                  </a:lnTo>
                  <a:lnTo>
                    <a:pt x="5052" y="1"/>
                  </a:lnTo>
                  <a:lnTo>
                    <a:pt x="4973" y="20"/>
                  </a:lnTo>
                  <a:lnTo>
                    <a:pt x="4933" y="60"/>
                  </a:lnTo>
                  <a:lnTo>
                    <a:pt x="4893" y="100"/>
                  </a:lnTo>
                  <a:lnTo>
                    <a:pt x="4874" y="179"/>
                  </a:lnTo>
                  <a:lnTo>
                    <a:pt x="4874" y="179"/>
                  </a:lnTo>
                  <a:lnTo>
                    <a:pt x="4874" y="218"/>
                  </a:lnTo>
                  <a:lnTo>
                    <a:pt x="4893" y="258"/>
                  </a:lnTo>
                  <a:lnTo>
                    <a:pt x="4953" y="317"/>
                  </a:lnTo>
                  <a:lnTo>
                    <a:pt x="4953" y="3349"/>
                  </a:lnTo>
                  <a:lnTo>
                    <a:pt x="2992" y="5310"/>
                  </a:lnTo>
                  <a:lnTo>
                    <a:pt x="2992" y="22882"/>
                  </a:lnTo>
                  <a:lnTo>
                    <a:pt x="0" y="25873"/>
                  </a:lnTo>
                  <a:lnTo>
                    <a:pt x="0" y="46793"/>
                  </a:lnTo>
                  <a:lnTo>
                    <a:pt x="99" y="46793"/>
                  </a:lnTo>
                  <a:lnTo>
                    <a:pt x="99" y="25913"/>
                  </a:lnTo>
                  <a:lnTo>
                    <a:pt x="3091" y="22921"/>
                  </a:lnTo>
                  <a:lnTo>
                    <a:pt x="3091" y="5349"/>
                  </a:lnTo>
                  <a:lnTo>
                    <a:pt x="5052" y="3388"/>
                  </a:lnTo>
                  <a:lnTo>
                    <a:pt x="5052" y="337"/>
                  </a:lnTo>
                  <a:lnTo>
                    <a:pt x="5052" y="337"/>
                  </a:lnTo>
                  <a:lnTo>
                    <a:pt x="5111" y="317"/>
                  </a:lnTo>
                  <a:lnTo>
                    <a:pt x="5171" y="298"/>
                  </a:lnTo>
                  <a:lnTo>
                    <a:pt x="5191" y="238"/>
                  </a:lnTo>
                  <a:lnTo>
                    <a:pt x="5210" y="179"/>
                  </a:lnTo>
                  <a:lnTo>
                    <a:pt x="5210" y="179"/>
                  </a:lnTo>
                  <a:lnTo>
                    <a:pt x="5191" y="100"/>
                  </a:lnTo>
                  <a:lnTo>
                    <a:pt x="5171" y="60"/>
                  </a:lnTo>
                  <a:lnTo>
                    <a:pt x="5111" y="20"/>
                  </a:lnTo>
                  <a:lnTo>
                    <a:pt x="5052"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8" name="Google Shape;1138;p13"/>
          <p:cNvGrpSpPr/>
          <p:nvPr/>
        </p:nvGrpSpPr>
        <p:grpSpPr>
          <a:xfrm rot="5400000">
            <a:off x="7423677" y="2243089"/>
            <a:ext cx="3689423" cy="3228237"/>
            <a:chOff x="1067625" y="-1658125"/>
            <a:chExt cx="2887550" cy="2526600"/>
          </a:xfrm>
        </p:grpSpPr>
        <p:sp>
          <p:nvSpPr>
            <p:cNvPr id="1139" name="Google Shape;1139;p13"/>
            <p:cNvSpPr/>
            <p:nvPr/>
          </p:nvSpPr>
          <p:spPr>
            <a:xfrm>
              <a:off x="1067625" y="-1658125"/>
              <a:ext cx="2887550" cy="2526600"/>
            </a:xfrm>
            <a:custGeom>
              <a:avLst/>
              <a:gdLst/>
              <a:ahLst/>
              <a:cxnLst/>
              <a:rect l="l" t="t" r="r" b="b"/>
              <a:pathLst>
                <a:path w="115502" h="101064" extrusionOk="0">
                  <a:moveTo>
                    <a:pt x="49765" y="12202"/>
                  </a:moveTo>
                  <a:lnTo>
                    <a:pt x="49893" y="12585"/>
                  </a:lnTo>
                  <a:lnTo>
                    <a:pt x="50148" y="12905"/>
                  </a:lnTo>
                  <a:lnTo>
                    <a:pt x="50468" y="13097"/>
                  </a:lnTo>
                  <a:lnTo>
                    <a:pt x="50659" y="13160"/>
                  </a:lnTo>
                  <a:lnTo>
                    <a:pt x="50851" y="13224"/>
                  </a:lnTo>
                  <a:lnTo>
                    <a:pt x="51107" y="13160"/>
                  </a:lnTo>
                  <a:lnTo>
                    <a:pt x="51298" y="13097"/>
                  </a:lnTo>
                  <a:lnTo>
                    <a:pt x="56601" y="22232"/>
                  </a:lnTo>
                  <a:lnTo>
                    <a:pt x="56409" y="22423"/>
                  </a:lnTo>
                  <a:lnTo>
                    <a:pt x="56281" y="22615"/>
                  </a:lnTo>
                  <a:lnTo>
                    <a:pt x="56153" y="22871"/>
                  </a:lnTo>
                  <a:lnTo>
                    <a:pt x="56153" y="23126"/>
                  </a:lnTo>
                  <a:lnTo>
                    <a:pt x="56153" y="23382"/>
                  </a:lnTo>
                  <a:lnTo>
                    <a:pt x="56281" y="23637"/>
                  </a:lnTo>
                  <a:lnTo>
                    <a:pt x="56409" y="23829"/>
                  </a:lnTo>
                  <a:lnTo>
                    <a:pt x="56601" y="24021"/>
                  </a:lnTo>
                  <a:lnTo>
                    <a:pt x="51298" y="33156"/>
                  </a:lnTo>
                  <a:lnTo>
                    <a:pt x="51107" y="33092"/>
                  </a:lnTo>
                  <a:lnTo>
                    <a:pt x="50659" y="33092"/>
                  </a:lnTo>
                  <a:lnTo>
                    <a:pt x="50468" y="33156"/>
                  </a:lnTo>
                  <a:lnTo>
                    <a:pt x="50148" y="33347"/>
                  </a:lnTo>
                  <a:lnTo>
                    <a:pt x="49893" y="33667"/>
                  </a:lnTo>
                  <a:lnTo>
                    <a:pt x="49765" y="34050"/>
                  </a:lnTo>
                  <a:lnTo>
                    <a:pt x="39224" y="34050"/>
                  </a:lnTo>
                  <a:lnTo>
                    <a:pt x="39097" y="33667"/>
                  </a:lnTo>
                  <a:lnTo>
                    <a:pt x="38841" y="33347"/>
                  </a:lnTo>
                  <a:lnTo>
                    <a:pt x="38522" y="33156"/>
                  </a:lnTo>
                  <a:lnTo>
                    <a:pt x="38330" y="33092"/>
                  </a:lnTo>
                  <a:lnTo>
                    <a:pt x="37883" y="33092"/>
                  </a:lnTo>
                  <a:lnTo>
                    <a:pt x="37691" y="33156"/>
                  </a:lnTo>
                  <a:lnTo>
                    <a:pt x="32261" y="23765"/>
                  </a:lnTo>
                  <a:lnTo>
                    <a:pt x="32517" y="23637"/>
                  </a:lnTo>
                  <a:lnTo>
                    <a:pt x="32708" y="23382"/>
                  </a:lnTo>
                  <a:lnTo>
                    <a:pt x="32836" y="23126"/>
                  </a:lnTo>
                  <a:lnTo>
                    <a:pt x="32836" y="22807"/>
                  </a:lnTo>
                  <a:lnTo>
                    <a:pt x="32836" y="22615"/>
                  </a:lnTo>
                  <a:lnTo>
                    <a:pt x="32772" y="22360"/>
                  </a:lnTo>
                  <a:lnTo>
                    <a:pt x="32644" y="22168"/>
                  </a:lnTo>
                  <a:lnTo>
                    <a:pt x="32517" y="22040"/>
                  </a:lnTo>
                  <a:lnTo>
                    <a:pt x="37691" y="13097"/>
                  </a:lnTo>
                  <a:lnTo>
                    <a:pt x="37883" y="13160"/>
                  </a:lnTo>
                  <a:lnTo>
                    <a:pt x="38138" y="13224"/>
                  </a:lnTo>
                  <a:lnTo>
                    <a:pt x="38330" y="13160"/>
                  </a:lnTo>
                  <a:lnTo>
                    <a:pt x="38522" y="13097"/>
                  </a:lnTo>
                  <a:lnTo>
                    <a:pt x="38841" y="12905"/>
                  </a:lnTo>
                  <a:lnTo>
                    <a:pt x="39097" y="12585"/>
                  </a:lnTo>
                  <a:lnTo>
                    <a:pt x="39224" y="12202"/>
                  </a:lnTo>
                  <a:close/>
                  <a:moveTo>
                    <a:pt x="87967" y="12202"/>
                  </a:moveTo>
                  <a:lnTo>
                    <a:pt x="88031" y="12585"/>
                  </a:lnTo>
                  <a:lnTo>
                    <a:pt x="88287" y="12905"/>
                  </a:lnTo>
                  <a:lnTo>
                    <a:pt x="88606" y="13097"/>
                  </a:lnTo>
                  <a:lnTo>
                    <a:pt x="88798" y="13160"/>
                  </a:lnTo>
                  <a:lnTo>
                    <a:pt x="88989" y="13224"/>
                  </a:lnTo>
                  <a:lnTo>
                    <a:pt x="89245" y="13160"/>
                  </a:lnTo>
                  <a:lnTo>
                    <a:pt x="89437" y="13097"/>
                  </a:lnTo>
                  <a:lnTo>
                    <a:pt x="94803" y="22360"/>
                  </a:lnTo>
                  <a:lnTo>
                    <a:pt x="94675" y="22487"/>
                  </a:lnTo>
                  <a:lnTo>
                    <a:pt x="94547" y="22679"/>
                  </a:lnTo>
                  <a:lnTo>
                    <a:pt x="94483" y="22934"/>
                  </a:lnTo>
                  <a:lnTo>
                    <a:pt x="94483" y="23126"/>
                  </a:lnTo>
                  <a:lnTo>
                    <a:pt x="94483" y="23382"/>
                  </a:lnTo>
                  <a:lnTo>
                    <a:pt x="94547" y="23573"/>
                  </a:lnTo>
                  <a:lnTo>
                    <a:pt x="94675" y="23765"/>
                  </a:lnTo>
                  <a:lnTo>
                    <a:pt x="94803" y="23893"/>
                  </a:lnTo>
                  <a:lnTo>
                    <a:pt x="91864" y="29003"/>
                  </a:lnTo>
                  <a:lnTo>
                    <a:pt x="89437" y="33156"/>
                  </a:lnTo>
                  <a:lnTo>
                    <a:pt x="89245" y="33092"/>
                  </a:lnTo>
                  <a:lnTo>
                    <a:pt x="88798" y="33092"/>
                  </a:lnTo>
                  <a:lnTo>
                    <a:pt x="88606" y="33156"/>
                  </a:lnTo>
                  <a:lnTo>
                    <a:pt x="88287" y="33347"/>
                  </a:lnTo>
                  <a:lnTo>
                    <a:pt x="88031" y="33667"/>
                  </a:lnTo>
                  <a:lnTo>
                    <a:pt x="87967" y="34050"/>
                  </a:lnTo>
                  <a:lnTo>
                    <a:pt x="77363" y="34050"/>
                  </a:lnTo>
                  <a:lnTo>
                    <a:pt x="77235" y="33667"/>
                  </a:lnTo>
                  <a:lnTo>
                    <a:pt x="77043" y="33347"/>
                  </a:lnTo>
                  <a:lnTo>
                    <a:pt x="76660" y="33156"/>
                  </a:lnTo>
                  <a:lnTo>
                    <a:pt x="76468" y="33092"/>
                  </a:lnTo>
                  <a:lnTo>
                    <a:pt x="76085" y="33092"/>
                  </a:lnTo>
                  <a:lnTo>
                    <a:pt x="75829" y="33156"/>
                  </a:lnTo>
                  <a:lnTo>
                    <a:pt x="70527" y="24021"/>
                  </a:lnTo>
                  <a:lnTo>
                    <a:pt x="70719" y="23829"/>
                  </a:lnTo>
                  <a:lnTo>
                    <a:pt x="70910" y="23637"/>
                  </a:lnTo>
                  <a:lnTo>
                    <a:pt x="70974" y="23382"/>
                  </a:lnTo>
                  <a:lnTo>
                    <a:pt x="71038" y="23126"/>
                  </a:lnTo>
                  <a:lnTo>
                    <a:pt x="70974" y="22871"/>
                  </a:lnTo>
                  <a:lnTo>
                    <a:pt x="70910" y="22615"/>
                  </a:lnTo>
                  <a:lnTo>
                    <a:pt x="70719" y="22423"/>
                  </a:lnTo>
                  <a:lnTo>
                    <a:pt x="70527" y="22232"/>
                  </a:lnTo>
                  <a:lnTo>
                    <a:pt x="75702" y="13352"/>
                  </a:lnTo>
                  <a:lnTo>
                    <a:pt x="75829" y="13097"/>
                  </a:lnTo>
                  <a:lnTo>
                    <a:pt x="76085" y="13160"/>
                  </a:lnTo>
                  <a:lnTo>
                    <a:pt x="76277" y="13224"/>
                  </a:lnTo>
                  <a:lnTo>
                    <a:pt x="76468" y="13160"/>
                  </a:lnTo>
                  <a:lnTo>
                    <a:pt x="76660" y="13097"/>
                  </a:lnTo>
                  <a:lnTo>
                    <a:pt x="77043" y="12905"/>
                  </a:lnTo>
                  <a:lnTo>
                    <a:pt x="77235" y="12585"/>
                  </a:lnTo>
                  <a:lnTo>
                    <a:pt x="77363" y="12202"/>
                  </a:lnTo>
                  <a:close/>
                  <a:moveTo>
                    <a:pt x="68866" y="23254"/>
                  </a:moveTo>
                  <a:lnTo>
                    <a:pt x="68994" y="23637"/>
                  </a:lnTo>
                  <a:lnTo>
                    <a:pt x="69186" y="23957"/>
                  </a:lnTo>
                  <a:lnTo>
                    <a:pt x="69569" y="24148"/>
                  </a:lnTo>
                  <a:lnTo>
                    <a:pt x="69761" y="24212"/>
                  </a:lnTo>
                  <a:lnTo>
                    <a:pt x="70144" y="24212"/>
                  </a:lnTo>
                  <a:lnTo>
                    <a:pt x="70399" y="24084"/>
                  </a:lnTo>
                  <a:lnTo>
                    <a:pt x="75702" y="33284"/>
                  </a:lnTo>
                  <a:lnTo>
                    <a:pt x="75510" y="33411"/>
                  </a:lnTo>
                  <a:lnTo>
                    <a:pt x="75318" y="33667"/>
                  </a:lnTo>
                  <a:lnTo>
                    <a:pt x="75255" y="33858"/>
                  </a:lnTo>
                  <a:lnTo>
                    <a:pt x="75191" y="34178"/>
                  </a:lnTo>
                  <a:lnTo>
                    <a:pt x="75255" y="34433"/>
                  </a:lnTo>
                  <a:lnTo>
                    <a:pt x="75318" y="34625"/>
                  </a:lnTo>
                  <a:lnTo>
                    <a:pt x="75510" y="34881"/>
                  </a:lnTo>
                  <a:lnTo>
                    <a:pt x="75702" y="35008"/>
                  </a:lnTo>
                  <a:lnTo>
                    <a:pt x="75446" y="35392"/>
                  </a:lnTo>
                  <a:lnTo>
                    <a:pt x="70463" y="44080"/>
                  </a:lnTo>
                  <a:lnTo>
                    <a:pt x="70080" y="44080"/>
                  </a:lnTo>
                  <a:lnTo>
                    <a:pt x="69888" y="44144"/>
                  </a:lnTo>
                  <a:lnTo>
                    <a:pt x="69505" y="44335"/>
                  </a:lnTo>
                  <a:lnTo>
                    <a:pt x="69313" y="44655"/>
                  </a:lnTo>
                  <a:lnTo>
                    <a:pt x="69186" y="45038"/>
                  </a:lnTo>
                  <a:lnTo>
                    <a:pt x="58325" y="45038"/>
                  </a:lnTo>
                  <a:lnTo>
                    <a:pt x="58198" y="44655"/>
                  </a:lnTo>
                  <a:lnTo>
                    <a:pt x="57942" y="44335"/>
                  </a:lnTo>
                  <a:lnTo>
                    <a:pt x="57623" y="44144"/>
                  </a:lnTo>
                  <a:lnTo>
                    <a:pt x="57431" y="44080"/>
                  </a:lnTo>
                  <a:lnTo>
                    <a:pt x="56984" y="44080"/>
                  </a:lnTo>
                  <a:lnTo>
                    <a:pt x="56792" y="44208"/>
                  </a:lnTo>
                  <a:lnTo>
                    <a:pt x="51490" y="35008"/>
                  </a:lnTo>
                  <a:lnTo>
                    <a:pt x="51682" y="34881"/>
                  </a:lnTo>
                  <a:lnTo>
                    <a:pt x="51809" y="34625"/>
                  </a:lnTo>
                  <a:lnTo>
                    <a:pt x="51873" y="34433"/>
                  </a:lnTo>
                  <a:lnTo>
                    <a:pt x="51937" y="34178"/>
                  </a:lnTo>
                  <a:lnTo>
                    <a:pt x="51873" y="33858"/>
                  </a:lnTo>
                  <a:lnTo>
                    <a:pt x="51809" y="33667"/>
                  </a:lnTo>
                  <a:lnTo>
                    <a:pt x="51682" y="33411"/>
                  </a:lnTo>
                  <a:lnTo>
                    <a:pt x="51490" y="33284"/>
                  </a:lnTo>
                  <a:lnTo>
                    <a:pt x="56792" y="24084"/>
                  </a:lnTo>
                  <a:lnTo>
                    <a:pt x="56984" y="24148"/>
                  </a:lnTo>
                  <a:lnTo>
                    <a:pt x="57239" y="24212"/>
                  </a:lnTo>
                  <a:lnTo>
                    <a:pt x="57431" y="24148"/>
                  </a:lnTo>
                  <a:lnTo>
                    <a:pt x="57623" y="24148"/>
                  </a:lnTo>
                  <a:lnTo>
                    <a:pt x="57942" y="23893"/>
                  </a:lnTo>
                  <a:lnTo>
                    <a:pt x="58198" y="23637"/>
                  </a:lnTo>
                  <a:lnTo>
                    <a:pt x="58262" y="23254"/>
                  </a:lnTo>
                  <a:close/>
                  <a:moveTo>
                    <a:pt x="87967" y="34242"/>
                  </a:moveTo>
                  <a:lnTo>
                    <a:pt x="88031" y="34625"/>
                  </a:lnTo>
                  <a:lnTo>
                    <a:pt x="88287" y="34944"/>
                  </a:lnTo>
                  <a:lnTo>
                    <a:pt x="88606" y="35136"/>
                  </a:lnTo>
                  <a:lnTo>
                    <a:pt x="88798" y="35200"/>
                  </a:lnTo>
                  <a:lnTo>
                    <a:pt x="89245" y="35200"/>
                  </a:lnTo>
                  <a:lnTo>
                    <a:pt x="89437" y="35136"/>
                  </a:lnTo>
                  <a:lnTo>
                    <a:pt x="91034" y="37819"/>
                  </a:lnTo>
                  <a:lnTo>
                    <a:pt x="94803" y="44399"/>
                  </a:lnTo>
                  <a:lnTo>
                    <a:pt x="94675" y="44527"/>
                  </a:lnTo>
                  <a:lnTo>
                    <a:pt x="94547" y="44719"/>
                  </a:lnTo>
                  <a:lnTo>
                    <a:pt x="94483" y="44910"/>
                  </a:lnTo>
                  <a:lnTo>
                    <a:pt x="94483" y="45166"/>
                  </a:lnTo>
                  <a:lnTo>
                    <a:pt x="94483" y="45357"/>
                  </a:lnTo>
                  <a:lnTo>
                    <a:pt x="94547" y="45613"/>
                  </a:lnTo>
                  <a:lnTo>
                    <a:pt x="94675" y="45805"/>
                  </a:lnTo>
                  <a:lnTo>
                    <a:pt x="94803" y="45932"/>
                  </a:lnTo>
                  <a:lnTo>
                    <a:pt x="89437" y="55195"/>
                  </a:lnTo>
                  <a:lnTo>
                    <a:pt x="89245" y="55132"/>
                  </a:lnTo>
                  <a:lnTo>
                    <a:pt x="88989" y="55068"/>
                  </a:lnTo>
                  <a:lnTo>
                    <a:pt x="88798" y="55132"/>
                  </a:lnTo>
                  <a:lnTo>
                    <a:pt x="88606" y="55195"/>
                  </a:lnTo>
                  <a:lnTo>
                    <a:pt x="88287" y="55387"/>
                  </a:lnTo>
                  <a:lnTo>
                    <a:pt x="88031" y="55706"/>
                  </a:lnTo>
                  <a:lnTo>
                    <a:pt x="87967" y="56090"/>
                  </a:lnTo>
                  <a:lnTo>
                    <a:pt x="77363" y="56090"/>
                  </a:lnTo>
                  <a:lnTo>
                    <a:pt x="77235" y="55706"/>
                  </a:lnTo>
                  <a:lnTo>
                    <a:pt x="77043" y="55387"/>
                  </a:lnTo>
                  <a:lnTo>
                    <a:pt x="76660" y="55195"/>
                  </a:lnTo>
                  <a:lnTo>
                    <a:pt x="76468" y="55132"/>
                  </a:lnTo>
                  <a:lnTo>
                    <a:pt x="76277" y="55068"/>
                  </a:lnTo>
                  <a:lnTo>
                    <a:pt x="76085" y="55132"/>
                  </a:lnTo>
                  <a:lnTo>
                    <a:pt x="75893" y="55195"/>
                  </a:lnTo>
                  <a:lnTo>
                    <a:pt x="75702" y="55259"/>
                  </a:lnTo>
                  <a:lnTo>
                    <a:pt x="75510" y="55387"/>
                  </a:lnTo>
                  <a:lnTo>
                    <a:pt x="75382" y="55579"/>
                  </a:lnTo>
                  <a:lnTo>
                    <a:pt x="75318" y="55770"/>
                  </a:lnTo>
                  <a:lnTo>
                    <a:pt x="75255" y="55962"/>
                  </a:lnTo>
                  <a:lnTo>
                    <a:pt x="75191" y="56154"/>
                  </a:lnTo>
                  <a:lnTo>
                    <a:pt x="75255" y="56409"/>
                  </a:lnTo>
                  <a:lnTo>
                    <a:pt x="75318" y="56665"/>
                  </a:lnTo>
                  <a:lnTo>
                    <a:pt x="75510" y="56920"/>
                  </a:lnTo>
                  <a:lnTo>
                    <a:pt x="75702" y="57048"/>
                  </a:lnTo>
                  <a:lnTo>
                    <a:pt x="70336" y="66311"/>
                  </a:lnTo>
                  <a:lnTo>
                    <a:pt x="70144" y="66247"/>
                  </a:lnTo>
                  <a:lnTo>
                    <a:pt x="69888" y="66247"/>
                  </a:lnTo>
                  <a:lnTo>
                    <a:pt x="69505" y="66311"/>
                  </a:lnTo>
                  <a:lnTo>
                    <a:pt x="69186" y="66503"/>
                  </a:lnTo>
                  <a:lnTo>
                    <a:pt x="68994" y="66758"/>
                  </a:lnTo>
                  <a:lnTo>
                    <a:pt x="68866" y="67078"/>
                  </a:lnTo>
                  <a:lnTo>
                    <a:pt x="58325" y="67078"/>
                  </a:lnTo>
                  <a:lnTo>
                    <a:pt x="58198" y="66758"/>
                  </a:lnTo>
                  <a:lnTo>
                    <a:pt x="57942" y="66503"/>
                  </a:lnTo>
                  <a:lnTo>
                    <a:pt x="57623" y="66311"/>
                  </a:lnTo>
                  <a:lnTo>
                    <a:pt x="57303" y="66247"/>
                  </a:lnTo>
                  <a:lnTo>
                    <a:pt x="57048" y="66247"/>
                  </a:lnTo>
                  <a:lnTo>
                    <a:pt x="56856" y="66311"/>
                  </a:lnTo>
                  <a:lnTo>
                    <a:pt x="56664" y="66439"/>
                  </a:lnTo>
                  <a:lnTo>
                    <a:pt x="56537" y="66567"/>
                  </a:lnTo>
                  <a:lnTo>
                    <a:pt x="56409" y="66694"/>
                  </a:lnTo>
                  <a:lnTo>
                    <a:pt x="56281" y="66886"/>
                  </a:lnTo>
                  <a:lnTo>
                    <a:pt x="56217" y="67078"/>
                  </a:lnTo>
                  <a:lnTo>
                    <a:pt x="56217" y="67333"/>
                  </a:lnTo>
                  <a:lnTo>
                    <a:pt x="56217" y="67525"/>
                  </a:lnTo>
                  <a:lnTo>
                    <a:pt x="56281" y="67780"/>
                  </a:lnTo>
                  <a:lnTo>
                    <a:pt x="56409" y="67972"/>
                  </a:lnTo>
                  <a:lnTo>
                    <a:pt x="56537" y="68100"/>
                  </a:lnTo>
                  <a:lnTo>
                    <a:pt x="53534" y="73402"/>
                  </a:lnTo>
                  <a:lnTo>
                    <a:pt x="51298" y="77235"/>
                  </a:lnTo>
                  <a:lnTo>
                    <a:pt x="51107" y="77171"/>
                  </a:lnTo>
                  <a:lnTo>
                    <a:pt x="50851" y="77107"/>
                  </a:lnTo>
                  <a:lnTo>
                    <a:pt x="50659" y="77171"/>
                  </a:lnTo>
                  <a:lnTo>
                    <a:pt x="50468" y="77171"/>
                  </a:lnTo>
                  <a:lnTo>
                    <a:pt x="50148" y="77427"/>
                  </a:lnTo>
                  <a:lnTo>
                    <a:pt x="49893" y="77682"/>
                  </a:lnTo>
                  <a:lnTo>
                    <a:pt x="49765" y="78065"/>
                  </a:lnTo>
                  <a:lnTo>
                    <a:pt x="39224" y="78065"/>
                  </a:lnTo>
                  <a:lnTo>
                    <a:pt x="39160" y="77682"/>
                  </a:lnTo>
                  <a:lnTo>
                    <a:pt x="38905" y="77427"/>
                  </a:lnTo>
                  <a:lnTo>
                    <a:pt x="38586" y="77171"/>
                  </a:lnTo>
                  <a:lnTo>
                    <a:pt x="38394" y="77171"/>
                  </a:lnTo>
                  <a:lnTo>
                    <a:pt x="38202" y="77107"/>
                  </a:lnTo>
                  <a:lnTo>
                    <a:pt x="37947" y="77171"/>
                  </a:lnTo>
                  <a:lnTo>
                    <a:pt x="37691" y="77235"/>
                  </a:lnTo>
                  <a:lnTo>
                    <a:pt x="32389" y="68036"/>
                  </a:lnTo>
                  <a:lnTo>
                    <a:pt x="32580" y="67908"/>
                  </a:lnTo>
                  <a:lnTo>
                    <a:pt x="32708" y="67716"/>
                  </a:lnTo>
                  <a:lnTo>
                    <a:pt x="32836" y="67461"/>
                  </a:lnTo>
                  <a:lnTo>
                    <a:pt x="32836" y="67205"/>
                  </a:lnTo>
                  <a:lnTo>
                    <a:pt x="32836" y="66950"/>
                  </a:lnTo>
                  <a:lnTo>
                    <a:pt x="32708" y="66694"/>
                  </a:lnTo>
                  <a:lnTo>
                    <a:pt x="32580" y="66503"/>
                  </a:lnTo>
                  <a:lnTo>
                    <a:pt x="32389" y="66311"/>
                  </a:lnTo>
                  <a:lnTo>
                    <a:pt x="37691" y="57176"/>
                  </a:lnTo>
                  <a:lnTo>
                    <a:pt x="37883" y="57240"/>
                  </a:lnTo>
                  <a:lnTo>
                    <a:pt x="38330" y="57240"/>
                  </a:lnTo>
                  <a:lnTo>
                    <a:pt x="38586" y="57176"/>
                  </a:lnTo>
                  <a:lnTo>
                    <a:pt x="38713" y="57048"/>
                  </a:lnTo>
                  <a:lnTo>
                    <a:pt x="38905" y="56920"/>
                  </a:lnTo>
                  <a:lnTo>
                    <a:pt x="39033" y="56792"/>
                  </a:lnTo>
                  <a:lnTo>
                    <a:pt x="39160" y="56601"/>
                  </a:lnTo>
                  <a:lnTo>
                    <a:pt x="39224" y="56409"/>
                  </a:lnTo>
                  <a:lnTo>
                    <a:pt x="39224" y="56154"/>
                  </a:lnTo>
                  <a:lnTo>
                    <a:pt x="39224" y="55962"/>
                  </a:lnTo>
                  <a:lnTo>
                    <a:pt x="39160" y="55770"/>
                  </a:lnTo>
                  <a:lnTo>
                    <a:pt x="39033" y="55579"/>
                  </a:lnTo>
                  <a:lnTo>
                    <a:pt x="38905" y="55387"/>
                  </a:lnTo>
                  <a:lnTo>
                    <a:pt x="38713" y="55259"/>
                  </a:lnTo>
                  <a:lnTo>
                    <a:pt x="38586" y="55195"/>
                  </a:lnTo>
                  <a:lnTo>
                    <a:pt x="38330" y="55132"/>
                  </a:lnTo>
                  <a:lnTo>
                    <a:pt x="38138" y="55068"/>
                  </a:lnTo>
                  <a:lnTo>
                    <a:pt x="37947" y="55132"/>
                  </a:lnTo>
                  <a:lnTo>
                    <a:pt x="37691" y="55195"/>
                  </a:lnTo>
                  <a:lnTo>
                    <a:pt x="37563" y="55259"/>
                  </a:lnTo>
                  <a:lnTo>
                    <a:pt x="37372" y="55387"/>
                  </a:lnTo>
                  <a:lnTo>
                    <a:pt x="37244" y="55579"/>
                  </a:lnTo>
                  <a:lnTo>
                    <a:pt x="37116" y="55770"/>
                  </a:lnTo>
                  <a:lnTo>
                    <a:pt x="37052" y="55962"/>
                  </a:lnTo>
                  <a:lnTo>
                    <a:pt x="37052" y="56154"/>
                  </a:lnTo>
                  <a:lnTo>
                    <a:pt x="37116" y="56409"/>
                  </a:lnTo>
                  <a:lnTo>
                    <a:pt x="37180" y="56665"/>
                  </a:lnTo>
                  <a:lnTo>
                    <a:pt x="37308" y="56856"/>
                  </a:lnTo>
                  <a:lnTo>
                    <a:pt x="37499" y="57048"/>
                  </a:lnTo>
                  <a:lnTo>
                    <a:pt x="32197" y="66183"/>
                  </a:lnTo>
                  <a:lnTo>
                    <a:pt x="32006" y="66119"/>
                  </a:lnTo>
                  <a:lnTo>
                    <a:pt x="31558" y="66119"/>
                  </a:lnTo>
                  <a:lnTo>
                    <a:pt x="31367" y="66183"/>
                  </a:lnTo>
                  <a:lnTo>
                    <a:pt x="31047" y="66375"/>
                  </a:lnTo>
                  <a:lnTo>
                    <a:pt x="30792" y="66694"/>
                  </a:lnTo>
                  <a:lnTo>
                    <a:pt x="30728" y="67078"/>
                  </a:lnTo>
                  <a:lnTo>
                    <a:pt x="20187" y="67078"/>
                  </a:lnTo>
                  <a:lnTo>
                    <a:pt x="20059" y="66694"/>
                  </a:lnTo>
                  <a:lnTo>
                    <a:pt x="19804" y="66375"/>
                  </a:lnTo>
                  <a:lnTo>
                    <a:pt x="19484" y="66183"/>
                  </a:lnTo>
                  <a:lnTo>
                    <a:pt x="19293" y="66119"/>
                  </a:lnTo>
                  <a:lnTo>
                    <a:pt x="18846" y="66119"/>
                  </a:lnTo>
                  <a:lnTo>
                    <a:pt x="18590" y="66247"/>
                  </a:lnTo>
                  <a:lnTo>
                    <a:pt x="13288" y="57048"/>
                  </a:lnTo>
                  <a:lnTo>
                    <a:pt x="13543" y="56856"/>
                  </a:lnTo>
                  <a:lnTo>
                    <a:pt x="13735" y="56601"/>
                  </a:lnTo>
                  <a:lnTo>
                    <a:pt x="13863" y="56345"/>
                  </a:lnTo>
                  <a:lnTo>
                    <a:pt x="13927" y="56026"/>
                  </a:lnTo>
                  <a:lnTo>
                    <a:pt x="13927" y="55770"/>
                  </a:lnTo>
                  <a:lnTo>
                    <a:pt x="13799" y="55515"/>
                  </a:lnTo>
                  <a:lnTo>
                    <a:pt x="13607" y="55259"/>
                  </a:lnTo>
                  <a:lnTo>
                    <a:pt x="13415" y="55132"/>
                  </a:lnTo>
                  <a:lnTo>
                    <a:pt x="18654" y="46060"/>
                  </a:lnTo>
                  <a:lnTo>
                    <a:pt x="18973" y="46124"/>
                  </a:lnTo>
                  <a:lnTo>
                    <a:pt x="19357" y="46060"/>
                  </a:lnTo>
                  <a:lnTo>
                    <a:pt x="19676" y="45868"/>
                  </a:lnTo>
                  <a:lnTo>
                    <a:pt x="19932" y="45613"/>
                  </a:lnTo>
                  <a:lnTo>
                    <a:pt x="20059" y="45230"/>
                  </a:lnTo>
                  <a:lnTo>
                    <a:pt x="30728" y="45230"/>
                  </a:lnTo>
                  <a:lnTo>
                    <a:pt x="30792" y="45613"/>
                  </a:lnTo>
                  <a:lnTo>
                    <a:pt x="31047" y="45932"/>
                  </a:lnTo>
                  <a:lnTo>
                    <a:pt x="31367" y="46124"/>
                  </a:lnTo>
                  <a:lnTo>
                    <a:pt x="31558" y="46188"/>
                  </a:lnTo>
                  <a:lnTo>
                    <a:pt x="31750" y="46252"/>
                  </a:lnTo>
                  <a:lnTo>
                    <a:pt x="32006" y="46188"/>
                  </a:lnTo>
                  <a:lnTo>
                    <a:pt x="32197" y="46124"/>
                  </a:lnTo>
                  <a:lnTo>
                    <a:pt x="32389" y="46060"/>
                  </a:lnTo>
                  <a:lnTo>
                    <a:pt x="32517" y="45932"/>
                  </a:lnTo>
                  <a:lnTo>
                    <a:pt x="32644" y="45741"/>
                  </a:lnTo>
                  <a:lnTo>
                    <a:pt x="32772" y="45549"/>
                  </a:lnTo>
                  <a:lnTo>
                    <a:pt x="32836" y="45357"/>
                  </a:lnTo>
                  <a:lnTo>
                    <a:pt x="32836" y="45166"/>
                  </a:lnTo>
                  <a:lnTo>
                    <a:pt x="32836" y="44910"/>
                  </a:lnTo>
                  <a:lnTo>
                    <a:pt x="32708" y="44655"/>
                  </a:lnTo>
                  <a:lnTo>
                    <a:pt x="32580" y="44463"/>
                  </a:lnTo>
                  <a:lnTo>
                    <a:pt x="32389" y="44271"/>
                  </a:lnTo>
                  <a:lnTo>
                    <a:pt x="37372" y="35647"/>
                  </a:lnTo>
                  <a:lnTo>
                    <a:pt x="37691" y="35136"/>
                  </a:lnTo>
                  <a:lnTo>
                    <a:pt x="37883" y="35200"/>
                  </a:lnTo>
                  <a:lnTo>
                    <a:pt x="38330" y="35200"/>
                  </a:lnTo>
                  <a:lnTo>
                    <a:pt x="38522" y="35136"/>
                  </a:lnTo>
                  <a:lnTo>
                    <a:pt x="38841" y="34944"/>
                  </a:lnTo>
                  <a:lnTo>
                    <a:pt x="39097" y="34625"/>
                  </a:lnTo>
                  <a:lnTo>
                    <a:pt x="39224" y="34242"/>
                  </a:lnTo>
                  <a:lnTo>
                    <a:pt x="49765" y="34242"/>
                  </a:lnTo>
                  <a:lnTo>
                    <a:pt x="49893" y="34625"/>
                  </a:lnTo>
                  <a:lnTo>
                    <a:pt x="50148" y="34944"/>
                  </a:lnTo>
                  <a:lnTo>
                    <a:pt x="50468" y="35136"/>
                  </a:lnTo>
                  <a:lnTo>
                    <a:pt x="50659" y="35200"/>
                  </a:lnTo>
                  <a:lnTo>
                    <a:pt x="51107" y="35200"/>
                  </a:lnTo>
                  <a:lnTo>
                    <a:pt x="51298" y="35136"/>
                  </a:lnTo>
                  <a:lnTo>
                    <a:pt x="56601" y="44271"/>
                  </a:lnTo>
                  <a:lnTo>
                    <a:pt x="56409" y="44463"/>
                  </a:lnTo>
                  <a:lnTo>
                    <a:pt x="56281" y="44655"/>
                  </a:lnTo>
                  <a:lnTo>
                    <a:pt x="56153" y="44910"/>
                  </a:lnTo>
                  <a:lnTo>
                    <a:pt x="56153" y="45166"/>
                  </a:lnTo>
                  <a:lnTo>
                    <a:pt x="56153" y="45357"/>
                  </a:lnTo>
                  <a:lnTo>
                    <a:pt x="56217" y="45613"/>
                  </a:lnTo>
                  <a:lnTo>
                    <a:pt x="56345" y="45741"/>
                  </a:lnTo>
                  <a:lnTo>
                    <a:pt x="56473" y="45932"/>
                  </a:lnTo>
                  <a:lnTo>
                    <a:pt x="56601" y="46060"/>
                  </a:lnTo>
                  <a:lnTo>
                    <a:pt x="56792" y="46188"/>
                  </a:lnTo>
                  <a:lnTo>
                    <a:pt x="56984" y="46252"/>
                  </a:lnTo>
                  <a:lnTo>
                    <a:pt x="57431" y="46252"/>
                  </a:lnTo>
                  <a:lnTo>
                    <a:pt x="57623" y="46188"/>
                  </a:lnTo>
                  <a:lnTo>
                    <a:pt x="57942" y="45932"/>
                  </a:lnTo>
                  <a:lnTo>
                    <a:pt x="58198" y="45677"/>
                  </a:lnTo>
                  <a:lnTo>
                    <a:pt x="58325" y="45230"/>
                  </a:lnTo>
                  <a:lnTo>
                    <a:pt x="69186" y="45230"/>
                  </a:lnTo>
                  <a:lnTo>
                    <a:pt x="69313" y="45677"/>
                  </a:lnTo>
                  <a:lnTo>
                    <a:pt x="69505" y="45932"/>
                  </a:lnTo>
                  <a:lnTo>
                    <a:pt x="69888" y="46188"/>
                  </a:lnTo>
                  <a:lnTo>
                    <a:pt x="70080" y="46252"/>
                  </a:lnTo>
                  <a:lnTo>
                    <a:pt x="70463" y="46252"/>
                  </a:lnTo>
                  <a:lnTo>
                    <a:pt x="70655" y="46188"/>
                  </a:lnTo>
                  <a:lnTo>
                    <a:pt x="70847" y="46060"/>
                  </a:lnTo>
                  <a:lnTo>
                    <a:pt x="71038" y="45932"/>
                  </a:lnTo>
                  <a:lnTo>
                    <a:pt x="71166" y="45741"/>
                  </a:lnTo>
                  <a:lnTo>
                    <a:pt x="71230" y="45613"/>
                  </a:lnTo>
                  <a:lnTo>
                    <a:pt x="71294" y="45357"/>
                  </a:lnTo>
                  <a:lnTo>
                    <a:pt x="71358" y="45166"/>
                  </a:lnTo>
                  <a:lnTo>
                    <a:pt x="71294" y="44846"/>
                  </a:lnTo>
                  <a:lnTo>
                    <a:pt x="71166" y="44527"/>
                  </a:lnTo>
                  <a:lnTo>
                    <a:pt x="70910" y="44335"/>
                  </a:lnTo>
                  <a:lnTo>
                    <a:pt x="70655" y="44144"/>
                  </a:lnTo>
                  <a:lnTo>
                    <a:pt x="71294" y="43058"/>
                  </a:lnTo>
                  <a:lnTo>
                    <a:pt x="75829" y="35136"/>
                  </a:lnTo>
                  <a:lnTo>
                    <a:pt x="76085" y="35200"/>
                  </a:lnTo>
                  <a:lnTo>
                    <a:pt x="76468" y="35200"/>
                  </a:lnTo>
                  <a:lnTo>
                    <a:pt x="76660" y="35136"/>
                  </a:lnTo>
                  <a:lnTo>
                    <a:pt x="77043" y="34944"/>
                  </a:lnTo>
                  <a:lnTo>
                    <a:pt x="77235" y="34625"/>
                  </a:lnTo>
                  <a:lnTo>
                    <a:pt x="77363" y="34242"/>
                  </a:lnTo>
                  <a:close/>
                  <a:moveTo>
                    <a:pt x="69952" y="1"/>
                  </a:moveTo>
                  <a:lnTo>
                    <a:pt x="69761" y="64"/>
                  </a:lnTo>
                  <a:lnTo>
                    <a:pt x="69569" y="128"/>
                  </a:lnTo>
                  <a:lnTo>
                    <a:pt x="69186" y="320"/>
                  </a:lnTo>
                  <a:lnTo>
                    <a:pt x="68994" y="639"/>
                  </a:lnTo>
                  <a:lnTo>
                    <a:pt x="68866" y="1023"/>
                  </a:lnTo>
                  <a:lnTo>
                    <a:pt x="57239" y="1023"/>
                  </a:lnTo>
                  <a:lnTo>
                    <a:pt x="57239" y="1214"/>
                  </a:lnTo>
                  <a:lnTo>
                    <a:pt x="68866" y="1214"/>
                  </a:lnTo>
                  <a:lnTo>
                    <a:pt x="68994" y="1598"/>
                  </a:lnTo>
                  <a:lnTo>
                    <a:pt x="69186" y="1917"/>
                  </a:lnTo>
                  <a:lnTo>
                    <a:pt x="69569" y="2109"/>
                  </a:lnTo>
                  <a:lnTo>
                    <a:pt x="69761" y="2173"/>
                  </a:lnTo>
                  <a:lnTo>
                    <a:pt x="70144" y="2173"/>
                  </a:lnTo>
                  <a:lnTo>
                    <a:pt x="70399" y="2109"/>
                  </a:lnTo>
                  <a:lnTo>
                    <a:pt x="75702" y="11244"/>
                  </a:lnTo>
                  <a:lnTo>
                    <a:pt x="75510" y="11436"/>
                  </a:lnTo>
                  <a:lnTo>
                    <a:pt x="75318" y="11627"/>
                  </a:lnTo>
                  <a:lnTo>
                    <a:pt x="75255" y="11883"/>
                  </a:lnTo>
                  <a:lnTo>
                    <a:pt x="75191" y="12138"/>
                  </a:lnTo>
                  <a:lnTo>
                    <a:pt x="75255" y="12394"/>
                  </a:lnTo>
                  <a:lnTo>
                    <a:pt x="75318" y="12649"/>
                  </a:lnTo>
                  <a:lnTo>
                    <a:pt x="75510" y="12841"/>
                  </a:lnTo>
                  <a:lnTo>
                    <a:pt x="75702" y="12969"/>
                  </a:lnTo>
                  <a:lnTo>
                    <a:pt x="73019" y="17568"/>
                  </a:lnTo>
                  <a:lnTo>
                    <a:pt x="70399" y="22168"/>
                  </a:lnTo>
                  <a:lnTo>
                    <a:pt x="70144" y="22104"/>
                  </a:lnTo>
                  <a:lnTo>
                    <a:pt x="69952" y="22040"/>
                  </a:lnTo>
                  <a:lnTo>
                    <a:pt x="69761" y="22040"/>
                  </a:lnTo>
                  <a:lnTo>
                    <a:pt x="69505" y="22104"/>
                  </a:lnTo>
                  <a:lnTo>
                    <a:pt x="69186" y="22360"/>
                  </a:lnTo>
                  <a:lnTo>
                    <a:pt x="68994" y="22679"/>
                  </a:lnTo>
                  <a:lnTo>
                    <a:pt x="68866" y="23062"/>
                  </a:lnTo>
                  <a:lnTo>
                    <a:pt x="58262" y="23062"/>
                  </a:lnTo>
                  <a:lnTo>
                    <a:pt x="58262" y="22807"/>
                  </a:lnTo>
                  <a:lnTo>
                    <a:pt x="58198" y="22615"/>
                  </a:lnTo>
                  <a:lnTo>
                    <a:pt x="57942" y="22296"/>
                  </a:lnTo>
                  <a:lnTo>
                    <a:pt x="57623" y="22104"/>
                  </a:lnTo>
                  <a:lnTo>
                    <a:pt x="57431" y="22040"/>
                  </a:lnTo>
                  <a:lnTo>
                    <a:pt x="56984" y="22040"/>
                  </a:lnTo>
                  <a:lnTo>
                    <a:pt x="56728" y="22168"/>
                  </a:lnTo>
                  <a:lnTo>
                    <a:pt x="55706" y="20379"/>
                  </a:lnTo>
                  <a:lnTo>
                    <a:pt x="51490" y="12969"/>
                  </a:lnTo>
                  <a:lnTo>
                    <a:pt x="51682" y="12841"/>
                  </a:lnTo>
                  <a:lnTo>
                    <a:pt x="51809" y="12649"/>
                  </a:lnTo>
                  <a:lnTo>
                    <a:pt x="51873" y="12394"/>
                  </a:lnTo>
                  <a:lnTo>
                    <a:pt x="51937" y="12138"/>
                  </a:lnTo>
                  <a:lnTo>
                    <a:pt x="51937" y="11883"/>
                  </a:lnTo>
                  <a:lnTo>
                    <a:pt x="51873" y="11691"/>
                  </a:lnTo>
                  <a:lnTo>
                    <a:pt x="51745" y="11499"/>
                  </a:lnTo>
                  <a:lnTo>
                    <a:pt x="51618" y="11372"/>
                  </a:lnTo>
                  <a:lnTo>
                    <a:pt x="51490" y="11244"/>
                  </a:lnTo>
                  <a:lnTo>
                    <a:pt x="51298" y="11116"/>
                  </a:lnTo>
                  <a:lnTo>
                    <a:pt x="51043" y="11052"/>
                  </a:lnTo>
                  <a:lnTo>
                    <a:pt x="50659" y="11052"/>
                  </a:lnTo>
                  <a:lnTo>
                    <a:pt x="50468" y="11116"/>
                  </a:lnTo>
                  <a:lnTo>
                    <a:pt x="50148" y="11308"/>
                  </a:lnTo>
                  <a:lnTo>
                    <a:pt x="49893" y="11627"/>
                  </a:lnTo>
                  <a:lnTo>
                    <a:pt x="49765" y="12011"/>
                  </a:lnTo>
                  <a:lnTo>
                    <a:pt x="39224" y="12011"/>
                  </a:lnTo>
                  <a:lnTo>
                    <a:pt x="39097" y="11627"/>
                  </a:lnTo>
                  <a:lnTo>
                    <a:pt x="38841" y="11308"/>
                  </a:lnTo>
                  <a:lnTo>
                    <a:pt x="38522" y="11116"/>
                  </a:lnTo>
                  <a:lnTo>
                    <a:pt x="38330" y="11052"/>
                  </a:lnTo>
                  <a:lnTo>
                    <a:pt x="37883" y="11052"/>
                  </a:lnTo>
                  <a:lnTo>
                    <a:pt x="37691" y="11116"/>
                  </a:lnTo>
                  <a:lnTo>
                    <a:pt x="31878" y="1023"/>
                  </a:lnTo>
                  <a:lnTo>
                    <a:pt x="31686" y="1150"/>
                  </a:lnTo>
                  <a:lnTo>
                    <a:pt x="37499" y="11244"/>
                  </a:lnTo>
                  <a:lnTo>
                    <a:pt x="37308" y="11436"/>
                  </a:lnTo>
                  <a:lnTo>
                    <a:pt x="37180" y="11627"/>
                  </a:lnTo>
                  <a:lnTo>
                    <a:pt x="37116" y="11883"/>
                  </a:lnTo>
                  <a:lnTo>
                    <a:pt x="37052" y="12138"/>
                  </a:lnTo>
                  <a:lnTo>
                    <a:pt x="37116" y="12394"/>
                  </a:lnTo>
                  <a:lnTo>
                    <a:pt x="37180" y="12649"/>
                  </a:lnTo>
                  <a:lnTo>
                    <a:pt x="37308" y="12841"/>
                  </a:lnTo>
                  <a:lnTo>
                    <a:pt x="37499" y="12969"/>
                  </a:lnTo>
                  <a:lnTo>
                    <a:pt x="32389" y="21912"/>
                  </a:lnTo>
                  <a:lnTo>
                    <a:pt x="32069" y="21785"/>
                  </a:lnTo>
                  <a:lnTo>
                    <a:pt x="31750" y="21721"/>
                  </a:lnTo>
                  <a:lnTo>
                    <a:pt x="31558" y="21721"/>
                  </a:lnTo>
                  <a:lnTo>
                    <a:pt x="31367" y="21785"/>
                  </a:lnTo>
                  <a:lnTo>
                    <a:pt x="31175" y="21912"/>
                  </a:lnTo>
                  <a:lnTo>
                    <a:pt x="30983" y="22040"/>
                  </a:lnTo>
                  <a:lnTo>
                    <a:pt x="30856" y="22232"/>
                  </a:lnTo>
                  <a:lnTo>
                    <a:pt x="30792" y="22360"/>
                  </a:lnTo>
                  <a:lnTo>
                    <a:pt x="30728" y="22615"/>
                  </a:lnTo>
                  <a:lnTo>
                    <a:pt x="30728" y="22807"/>
                  </a:lnTo>
                  <a:lnTo>
                    <a:pt x="30728" y="23062"/>
                  </a:lnTo>
                  <a:lnTo>
                    <a:pt x="19037" y="23062"/>
                  </a:lnTo>
                  <a:lnTo>
                    <a:pt x="19037" y="23254"/>
                  </a:lnTo>
                  <a:lnTo>
                    <a:pt x="30792" y="23254"/>
                  </a:lnTo>
                  <a:lnTo>
                    <a:pt x="30920" y="23509"/>
                  </a:lnTo>
                  <a:lnTo>
                    <a:pt x="31175" y="23701"/>
                  </a:lnTo>
                  <a:lnTo>
                    <a:pt x="31431" y="23829"/>
                  </a:lnTo>
                  <a:lnTo>
                    <a:pt x="31750" y="23893"/>
                  </a:lnTo>
                  <a:lnTo>
                    <a:pt x="32069" y="23829"/>
                  </a:lnTo>
                  <a:lnTo>
                    <a:pt x="37499" y="33284"/>
                  </a:lnTo>
                  <a:lnTo>
                    <a:pt x="37308" y="33411"/>
                  </a:lnTo>
                  <a:lnTo>
                    <a:pt x="37180" y="33667"/>
                  </a:lnTo>
                  <a:lnTo>
                    <a:pt x="37116" y="33858"/>
                  </a:lnTo>
                  <a:lnTo>
                    <a:pt x="37052" y="34178"/>
                  </a:lnTo>
                  <a:lnTo>
                    <a:pt x="37116" y="34433"/>
                  </a:lnTo>
                  <a:lnTo>
                    <a:pt x="37180" y="34625"/>
                  </a:lnTo>
                  <a:lnTo>
                    <a:pt x="37308" y="34881"/>
                  </a:lnTo>
                  <a:lnTo>
                    <a:pt x="37499" y="35008"/>
                  </a:lnTo>
                  <a:lnTo>
                    <a:pt x="32580" y="43633"/>
                  </a:lnTo>
                  <a:lnTo>
                    <a:pt x="32261" y="44144"/>
                  </a:lnTo>
                  <a:lnTo>
                    <a:pt x="32006" y="44080"/>
                  </a:lnTo>
                  <a:lnTo>
                    <a:pt x="31558" y="44080"/>
                  </a:lnTo>
                  <a:lnTo>
                    <a:pt x="31367" y="44144"/>
                  </a:lnTo>
                  <a:lnTo>
                    <a:pt x="31047" y="44335"/>
                  </a:lnTo>
                  <a:lnTo>
                    <a:pt x="30792" y="44655"/>
                  </a:lnTo>
                  <a:lnTo>
                    <a:pt x="30728" y="45038"/>
                  </a:lnTo>
                  <a:lnTo>
                    <a:pt x="20059" y="45038"/>
                  </a:lnTo>
                  <a:lnTo>
                    <a:pt x="20059" y="44846"/>
                  </a:lnTo>
                  <a:lnTo>
                    <a:pt x="19995" y="44655"/>
                  </a:lnTo>
                  <a:lnTo>
                    <a:pt x="19868" y="44463"/>
                  </a:lnTo>
                  <a:lnTo>
                    <a:pt x="19740" y="44271"/>
                  </a:lnTo>
                  <a:lnTo>
                    <a:pt x="19612" y="44144"/>
                  </a:lnTo>
                  <a:lnTo>
                    <a:pt x="19421" y="44080"/>
                  </a:lnTo>
                  <a:lnTo>
                    <a:pt x="19229" y="44016"/>
                  </a:lnTo>
                  <a:lnTo>
                    <a:pt x="18973" y="43952"/>
                  </a:lnTo>
                  <a:lnTo>
                    <a:pt x="18782" y="44016"/>
                  </a:lnTo>
                  <a:lnTo>
                    <a:pt x="18526" y="44080"/>
                  </a:lnTo>
                  <a:lnTo>
                    <a:pt x="12777" y="34114"/>
                  </a:lnTo>
                  <a:lnTo>
                    <a:pt x="12585" y="34178"/>
                  </a:lnTo>
                  <a:lnTo>
                    <a:pt x="18398" y="44144"/>
                  </a:lnTo>
                  <a:lnTo>
                    <a:pt x="18207" y="44335"/>
                  </a:lnTo>
                  <a:lnTo>
                    <a:pt x="18015" y="44527"/>
                  </a:lnTo>
                  <a:lnTo>
                    <a:pt x="17951" y="44782"/>
                  </a:lnTo>
                  <a:lnTo>
                    <a:pt x="17887" y="45038"/>
                  </a:lnTo>
                  <a:lnTo>
                    <a:pt x="17951" y="45357"/>
                  </a:lnTo>
                  <a:lnTo>
                    <a:pt x="18079" y="45613"/>
                  </a:lnTo>
                  <a:lnTo>
                    <a:pt x="18207" y="45805"/>
                  </a:lnTo>
                  <a:lnTo>
                    <a:pt x="18462" y="45996"/>
                  </a:lnTo>
                  <a:lnTo>
                    <a:pt x="13224" y="55004"/>
                  </a:lnTo>
                  <a:lnTo>
                    <a:pt x="12841" y="54940"/>
                  </a:lnTo>
                  <a:lnTo>
                    <a:pt x="12649" y="55004"/>
                  </a:lnTo>
                  <a:lnTo>
                    <a:pt x="12457" y="55068"/>
                  </a:lnTo>
                  <a:lnTo>
                    <a:pt x="12266" y="55132"/>
                  </a:lnTo>
                  <a:lnTo>
                    <a:pt x="12074" y="55259"/>
                  </a:lnTo>
                  <a:lnTo>
                    <a:pt x="11946" y="55451"/>
                  </a:lnTo>
                  <a:lnTo>
                    <a:pt x="11882" y="55643"/>
                  </a:lnTo>
                  <a:lnTo>
                    <a:pt x="11818" y="55834"/>
                  </a:lnTo>
                  <a:lnTo>
                    <a:pt x="11755" y="56026"/>
                  </a:lnTo>
                  <a:lnTo>
                    <a:pt x="11755" y="56090"/>
                  </a:lnTo>
                  <a:lnTo>
                    <a:pt x="0" y="56090"/>
                  </a:lnTo>
                  <a:lnTo>
                    <a:pt x="0" y="56281"/>
                  </a:lnTo>
                  <a:lnTo>
                    <a:pt x="11818" y="56281"/>
                  </a:lnTo>
                  <a:lnTo>
                    <a:pt x="11946" y="56601"/>
                  </a:lnTo>
                  <a:lnTo>
                    <a:pt x="12138" y="56856"/>
                  </a:lnTo>
                  <a:lnTo>
                    <a:pt x="12457" y="57048"/>
                  </a:lnTo>
                  <a:lnTo>
                    <a:pt x="12841" y="57112"/>
                  </a:lnTo>
                  <a:lnTo>
                    <a:pt x="13096" y="57112"/>
                  </a:lnTo>
                  <a:lnTo>
                    <a:pt x="18462" y="66311"/>
                  </a:lnTo>
                  <a:lnTo>
                    <a:pt x="18271" y="66503"/>
                  </a:lnTo>
                  <a:lnTo>
                    <a:pt x="18143" y="66694"/>
                  </a:lnTo>
                  <a:lnTo>
                    <a:pt x="18015" y="66950"/>
                  </a:lnTo>
                  <a:lnTo>
                    <a:pt x="18015" y="67205"/>
                  </a:lnTo>
                  <a:lnTo>
                    <a:pt x="18015" y="67397"/>
                  </a:lnTo>
                  <a:lnTo>
                    <a:pt x="18079" y="67589"/>
                  </a:lnTo>
                  <a:lnTo>
                    <a:pt x="18207" y="67780"/>
                  </a:lnTo>
                  <a:lnTo>
                    <a:pt x="18335" y="67972"/>
                  </a:lnTo>
                  <a:lnTo>
                    <a:pt x="18462" y="68100"/>
                  </a:lnTo>
                  <a:lnTo>
                    <a:pt x="18654" y="68164"/>
                  </a:lnTo>
                  <a:lnTo>
                    <a:pt x="18846" y="68228"/>
                  </a:lnTo>
                  <a:lnTo>
                    <a:pt x="19101" y="68291"/>
                  </a:lnTo>
                  <a:lnTo>
                    <a:pt x="19293" y="68228"/>
                  </a:lnTo>
                  <a:lnTo>
                    <a:pt x="19484" y="68228"/>
                  </a:lnTo>
                  <a:lnTo>
                    <a:pt x="19804" y="67972"/>
                  </a:lnTo>
                  <a:lnTo>
                    <a:pt x="20059" y="67653"/>
                  </a:lnTo>
                  <a:lnTo>
                    <a:pt x="20187" y="67269"/>
                  </a:lnTo>
                  <a:lnTo>
                    <a:pt x="30728" y="67269"/>
                  </a:lnTo>
                  <a:lnTo>
                    <a:pt x="30792" y="67653"/>
                  </a:lnTo>
                  <a:lnTo>
                    <a:pt x="31047" y="67972"/>
                  </a:lnTo>
                  <a:lnTo>
                    <a:pt x="31367" y="68228"/>
                  </a:lnTo>
                  <a:lnTo>
                    <a:pt x="31558" y="68228"/>
                  </a:lnTo>
                  <a:lnTo>
                    <a:pt x="31750" y="68291"/>
                  </a:lnTo>
                  <a:lnTo>
                    <a:pt x="32006" y="68228"/>
                  </a:lnTo>
                  <a:lnTo>
                    <a:pt x="32197" y="68164"/>
                  </a:lnTo>
                  <a:lnTo>
                    <a:pt x="37499" y="77363"/>
                  </a:lnTo>
                  <a:lnTo>
                    <a:pt x="37372" y="77491"/>
                  </a:lnTo>
                  <a:lnTo>
                    <a:pt x="37244" y="77746"/>
                  </a:lnTo>
                  <a:lnTo>
                    <a:pt x="37116" y="77938"/>
                  </a:lnTo>
                  <a:lnTo>
                    <a:pt x="37116" y="78193"/>
                  </a:lnTo>
                  <a:lnTo>
                    <a:pt x="37116" y="78449"/>
                  </a:lnTo>
                  <a:lnTo>
                    <a:pt x="37244" y="78704"/>
                  </a:lnTo>
                  <a:lnTo>
                    <a:pt x="37372" y="78896"/>
                  </a:lnTo>
                  <a:lnTo>
                    <a:pt x="37499" y="79088"/>
                  </a:lnTo>
                  <a:lnTo>
                    <a:pt x="35072" y="83240"/>
                  </a:lnTo>
                  <a:lnTo>
                    <a:pt x="31750" y="89117"/>
                  </a:lnTo>
                  <a:lnTo>
                    <a:pt x="19037" y="89117"/>
                  </a:lnTo>
                  <a:lnTo>
                    <a:pt x="19037" y="89309"/>
                  </a:lnTo>
                  <a:lnTo>
                    <a:pt x="31750" y="89309"/>
                  </a:lnTo>
                  <a:lnTo>
                    <a:pt x="37436" y="99211"/>
                  </a:lnTo>
                  <a:lnTo>
                    <a:pt x="37308" y="99339"/>
                  </a:lnTo>
                  <a:lnTo>
                    <a:pt x="37180" y="99530"/>
                  </a:lnTo>
                  <a:lnTo>
                    <a:pt x="37116" y="99722"/>
                  </a:lnTo>
                  <a:lnTo>
                    <a:pt x="37116" y="99977"/>
                  </a:lnTo>
                  <a:lnTo>
                    <a:pt x="37116" y="100169"/>
                  </a:lnTo>
                  <a:lnTo>
                    <a:pt x="37180" y="100361"/>
                  </a:lnTo>
                  <a:lnTo>
                    <a:pt x="37308" y="100552"/>
                  </a:lnTo>
                  <a:lnTo>
                    <a:pt x="37436" y="100744"/>
                  </a:lnTo>
                  <a:lnTo>
                    <a:pt x="37563" y="100872"/>
                  </a:lnTo>
                  <a:lnTo>
                    <a:pt x="37755" y="100936"/>
                  </a:lnTo>
                  <a:lnTo>
                    <a:pt x="37947" y="100999"/>
                  </a:lnTo>
                  <a:lnTo>
                    <a:pt x="38202" y="101063"/>
                  </a:lnTo>
                  <a:lnTo>
                    <a:pt x="38394" y="100999"/>
                  </a:lnTo>
                  <a:lnTo>
                    <a:pt x="38586" y="100936"/>
                  </a:lnTo>
                  <a:lnTo>
                    <a:pt x="38777" y="100872"/>
                  </a:lnTo>
                  <a:lnTo>
                    <a:pt x="38969" y="100744"/>
                  </a:lnTo>
                  <a:lnTo>
                    <a:pt x="39097" y="100552"/>
                  </a:lnTo>
                  <a:lnTo>
                    <a:pt x="39160" y="100361"/>
                  </a:lnTo>
                  <a:lnTo>
                    <a:pt x="39224" y="100169"/>
                  </a:lnTo>
                  <a:lnTo>
                    <a:pt x="39288" y="99977"/>
                  </a:lnTo>
                  <a:lnTo>
                    <a:pt x="39224" y="99722"/>
                  </a:lnTo>
                  <a:lnTo>
                    <a:pt x="39160" y="99530"/>
                  </a:lnTo>
                  <a:lnTo>
                    <a:pt x="39097" y="99339"/>
                  </a:lnTo>
                  <a:lnTo>
                    <a:pt x="38969" y="99211"/>
                  </a:lnTo>
                  <a:lnTo>
                    <a:pt x="38777" y="99083"/>
                  </a:lnTo>
                  <a:lnTo>
                    <a:pt x="38586" y="98955"/>
                  </a:lnTo>
                  <a:lnTo>
                    <a:pt x="38394" y="98891"/>
                  </a:lnTo>
                  <a:lnTo>
                    <a:pt x="38202" y="98891"/>
                  </a:lnTo>
                  <a:lnTo>
                    <a:pt x="37883" y="98955"/>
                  </a:lnTo>
                  <a:lnTo>
                    <a:pt x="37563" y="99083"/>
                  </a:lnTo>
                  <a:lnTo>
                    <a:pt x="31878" y="89181"/>
                  </a:lnTo>
                  <a:lnTo>
                    <a:pt x="34689" y="84326"/>
                  </a:lnTo>
                  <a:lnTo>
                    <a:pt x="37691" y="79151"/>
                  </a:lnTo>
                  <a:lnTo>
                    <a:pt x="37947" y="79279"/>
                  </a:lnTo>
                  <a:lnTo>
                    <a:pt x="38394" y="79279"/>
                  </a:lnTo>
                  <a:lnTo>
                    <a:pt x="38586" y="79215"/>
                  </a:lnTo>
                  <a:lnTo>
                    <a:pt x="38905" y="79024"/>
                  </a:lnTo>
                  <a:lnTo>
                    <a:pt x="39160" y="78704"/>
                  </a:lnTo>
                  <a:lnTo>
                    <a:pt x="39224" y="78321"/>
                  </a:lnTo>
                  <a:lnTo>
                    <a:pt x="49765" y="78321"/>
                  </a:lnTo>
                  <a:lnTo>
                    <a:pt x="49893" y="78704"/>
                  </a:lnTo>
                  <a:lnTo>
                    <a:pt x="50148" y="79024"/>
                  </a:lnTo>
                  <a:lnTo>
                    <a:pt x="50468" y="79215"/>
                  </a:lnTo>
                  <a:lnTo>
                    <a:pt x="50659" y="79279"/>
                  </a:lnTo>
                  <a:lnTo>
                    <a:pt x="51107" y="79279"/>
                  </a:lnTo>
                  <a:lnTo>
                    <a:pt x="51298" y="79151"/>
                  </a:lnTo>
                  <a:lnTo>
                    <a:pt x="56601" y="88415"/>
                  </a:lnTo>
                  <a:lnTo>
                    <a:pt x="56473" y="88542"/>
                  </a:lnTo>
                  <a:lnTo>
                    <a:pt x="56345" y="88734"/>
                  </a:lnTo>
                  <a:lnTo>
                    <a:pt x="56217" y="88989"/>
                  </a:lnTo>
                  <a:lnTo>
                    <a:pt x="56217" y="89245"/>
                  </a:lnTo>
                  <a:lnTo>
                    <a:pt x="56217" y="89437"/>
                  </a:lnTo>
                  <a:lnTo>
                    <a:pt x="56281" y="89692"/>
                  </a:lnTo>
                  <a:lnTo>
                    <a:pt x="56409" y="89820"/>
                  </a:lnTo>
                  <a:lnTo>
                    <a:pt x="56537" y="90012"/>
                  </a:lnTo>
                  <a:lnTo>
                    <a:pt x="56664" y="90139"/>
                  </a:lnTo>
                  <a:lnTo>
                    <a:pt x="56856" y="90267"/>
                  </a:lnTo>
                  <a:lnTo>
                    <a:pt x="57048" y="90331"/>
                  </a:lnTo>
                  <a:lnTo>
                    <a:pt x="57495" y="90331"/>
                  </a:lnTo>
                  <a:lnTo>
                    <a:pt x="57687" y="90267"/>
                  </a:lnTo>
                  <a:lnTo>
                    <a:pt x="57878" y="90139"/>
                  </a:lnTo>
                  <a:lnTo>
                    <a:pt x="58070" y="90012"/>
                  </a:lnTo>
                  <a:lnTo>
                    <a:pt x="58198" y="89820"/>
                  </a:lnTo>
                  <a:lnTo>
                    <a:pt x="58262" y="89692"/>
                  </a:lnTo>
                  <a:lnTo>
                    <a:pt x="58325" y="89437"/>
                  </a:lnTo>
                  <a:lnTo>
                    <a:pt x="58389" y="89245"/>
                  </a:lnTo>
                  <a:lnTo>
                    <a:pt x="58325" y="89053"/>
                  </a:lnTo>
                  <a:lnTo>
                    <a:pt x="58262" y="88798"/>
                  </a:lnTo>
                  <a:lnTo>
                    <a:pt x="58198" y="88670"/>
                  </a:lnTo>
                  <a:lnTo>
                    <a:pt x="58070" y="88478"/>
                  </a:lnTo>
                  <a:lnTo>
                    <a:pt x="57878" y="88351"/>
                  </a:lnTo>
                  <a:lnTo>
                    <a:pt x="57687" y="88223"/>
                  </a:lnTo>
                  <a:lnTo>
                    <a:pt x="57495" y="88159"/>
                  </a:lnTo>
                  <a:lnTo>
                    <a:pt x="57303" y="88159"/>
                  </a:lnTo>
                  <a:lnTo>
                    <a:pt x="57048" y="88223"/>
                  </a:lnTo>
                  <a:lnTo>
                    <a:pt x="56792" y="88287"/>
                  </a:lnTo>
                  <a:lnTo>
                    <a:pt x="51490" y="79088"/>
                  </a:lnTo>
                  <a:lnTo>
                    <a:pt x="51682" y="78896"/>
                  </a:lnTo>
                  <a:lnTo>
                    <a:pt x="51809" y="78704"/>
                  </a:lnTo>
                  <a:lnTo>
                    <a:pt x="51873" y="78449"/>
                  </a:lnTo>
                  <a:lnTo>
                    <a:pt x="51937" y="78193"/>
                  </a:lnTo>
                  <a:lnTo>
                    <a:pt x="51873" y="77938"/>
                  </a:lnTo>
                  <a:lnTo>
                    <a:pt x="51809" y="77682"/>
                  </a:lnTo>
                  <a:lnTo>
                    <a:pt x="51682" y="77491"/>
                  </a:lnTo>
                  <a:lnTo>
                    <a:pt x="51490" y="77299"/>
                  </a:lnTo>
                  <a:lnTo>
                    <a:pt x="56728" y="68228"/>
                  </a:lnTo>
                  <a:lnTo>
                    <a:pt x="56984" y="68355"/>
                  </a:lnTo>
                  <a:lnTo>
                    <a:pt x="57303" y="68419"/>
                  </a:lnTo>
                  <a:lnTo>
                    <a:pt x="57495" y="68355"/>
                  </a:lnTo>
                  <a:lnTo>
                    <a:pt x="57687" y="68291"/>
                  </a:lnTo>
                  <a:lnTo>
                    <a:pt x="57878" y="68228"/>
                  </a:lnTo>
                  <a:lnTo>
                    <a:pt x="58070" y="68100"/>
                  </a:lnTo>
                  <a:lnTo>
                    <a:pt x="58198" y="67908"/>
                  </a:lnTo>
                  <a:lnTo>
                    <a:pt x="58262" y="67716"/>
                  </a:lnTo>
                  <a:lnTo>
                    <a:pt x="58325" y="67525"/>
                  </a:lnTo>
                  <a:lnTo>
                    <a:pt x="58389" y="67333"/>
                  </a:lnTo>
                  <a:lnTo>
                    <a:pt x="58389" y="67269"/>
                  </a:lnTo>
                  <a:lnTo>
                    <a:pt x="68802" y="67269"/>
                  </a:lnTo>
                  <a:lnTo>
                    <a:pt x="68802" y="67333"/>
                  </a:lnTo>
                  <a:lnTo>
                    <a:pt x="68802" y="67525"/>
                  </a:lnTo>
                  <a:lnTo>
                    <a:pt x="68866" y="67716"/>
                  </a:lnTo>
                  <a:lnTo>
                    <a:pt x="68994" y="67908"/>
                  </a:lnTo>
                  <a:lnTo>
                    <a:pt x="69122" y="68100"/>
                  </a:lnTo>
                  <a:lnTo>
                    <a:pt x="69313" y="68228"/>
                  </a:lnTo>
                  <a:lnTo>
                    <a:pt x="69441" y="68291"/>
                  </a:lnTo>
                  <a:lnTo>
                    <a:pt x="69697" y="68355"/>
                  </a:lnTo>
                  <a:lnTo>
                    <a:pt x="69888" y="68419"/>
                  </a:lnTo>
                  <a:lnTo>
                    <a:pt x="70208" y="68355"/>
                  </a:lnTo>
                  <a:lnTo>
                    <a:pt x="70463" y="68228"/>
                  </a:lnTo>
                  <a:lnTo>
                    <a:pt x="75638" y="77235"/>
                  </a:lnTo>
                  <a:lnTo>
                    <a:pt x="75318" y="77363"/>
                  </a:lnTo>
                  <a:lnTo>
                    <a:pt x="75127" y="77618"/>
                  </a:lnTo>
                  <a:lnTo>
                    <a:pt x="74999" y="77874"/>
                  </a:lnTo>
                  <a:lnTo>
                    <a:pt x="74935" y="78193"/>
                  </a:lnTo>
                  <a:lnTo>
                    <a:pt x="74999" y="78513"/>
                  </a:lnTo>
                  <a:lnTo>
                    <a:pt x="75127" y="78832"/>
                  </a:lnTo>
                  <a:lnTo>
                    <a:pt x="75318" y="79024"/>
                  </a:lnTo>
                  <a:lnTo>
                    <a:pt x="75574" y="79215"/>
                  </a:lnTo>
                  <a:lnTo>
                    <a:pt x="70399" y="88223"/>
                  </a:lnTo>
                  <a:lnTo>
                    <a:pt x="70144" y="88159"/>
                  </a:lnTo>
                  <a:lnTo>
                    <a:pt x="69888" y="88159"/>
                  </a:lnTo>
                  <a:lnTo>
                    <a:pt x="69697" y="88223"/>
                  </a:lnTo>
                  <a:lnTo>
                    <a:pt x="69505" y="88351"/>
                  </a:lnTo>
                  <a:lnTo>
                    <a:pt x="69377" y="88478"/>
                  </a:lnTo>
                  <a:lnTo>
                    <a:pt x="69186" y="88670"/>
                  </a:lnTo>
                  <a:lnTo>
                    <a:pt x="69122" y="88798"/>
                  </a:lnTo>
                  <a:lnTo>
                    <a:pt x="69058" y="89053"/>
                  </a:lnTo>
                  <a:lnTo>
                    <a:pt x="69058" y="89245"/>
                  </a:lnTo>
                  <a:lnTo>
                    <a:pt x="69058" y="89437"/>
                  </a:lnTo>
                  <a:lnTo>
                    <a:pt x="69122" y="89692"/>
                  </a:lnTo>
                  <a:lnTo>
                    <a:pt x="69186" y="89820"/>
                  </a:lnTo>
                  <a:lnTo>
                    <a:pt x="69377" y="90012"/>
                  </a:lnTo>
                  <a:lnTo>
                    <a:pt x="69505" y="90139"/>
                  </a:lnTo>
                  <a:lnTo>
                    <a:pt x="69697" y="90267"/>
                  </a:lnTo>
                  <a:lnTo>
                    <a:pt x="69888" y="90331"/>
                  </a:lnTo>
                  <a:lnTo>
                    <a:pt x="70336" y="90331"/>
                  </a:lnTo>
                  <a:lnTo>
                    <a:pt x="70527" y="90267"/>
                  </a:lnTo>
                  <a:lnTo>
                    <a:pt x="70719" y="90139"/>
                  </a:lnTo>
                  <a:lnTo>
                    <a:pt x="70847" y="90012"/>
                  </a:lnTo>
                  <a:lnTo>
                    <a:pt x="71038" y="89820"/>
                  </a:lnTo>
                  <a:lnTo>
                    <a:pt x="71102" y="89692"/>
                  </a:lnTo>
                  <a:lnTo>
                    <a:pt x="71166" y="89437"/>
                  </a:lnTo>
                  <a:lnTo>
                    <a:pt x="71166" y="89245"/>
                  </a:lnTo>
                  <a:lnTo>
                    <a:pt x="71166" y="88926"/>
                  </a:lnTo>
                  <a:lnTo>
                    <a:pt x="71038" y="88670"/>
                  </a:lnTo>
                  <a:lnTo>
                    <a:pt x="70847" y="88415"/>
                  </a:lnTo>
                  <a:lnTo>
                    <a:pt x="70591" y="88287"/>
                  </a:lnTo>
                  <a:lnTo>
                    <a:pt x="75766" y="79279"/>
                  </a:lnTo>
                  <a:lnTo>
                    <a:pt x="76277" y="79279"/>
                  </a:lnTo>
                  <a:lnTo>
                    <a:pt x="76468" y="79215"/>
                  </a:lnTo>
                  <a:lnTo>
                    <a:pt x="76660" y="79088"/>
                  </a:lnTo>
                  <a:lnTo>
                    <a:pt x="76788" y="78960"/>
                  </a:lnTo>
                  <a:lnTo>
                    <a:pt x="76915" y="78832"/>
                  </a:lnTo>
                  <a:lnTo>
                    <a:pt x="77043" y="78640"/>
                  </a:lnTo>
                  <a:lnTo>
                    <a:pt x="77107" y="78449"/>
                  </a:lnTo>
                  <a:lnTo>
                    <a:pt x="77107" y="78193"/>
                  </a:lnTo>
                  <a:lnTo>
                    <a:pt x="77107" y="78002"/>
                  </a:lnTo>
                  <a:lnTo>
                    <a:pt x="77043" y="77810"/>
                  </a:lnTo>
                  <a:lnTo>
                    <a:pt x="76915" y="77618"/>
                  </a:lnTo>
                  <a:lnTo>
                    <a:pt x="76788" y="77427"/>
                  </a:lnTo>
                  <a:lnTo>
                    <a:pt x="76660" y="77299"/>
                  </a:lnTo>
                  <a:lnTo>
                    <a:pt x="76468" y="77235"/>
                  </a:lnTo>
                  <a:lnTo>
                    <a:pt x="76277" y="77171"/>
                  </a:lnTo>
                  <a:lnTo>
                    <a:pt x="76021" y="77107"/>
                  </a:lnTo>
                  <a:lnTo>
                    <a:pt x="75829" y="77171"/>
                  </a:lnTo>
                  <a:lnTo>
                    <a:pt x="70591" y="68164"/>
                  </a:lnTo>
                  <a:lnTo>
                    <a:pt x="70783" y="67972"/>
                  </a:lnTo>
                  <a:lnTo>
                    <a:pt x="70847" y="67780"/>
                  </a:lnTo>
                  <a:lnTo>
                    <a:pt x="70974" y="67589"/>
                  </a:lnTo>
                  <a:lnTo>
                    <a:pt x="70974" y="67333"/>
                  </a:lnTo>
                  <a:lnTo>
                    <a:pt x="70910" y="67078"/>
                  </a:lnTo>
                  <a:lnTo>
                    <a:pt x="70847" y="66822"/>
                  </a:lnTo>
                  <a:lnTo>
                    <a:pt x="70719" y="66567"/>
                  </a:lnTo>
                  <a:lnTo>
                    <a:pt x="70463" y="66439"/>
                  </a:lnTo>
                  <a:lnTo>
                    <a:pt x="75829" y="57176"/>
                  </a:lnTo>
                  <a:lnTo>
                    <a:pt x="76085" y="57240"/>
                  </a:lnTo>
                  <a:lnTo>
                    <a:pt x="76468" y="57240"/>
                  </a:lnTo>
                  <a:lnTo>
                    <a:pt x="76660" y="57176"/>
                  </a:lnTo>
                  <a:lnTo>
                    <a:pt x="77043" y="56984"/>
                  </a:lnTo>
                  <a:lnTo>
                    <a:pt x="77235" y="56665"/>
                  </a:lnTo>
                  <a:lnTo>
                    <a:pt x="77363" y="56281"/>
                  </a:lnTo>
                  <a:lnTo>
                    <a:pt x="87967" y="56281"/>
                  </a:lnTo>
                  <a:lnTo>
                    <a:pt x="88031" y="56665"/>
                  </a:lnTo>
                  <a:lnTo>
                    <a:pt x="88287" y="56984"/>
                  </a:lnTo>
                  <a:lnTo>
                    <a:pt x="88606" y="57176"/>
                  </a:lnTo>
                  <a:lnTo>
                    <a:pt x="88798" y="57240"/>
                  </a:lnTo>
                  <a:lnTo>
                    <a:pt x="89245" y="57240"/>
                  </a:lnTo>
                  <a:lnTo>
                    <a:pt x="89437" y="57176"/>
                  </a:lnTo>
                  <a:lnTo>
                    <a:pt x="89628" y="57048"/>
                  </a:lnTo>
                  <a:lnTo>
                    <a:pt x="89756" y="56920"/>
                  </a:lnTo>
                  <a:lnTo>
                    <a:pt x="89884" y="56792"/>
                  </a:lnTo>
                  <a:lnTo>
                    <a:pt x="90012" y="56601"/>
                  </a:lnTo>
                  <a:lnTo>
                    <a:pt x="90075" y="56409"/>
                  </a:lnTo>
                  <a:lnTo>
                    <a:pt x="90075" y="56154"/>
                  </a:lnTo>
                  <a:lnTo>
                    <a:pt x="90075" y="55898"/>
                  </a:lnTo>
                  <a:lnTo>
                    <a:pt x="89948" y="55643"/>
                  </a:lnTo>
                  <a:lnTo>
                    <a:pt x="89820" y="55451"/>
                  </a:lnTo>
                  <a:lnTo>
                    <a:pt x="89628" y="55323"/>
                  </a:lnTo>
                  <a:lnTo>
                    <a:pt x="94931" y="46060"/>
                  </a:lnTo>
                  <a:lnTo>
                    <a:pt x="95250" y="46188"/>
                  </a:lnTo>
                  <a:lnTo>
                    <a:pt x="95569" y="46252"/>
                  </a:lnTo>
                  <a:lnTo>
                    <a:pt x="95761" y="46252"/>
                  </a:lnTo>
                  <a:lnTo>
                    <a:pt x="95953" y="46188"/>
                  </a:lnTo>
                  <a:lnTo>
                    <a:pt x="96272" y="45932"/>
                  </a:lnTo>
                  <a:lnTo>
                    <a:pt x="96528" y="45677"/>
                  </a:lnTo>
                  <a:lnTo>
                    <a:pt x="96592" y="45230"/>
                  </a:lnTo>
                  <a:lnTo>
                    <a:pt x="106941" y="45230"/>
                  </a:lnTo>
                  <a:lnTo>
                    <a:pt x="107068" y="45677"/>
                  </a:lnTo>
                  <a:lnTo>
                    <a:pt x="107260" y="45932"/>
                  </a:lnTo>
                  <a:lnTo>
                    <a:pt x="107579" y="46188"/>
                  </a:lnTo>
                  <a:lnTo>
                    <a:pt x="107771" y="46252"/>
                  </a:lnTo>
                  <a:lnTo>
                    <a:pt x="108218" y="46252"/>
                  </a:lnTo>
                  <a:lnTo>
                    <a:pt x="108410" y="46188"/>
                  </a:lnTo>
                  <a:lnTo>
                    <a:pt x="108602" y="46060"/>
                  </a:lnTo>
                  <a:lnTo>
                    <a:pt x="108793" y="45932"/>
                  </a:lnTo>
                  <a:lnTo>
                    <a:pt x="108921" y="45741"/>
                  </a:lnTo>
                  <a:lnTo>
                    <a:pt x="108985" y="45613"/>
                  </a:lnTo>
                  <a:lnTo>
                    <a:pt x="109049" y="45357"/>
                  </a:lnTo>
                  <a:lnTo>
                    <a:pt x="109113" y="45166"/>
                  </a:lnTo>
                  <a:lnTo>
                    <a:pt x="109049" y="44974"/>
                  </a:lnTo>
                  <a:lnTo>
                    <a:pt x="108985" y="44719"/>
                  </a:lnTo>
                  <a:lnTo>
                    <a:pt x="108921" y="44527"/>
                  </a:lnTo>
                  <a:lnTo>
                    <a:pt x="108793" y="44399"/>
                  </a:lnTo>
                  <a:lnTo>
                    <a:pt x="108602" y="44271"/>
                  </a:lnTo>
                  <a:lnTo>
                    <a:pt x="108410" y="44144"/>
                  </a:lnTo>
                  <a:lnTo>
                    <a:pt x="108218" y="44080"/>
                  </a:lnTo>
                  <a:lnTo>
                    <a:pt x="107771" y="44080"/>
                  </a:lnTo>
                  <a:lnTo>
                    <a:pt x="107579" y="44144"/>
                  </a:lnTo>
                  <a:lnTo>
                    <a:pt x="107260" y="44335"/>
                  </a:lnTo>
                  <a:lnTo>
                    <a:pt x="107068" y="44655"/>
                  </a:lnTo>
                  <a:lnTo>
                    <a:pt x="106941" y="45038"/>
                  </a:lnTo>
                  <a:lnTo>
                    <a:pt x="96592" y="45038"/>
                  </a:lnTo>
                  <a:lnTo>
                    <a:pt x="96528" y="44655"/>
                  </a:lnTo>
                  <a:lnTo>
                    <a:pt x="96272" y="44335"/>
                  </a:lnTo>
                  <a:lnTo>
                    <a:pt x="95953" y="44144"/>
                  </a:lnTo>
                  <a:lnTo>
                    <a:pt x="95761" y="44080"/>
                  </a:lnTo>
                  <a:lnTo>
                    <a:pt x="95569" y="44080"/>
                  </a:lnTo>
                  <a:lnTo>
                    <a:pt x="95250" y="44144"/>
                  </a:lnTo>
                  <a:lnTo>
                    <a:pt x="94931" y="44271"/>
                  </a:lnTo>
                  <a:lnTo>
                    <a:pt x="89628" y="35008"/>
                  </a:lnTo>
                  <a:lnTo>
                    <a:pt x="89820" y="34881"/>
                  </a:lnTo>
                  <a:lnTo>
                    <a:pt x="89948" y="34625"/>
                  </a:lnTo>
                  <a:lnTo>
                    <a:pt x="90075" y="34433"/>
                  </a:lnTo>
                  <a:lnTo>
                    <a:pt x="90075" y="34178"/>
                  </a:lnTo>
                  <a:lnTo>
                    <a:pt x="90075" y="33858"/>
                  </a:lnTo>
                  <a:lnTo>
                    <a:pt x="89948" y="33667"/>
                  </a:lnTo>
                  <a:lnTo>
                    <a:pt x="89820" y="33411"/>
                  </a:lnTo>
                  <a:lnTo>
                    <a:pt x="89628" y="33284"/>
                  </a:lnTo>
                  <a:lnTo>
                    <a:pt x="90395" y="31942"/>
                  </a:lnTo>
                  <a:lnTo>
                    <a:pt x="94931" y="24021"/>
                  </a:lnTo>
                  <a:lnTo>
                    <a:pt x="95250" y="24148"/>
                  </a:lnTo>
                  <a:lnTo>
                    <a:pt x="95569" y="24212"/>
                  </a:lnTo>
                  <a:lnTo>
                    <a:pt x="95761" y="24212"/>
                  </a:lnTo>
                  <a:lnTo>
                    <a:pt x="95953" y="24148"/>
                  </a:lnTo>
                  <a:lnTo>
                    <a:pt x="96272" y="23957"/>
                  </a:lnTo>
                  <a:lnTo>
                    <a:pt x="96528" y="23637"/>
                  </a:lnTo>
                  <a:lnTo>
                    <a:pt x="96592" y="23254"/>
                  </a:lnTo>
                  <a:lnTo>
                    <a:pt x="108027" y="23254"/>
                  </a:lnTo>
                  <a:lnTo>
                    <a:pt x="113840" y="33284"/>
                  </a:lnTo>
                  <a:lnTo>
                    <a:pt x="113648" y="33411"/>
                  </a:lnTo>
                  <a:lnTo>
                    <a:pt x="113521" y="33667"/>
                  </a:lnTo>
                  <a:lnTo>
                    <a:pt x="113393" y="33858"/>
                  </a:lnTo>
                  <a:lnTo>
                    <a:pt x="113393" y="34178"/>
                  </a:lnTo>
                  <a:lnTo>
                    <a:pt x="113393" y="34370"/>
                  </a:lnTo>
                  <a:lnTo>
                    <a:pt x="113457" y="34561"/>
                  </a:lnTo>
                  <a:lnTo>
                    <a:pt x="113585" y="34753"/>
                  </a:lnTo>
                  <a:lnTo>
                    <a:pt x="113712" y="34881"/>
                  </a:lnTo>
                  <a:lnTo>
                    <a:pt x="113840" y="35072"/>
                  </a:lnTo>
                  <a:lnTo>
                    <a:pt x="114032" y="35136"/>
                  </a:lnTo>
                  <a:lnTo>
                    <a:pt x="114223" y="35200"/>
                  </a:lnTo>
                  <a:lnTo>
                    <a:pt x="114671" y="35200"/>
                  </a:lnTo>
                  <a:lnTo>
                    <a:pt x="114862" y="35136"/>
                  </a:lnTo>
                  <a:lnTo>
                    <a:pt x="115054" y="35072"/>
                  </a:lnTo>
                  <a:lnTo>
                    <a:pt x="115245" y="34881"/>
                  </a:lnTo>
                  <a:lnTo>
                    <a:pt x="115373" y="34753"/>
                  </a:lnTo>
                  <a:lnTo>
                    <a:pt x="115437" y="34561"/>
                  </a:lnTo>
                  <a:lnTo>
                    <a:pt x="115501" y="34370"/>
                  </a:lnTo>
                  <a:lnTo>
                    <a:pt x="115501" y="34178"/>
                  </a:lnTo>
                  <a:lnTo>
                    <a:pt x="115501" y="33922"/>
                  </a:lnTo>
                  <a:lnTo>
                    <a:pt x="115437" y="33731"/>
                  </a:lnTo>
                  <a:lnTo>
                    <a:pt x="115373" y="33539"/>
                  </a:lnTo>
                  <a:lnTo>
                    <a:pt x="115245" y="33411"/>
                  </a:lnTo>
                  <a:lnTo>
                    <a:pt x="115054" y="33220"/>
                  </a:lnTo>
                  <a:lnTo>
                    <a:pt x="114862" y="33156"/>
                  </a:lnTo>
                  <a:lnTo>
                    <a:pt x="114671" y="33092"/>
                  </a:lnTo>
                  <a:lnTo>
                    <a:pt x="114223" y="33092"/>
                  </a:lnTo>
                  <a:lnTo>
                    <a:pt x="113968" y="33156"/>
                  </a:lnTo>
                  <a:lnTo>
                    <a:pt x="108154" y="23062"/>
                  </a:lnTo>
                  <a:lnTo>
                    <a:pt x="96592" y="23062"/>
                  </a:lnTo>
                  <a:lnTo>
                    <a:pt x="96528" y="22679"/>
                  </a:lnTo>
                  <a:lnTo>
                    <a:pt x="96272" y="22360"/>
                  </a:lnTo>
                  <a:lnTo>
                    <a:pt x="95953" y="22104"/>
                  </a:lnTo>
                  <a:lnTo>
                    <a:pt x="95761" y="22040"/>
                  </a:lnTo>
                  <a:lnTo>
                    <a:pt x="95569" y="22040"/>
                  </a:lnTo>
                  <a:lnTo>
                    <a:pt x="95250" y="22104"/>
                  </a:lnTo>
                  <a:lnTo>
                    <a:pt x="94931" y="22232"/>
                  </a:lnTo>
                  <a:lnTo>
                    <a:pt x="89628" y="12969"/>
                  </a:lnTo>
                  <a:lnTo>
                    <a:pt x="89820" y="12841"/>
                  </a:lnTo>
                  <a:lnTo>
                    <a:pt x="89948" y="12649"/>
                  </a:lnTo>
                  <a:lnTo>
                    <a:pt x="90075" y="12394"/>
                  </a:lnTo>
                  <a:lnTo>
                    <a:pt x="90075" y="12138"/>
                  </a:lnTo>
                  <a:lnTo>
                    <a:pt x="90075" y="11883"/>
                  </a:lnTo>
                  <a:lnTo>
                    <a:pt x="90012" y="11691"/>
                  </a:lnTo>
                  <a:lnTo>
                    <a:pt x="89884" y="11499"/>
                  </a:lnTo>
                  <a:lnTo>
                    <a:pt x="89756" y="11372"/>
                  </a:lnTo>
                  <a:lnTo>
                    <a:pt x="89628" y="11244"/>
                  </a:lnTo>
                  <a:lnTo>
                    <a:pt x="89437" y="11116"/>
                  </a:lnTo>
                  <a:lnTo>
                    <a:pt x="89245" y="11052"/>
                  </a:lnTo>
                  <a:lnTo>
                    <a:pt x="88798" y="11052"/>
                  </a:lnTo>
                  <a:lnTo>
                    <a:pt x="88606" y="11116"/>
                  </a:lnTo>
                  <a:lnTo>
                    <a:pt x="88287" y="11308"/>
                  </a:lnTo>
                  <a:lnTo>
                    <a:pt x="88031" y="11627"/>
                  </a:lnTo>
                  <a:lnTo>
                    <a:pt x="87967" y="12011"/>
                  </a:lnTo>
                  <a:lnTo>
                    <a:pt x="77363" y="12011"/>
                  </a:lnTo>
                  <a:lnTo>
                    <a:pt x="77235" y="11627"/>
                  </a:lnTo>
                  <a:lnTo>
                    <a:pt x="77043" y="11308"/>
                  </a:lnTo>
                  <a:lnTo>
                    <a:pt x="76660" y="11116"/>
                  </a:lnTo>
                  <a:lnTo>
                    <a:pt x="76468" y="11052"/>
                  </a:lnTo>
                  <a:lnTo>
                    <a:pt x="76085" y="11052"/>
                  </a:lnTo>
                  <a:lnTo>
                    <a:pt x="75829" y="11116"/>
                  </a:lnTo>
                  <a:lnTo>
                    <a:pt x="70527" y="1981"/>
                  </a:lnTo>
                  <a:lnTo>
                    <a:pt x="70719" y="1789"/>
                  </a:lnTo>
                  <a:lnTo>
                    <a:pt x="70910" y="1598"/>
                  </a:lnTo>
                  <a:lnTo>
                    <a:pt x="70974" y="1342"/>
                  </a:lnTo>
                  <a:lnTo>
                    <a:pt x="71038" y="1087"/>
                  </a:lnTo>
                  <a:lnTo>
                    <a:pt x="70974" y="895"/>
                  </a:lnTo>
                  <a:lnTo>
                    <a:pt x="70910" y="703"/>
                  </a:lnTo>
                  <a:lnTo>
                    <a:pt x="70847" y="512"/>
                  </a:lnTo>
                  <a:lnTo>
                    <a:pt x="70719" y="320"/>
                  </a:lnTo>
                  <a:lnTo>
                    <a:pt x="70527" y="192"/>
                  </a:lnTo>
                  <a:lnTo>
                    <a:pt x="70336" y="128"/>
                  </a:lnTo>
                  <a:lnTo>
                    <a:pt x="70144" y="64"/>
                  </a:lnTo>
                  <a:lnTo>
                    <a:pt x="69952" y="1"/>
                  </a:lnTo>
                  <a:close/>
                </a:path>
              </a:pathLst>
            </a:custGeom>
            <a:gradFill>
              <a:gsLst>
                <a:gs pos="0">
                  <a:schemeClr val="lt2"/>
                </a:gs>
                <a:gs pos="100000">
                  <a:schemeClr val="dk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13"/>
            <p:cNvSpPr/>
            <p:nvPr/>
          </p:nvSpPr>
          <p:spPr>
            <a:xfrm>
              <a:off x="1399800" y="-802100"/>
              <a:ext cx="2037900" cy="1095625"/>
            </a:xfrm>
            <a:custGeom>
              <a:avLst/>
              <a:gdLst/>
              <a:ahLst/>
              <a:cxnLst/>
              <a:rect l="l" t="t" r="r" b="b"/>
              <a:pathLst>
                <a:path w="81516" h="43825" fill="none" extrusionOk="0">
                  <a:moveTo>
                    <a:pt x="62990" y="959"/>
                  </a:moveTo>
                  <a:lnTo>
                    <a:pt x="62990" y="959"/>
                  </a:lnTo>
                  <a:lnTo>
                    <a:pt x="63181" y="959"/>
                  </a:lnTo>
                  <a:lnTo>
                    <a:pt x="63373" y="895"/>
                  </a:lnTo>
                  <a:lnTo>
                    <a:pt x="63756" y="703"/>
                  </a:lnTo>
                  <a:lnTo>
                    <a:pt x="63948" y="384"/>
                  </a:lnTo>
                  <a:lnTo>
                    <a:pt x="64076" y="1"/>
                  </a:lnTo>
                  <a:lnTo>
                    <a:pt x="74680" y="1"/>
                  </a:lnTo>
                  <a:lnTo>
                    <a:pt x="74680" y="1"/>
                  </a:lnTo>
                  <a:lnTo>
                    <a:pt x="74744" y="384"/>
                  </a:lnTo>
                  <a:lnTo>
                    <a:pt x="75000" y="703"/>
                  </a:lnTo>
                  <a:lnTo>
                    <a:pt x="75319" y="895"/>
                  </a:lnTo>
                  <a:lnTo>
                    <a:pt x="75511" y="959"/>
                  </a:lnTo>
                  <a:lnTo>
                    <a:pt x="75702" y="959"/>
                  </a:lnTo>
                  <a:lnTo>
                    <a:pt x="75702" y="959"/>
                  </a:lnTo>
                  <a:lnTo>
                    <a:pt x="75958" y="959"/>
                  </a:lnTo>
                  <a:lnTo>
                    <a:pt x="76150" y="895"/>
                  </a:lnTo>
                  <a:lnTo>
                    <a:pt x="77747" y="3578"/>
                  </a:lnTo>
                  <a:lnTo>
                    <a:pt x="81516" y="10158"/>
                  </a:lnTo>
                  <a:lnTo>
                    <a:pt x="81516" y="10158"/>
                  </a:lnTo>
                  <a:lnTo>
                    <a:pt x="81388" y="10286"/>
                  </a:lnTo>
                  <a:lnTo>
                    <a:pt x="81260" y="10478"/>
                  </a:lnTo>
                  <a:lnTo>
                    <a:pt x="81196" y="10669"/>
                  </a:lnTo>
                  <a:lnTo>
                    <a:pt x="81196" y="10925"/>
                  </a:lnTo>
                  <a:lnTo>
                    <a:pt x="81196" y="10925"/>
                  </a:lnTo>
                  <a:lnTo>
                    <a:pt x="81196" y="11116"/>
                  </a:lnTo>
                  <a:lnTo>
                    <a:pt x="81260" y="11372"/>
                  </a:lnTo>
                  <a:lnTo>
                    <a:pt x="81388" y="11564"/>
                  </a:lnTo>
                  <a:lnTo>
                    <a:pt x="81516" y="11691"/>
                  </a:lnTo>
                  <a:lnTo>
                    <a:pt x="76150" y="20954"/>
                  </a:lnTo>
                  <a:lnTo>
                    <a:pt x="76150" y="20954"/>
                  </a:lnTo>
                  <a:lnTo>
                    <a:pt x="75958" y="20891"/>
                  </a:lnTo>
                  <a:lnTo>
                    <a:pt x="75702" y="20827"/>
                  </a:lnTo>
                  <a:lnTo>
                    <a:pt x="75702" y="20827"/>
                  </a:lnTo>
                  <a:lnTo>
                    <a:pt x="75511" y="20891"/>
                  </a:lnTo>
                  <a:lnTo>
                    <a:pt x="75319" y="20954"/>
                  </a:lnTo>
                  <a:lnTo>
                    <a:pt x="75000" y="21146"/>
                  </a:lnTo>
                  <a:lnTo>
                    <a:pt x="74744" y="21465"/>
                  </a:lnTo>
                  <a:lnTo>
                    <a:pt x="74680" y="21849"/>
                  </a:lnTo>
                  <a:lnTo>
                    <a:pt x="64076" y="21849"/>
                  </a:lnTo>
                  <a:lnTo>
                    <a:pt x="64076" y="21849"/>
                  </a:lnTo>
                  <a:lnTo>
                    <a:pt x="63948" y="21465"/>
                  </a:lnTo>
                  <a:lnTo>
                    <a:pt x="63756" y="21146"/>
                  </a:lnTo>
                  <a:lnTo>
                    <a:pt x="63373" y="20954"/>
                  </a:lnTo>
                  <a:lnTo>
                    <a:pt x="63181" y="20891"/>
                  </a:lnTo>
                  <a:lnTo>
                    <a:pt x="62990" y="20827"/>
                  </a:lnTo>
                  <a:lnTo>
                    <a:pt x="62990" y="20827"/>
                  </a:lnTo>
                  <a:lnTo>
                    <a:pt x="62798" y="20891"/>
                  </a:lnTo>
                  <a:lnTo>
                    <a:pt x="62606" y="20954"/>
                  </a:lnTo>
                  <a:lnTo>
                    <a:pt x="62415" y="21018"/>
                  </a:lnTo>
                  <a:lnTo>
                    <a:pt x="62223" y="21146"/>
                  </a:lnTo>
                  <a:lnTo>
                    <a:pt x="62095" y="21338"/>
                  </a:lnTo>
                  <a:lnTo>
                    <a:pt x="62031" y="21529"/>
                  </a:lnTo>
                  <a:lnTo>
                    <a:pt x="61968" y="21721"/>
                  </a:lnTo>
                  <a:lnTo>
                    <a:pt x="61904" y="21913"/>
                  </a:lnTo>
                  <a:lnTo>
                    <a:pt x="61904" y="21913"/>
                  </a:lnTo>
                  <a:lnTo>
                    <a:pt x="61968" y="22168"/>
                  </a:lnTo>
                  <a:lnTo>
                    <a:pt x="62031" y="22424"/>
                  </a:lnTo>
                  <a:lnTo>
                    <a:pt x="62223" y="22679"/>
                  </a:lnTo>
                  <a:lnTo>
                    <a:pt x="62415" y="22807"/>
                  </a:lnTo>
                  <a:lnTo>
                    <a:pt x="57049" y="32070"/>
                  </a:lnTo>
                  <a:lnTo>
                    <a:pt x="57049" y="32070"/>
                  </a:lnTo>
                  <a:lnTo>
                    <a:pt x="56857" y="32006"/>
                  </a:lnTo>
                  <a:lnTo>
                    <a:pt x="56601" y="32006"/>
                  </a:lnTo>
                  <a:lnTo>
                    <a:pt x="56601" y="32006"/>
                  </a:lnTo>
                  <a:lnTo>
                    <a:pt x="56218" y="32070"/>
                  </a:lnTo>
                  <a:lnTo>
                    <a:pt x="55899" y="32262"/>
                  </a:lnTo>
                  <a:lnTo>
                    <a:pt x="55707" y="32517"/>
                  </a:lnTo>
                  <a:lnTo>
                    <a:pt x="55579" y="32837"/>
                  </a:lnTo>
                  <a:lnTo>
                    <a:pt x="45038" y="32837"/>
                  </a:lnTo>
                  <a:lnTo>
                    <a:pt x="45038" y="32837"/>
                  </a:lnTo>
                  <a:lnTo>
                    <a:pt x="44911" y="32517"/>
                  </a:lnTo>
                  <a:lnTo>
                    <a:pt x="44655" y="32262"/>
                  </a:lnTo>
                  <a:lnTo>
                    <a:pt x="44336" y="32070"/>
                  </a:lnTo>
                  <a:lnTo>
                    <a:pt x="44016" y="32006"/>
                  </a:lnTo>
                  <a:lnTo>
                    <a:pt x="44016" y="32006"/>
                  </a:lnTo>
                  <a:lnTo>
                    <a:pt x="43761" y="32006"/>
                  </a:lnTo>
                  <a:lnTo>
                    <a:pt x="43569" y="32070"/>
                  </a:lnTo>
                  <a:lnTo>
                    <a:pt x="43377" y="32198"/>
                  </a:lnTo>
                  <a:lnTo>
                    <a:pt x="43250" y="32326"/>
                  </a:lnTo>
                  <a:lnTo>
                    <a:pt x="43122" y="32453"/>
                  </a:lnTo>
                  <a:lnTo>
                    <a:pt x="42994" y="32645"/>
                  </a:lnTo>
                  <a:lnTo>
                    <a:pt x="42930" y="32837"/>
                  </a:lnTo>
                  <a:lnTo>
                    <a:pt x="42930" y="33092"/>
                  </a:lnTo>
                  <a:lnTo>
                    <a:pt x="42930" y="33092"/>
                  </a:lnTo>
                  <a:lnTo>
                    <a:pt x="42930" y="33284"/>
                  </a:lnTo>
                  <a:lnTo>
                    <a:pt x="42994" y="33539"/>
                  </a:lnTo>
                  <a:lnTo>
                    <a:pt x="43122" y="33731"/>
                  </a:lnTo>
                  <a:lnTo>
                    <a:pt x="43250" y="33859"/>
                  </a:lnTo>
                  <a:lnTo>
                    <a:pt x="40247" y="39161"/>
                  </a:lnTo>
                  <a:lnTo>
                    <a:pt x="38011" y="42994"/>
                  </a:lnTo>
                  <a:lnTo>
                    <a:pt x="38011" y="42994"/>
                  </a:lnTo>
                  <a:lnTo>
                    <a:pt x="37820" y="42930"/>
                  </a:lnTo>
                  <a:lnTo>
                    <a:pt x="37564" y="42866"/>
                  </a:lnTo>
                  <a:lnTo>
                    <a:pt x="37564" y="42866"/>
                  </a:lnTo>
                  <a:lnTo>
                    <a:pt x="37372" y="42930"/>
                  </a:lnTo>
                  <a:lnTo>
                    <a:pt x="37181" y="42930"/>
                  </a:lnTo>
                  <a:lnTo>
                    <a:pt x="36861" y="43186"/>
                  </a:lnTo>
                  <a:lnTo>
                    <a:pt x="36606" y="43441"/>
                  </a:lnTo>
                  <a:lnTo>
                    <a:pt x="36478" y="43824"/>
                  </a:lnTo>
                  <a:lnTo>
                    <a:pt x="25937" y="43824"/>
                  </a:lnTo>
                  <a:lnTo>
                    <a:pt x="25937" y="43824"/>
                  </a:lnTo>
                  <a:lnTo>
                    <a:pt x="25873" y="43441"/>
                  </a:lnTo>
                  <a:lnTo>
                    <a:pt x="25618" y="43186"/>
                  </a:lnTo>
                  <a:lnTo>
                    <a:pt x="25299" y="42930"/>
                  </a:lnTo>
                  <a:lnTo>
                    <a:pt x="25107" y="42930"/>
                  </a:lnTo>
                  <a:lnTo>
                    <a:pt x="24915" y="42866"/>
                  </a:lnTo>
                  <a:lnTo>
                    <a:pt x="24915" y="42866"/>
                  </a:lnTo>
                  <a:lnTo>
                    <a:pt x="24660" y="42930"/>
                  </a:lnTo>
                  <a:lnTo>
                    <a:pt x="24404" y="42994"/>
                  </a:lnTo>
                  <a:lnTo>
                    <a:pt x="19102" y="33795"/>
                  </a:lnTo>
                  <a:lnTo>
                    <a:pt x="19102" y="33795"/>
                  </a:lnTo>
                  <a:lnTo>
                    <a:pt x="19293" y="33667"/>
                  </a:lnTo>
                  <a:lnTo>
                    <a:pt x="19421" y="33475"/>
                  </a:lnTo>
                  <a:lnTo>
                    <a:pt x="19549" y="33220"/>
                  </a:lnTo>
                  <a:lnTo>
                    <a:pt x="19549" y="32964"/>
                  </a:lnTo>
                  <a:lnTo>
                    <a:pt x="19549" y="32964"/>
                  </a:lnTo>
                  <a:lnTo>
                    <a:pt x="19549" y="32709"/>
                  </a:lnTo>
                  <a:lnTo>
                    <a:pt x="19421" y="32453"/>
                  </a:lnTo>
                  <a:lnTo>
                    <a:pt x="19293" y="32262"/>
                  </a:lnTo>
                  <a:lnTo>
                    <a:pt x="19102" y="32070"/>
                  </a:lnTo>
                  <a:lnTo>
                    <a:pt x="24404" y="22935"/>
                  </a:lnTo>
                  <a:lnTo>
                    <a:pt x="24404" y="22935"/>
                  </a:lnTo>
                  <a:lnTo>
                    <a:pt x="24596" y="22999"/>
                  </a:lnTo>
                  <a:lnTo>
                    <a:pt x="24851" y="22999"/>
                  </a:lnTo>
                  <a:lnTo>
                    <a:pt x="24851" y="22999"/>
                  </a:lnTo>
                  <a:lnTo>
                    <a:pt x="25043" y="22999"/>
                  </a:lnTo>
                  <a:lnTo>
                    <a:pt x="25299" y="22935"/>
                  </a:lnTo>
                  <a:lnTo>
                    <a:pt x="25426" y="22807"/>
                  </a:lnTo>
                  <a:lnTo>
                    <a:pt x="25618" y="22679"/>
                  </a:lnTo>
                  <a:lnTo>
                    <a:pt x="25746" y="22551"/>
                  </a:lnTo>
                  <a:lnTo>
                    <a:pt x="25873" y="22360"/>
                  </a:lnTo>
                  <a:lnTo>
                    <a:pt x="25937" y="22168"/>
                  </a:lnTo>
                  <a:lnTo>
                    <a:pt x="25937" y="21913"/>
                  </a:lnTo>
                  <a:lnTo>
                    <a:pt x="25937" y="21913"/>
                  </a:lnTo>
                  <a:lnTo>
                    <a:pt x="25937" y="21721"/>
                  </a:lnTo>
                  <a:lnTo>
                    <a:pt x="25873" y="21529"/>
                  </a:lnTo>
                  <a:lnTo>
                    <a:pt x="25746" y="21338"/>
                  </a:lnTo>
                  <a:lnTo>
                    <a:pt x="25618" y="21146"/>
                  </a:lnTo>
                  <a:lnTo>
                    <a:pt x="25426" y="21018"/>
                  </a:lnTo>
                  <a:lnTo>
                    <a:pt x="25299" y="20954"/>
                  </a:lnTo>
                  <a:lnTo>
                    <a:pt x="25043" y="20891"/>
                  </a:lnTo>
                  <a:lnTo>
                    <a:pt x="24851" y="20827"/>
                  </a:lnTo>
                  <a:lnTo>
                    <a:pt x="24851" y="20827"/>
                  </a:lnTo>
                  <a:lnTo>
                    <a:pt x="24660" y="20891"/>
                  </a:lnTo>
                  <a:lnTo>
                    <a:pt x="24404" y="20954"/>
                  </a:lnTo>
                  <a:lnTo>
                    <a:pt x="24276" y="21018"/>
                  </a:lnTo>
                  <a:lnTo>
                    <a:pt x="24085" y="21146"/>
                  </a:lnTo>
                  <a:lnTo>
                    <a:pt x="23957" y="21338"/>
                  </a:lnTo>
                  <a:lnTo>
                    <a:pt x="23829" y="21529"/>
                  </a:lnTo>
                  <a:lnTo>
                    <a:pt x="23765" y="21721"/>
                  </a:lnTo>
                  <a:lnTo>
                    <a:pt x="23765" y="21913"/>
                  </a:lnTo>
                  <a:lnTo>
                    <a:pt x="23765" y="21913"/>
                  </a:lnTo>
                  <a:lnTo>
                    <a:pt x="23829" y="22168"/>
                  </a:lnTo>
                  <a:lnTo>
                    <a:pt x="23893" y="22424"/>
                  </a:lnTo>
                  <a:lnTo>
                    <a:pt x="24021" y="22615"/>
                  </a:lnTo>
                  <a:lnTo>
                    <a:pt x="24212" y="22807"/>
                  </a:lnTo>
                  <a:lnTo>
                    <a:pt x="18910" y="31942"/>
                  </a:lnTo>
                  <a:lnTo>
                    <a:pt x="18910" y="31942"/>
                  </a:lnTo>
                  <a:lnTo>
                    <a:pt x="18719" y="31878"/>
                  </a:lnTo>
                  <a:lnTo>
                    <a:pt x="18463" y="31878"/>
                  </a:lnTo>
                  <a:lnTo>
                    <a:pt x="18463" y="31878"/>
                  </a:lnTo>
                  <a:lnTo>
                    <a:pt x="18271" y="31878"/>
                  </a:lnTo>
                  <a:lnTo>
                    <a:pt x="18080" y="31942"/>
                  </a:lnTo>
                  <a:lnTo>
                    <a:pt x="17760" y="32134"/>
                  </a:lnTo>
                  <a:lnTo>
                    <a:pt x="17505" y="32453"/>
                  </a:lnTo>
                  <a:lnTo>
                    <a:pt x="17441" y="32837"/>
                  </a:lnTo>
                  <a:lnTo>
                    <a:pt x="6900" y="32837"/>
                  </a:lnTo>
                  <a:lnTo>
                    <a:pt x="6900" y="32837"/>
                  </a:lnTo>
                  <a:lnTo>
                    <a:pt x="6772" y="32453"/>
                  </a:lnTo>
                  <a:lnTo>
                    <a:pt x="6517" y="32134"/>
                  </a:lnTo>
                  <a:lnTo>
                    <a:pt x="6197" y="31942"/>
                  </a:lnTo>
                  <a:lnTo>
                    <a:pt x="6006" y="31878"/>
                  </a:lnTo>
                  <a:lnTo>
                    <a:pt x="5814" y="31878"/>
                  </a:lnTo>
                  <a:lnTo>
                    <a:pt x="5814" y="31878"/>
                  </a:lnTo>
                  <a:lnTo>
                    <a:pt x="5559" y="31878"/>
                  </a:lnTo>
                  <a:lnTo>
                    <a:pt x="5303" y="32006"/>
                  </a:lnTo>
                  <a:lnTo>
                    <a:pt x="1" y="22807"/>
                  </a:lnTo>
                  <a:lnTo>
                    <a:pt x="1" y="22807"/>
                  </a:lnTo>
                  <a:lnTo>
                    <a:pt x="256" y="22615"/>
                  </a:lnTo>
                  <a:lnTo>
                    <a:pt x="448" y="22360"/>
                  </a:lnTo>
                  <a:lnTo>
                    <a:pt x="576" y="22104"/>
                  </a:lnTo>
                  <a:lnTo>
                    <a:pt x="640" y="21785"/>
                  </a:lnTo>
                  <a:lnTo>
                    <a:pt x="640" y="21785"/>
                  </a:lnTo>
                  <a:lnTo>
                    <a:pt x="640" y="21529"/>
                  </a:lnTo>
                  <a:lnTo>
                    <a:pt x="512" y="21274"/>
                  </a:lnTo>
                  <a:lnTo>
                    <a:pt x="320" y="21018"/>
                  </a:lnTo>
                  <a:lnTo>
                    <a:pt x="128" y="20891"/>
                  </a:lnTo>
                  <a:lnTo>
                    <a:pt x="5367" y="11819"/>
                  </a:lnTo>
                  <a:lnTo>
                    <a:pt x="5367" y="11819"/>
                  </a:lnTo>
                  <a:lnTo>
                    <a:pt x="5686" y="11883"/>
                  </a:lnTo>
                  <a:lnTo>
                    <a:pt x="5686" y="11883"/>
                  </a:lnTo>
                  <a:lnTo>
                    <a:pt x="6070" y="11819"/>
                  </a:lnTo>
                  <a:lnTo>
                    <a:pt x="6389" y="11627"/>
                  </a:lnTo>
                  <a:lnTo>
                    <a:pt x="6645" y="11372"/>
                  </a:lnTo>
                  <a:lnTo>
                    <a:pt x="6772" y="10989"/>
                  </a:lnTo>
                  <a:lnTo>
                    <a:pt x="17441" y="10989"/>
                  </a:lnTo>
                  <a:lnTo>
                    <a:pt x="17441" y="10989"/>
                  </a:lnTo>
                  <a:lnTo>
                    <a:pt x="17505" y="11372"/>
                  </a:lnTo>
                  <a:lnTo>
                    <a:pt x="17760" y="11691"/>
                  </a:lnTo>
                  <a:lnTo>
                    <a:pt x="18080" y="11883"/>
                  </a:lnTo>
                  <a:lnTo>
                    <a:pt x="18271" y="11947"/>
                  </a:lnTo>
                  <a:lnTo>
                    <a:pt x="18463" y="12011"/>
                  </a:lnTo>
                  <a:lnTo>
                    <a:pt x="18463" y="12011"/>
                  </a:lnTo>
                  <a:lnTo>
                    <a:pt x="18719" y="11947"/>
                  </a:lnTo>
                  <a:lnTo>
                    <a:pt x="18910" y="11883"/>
                  </a:lnTo>
                  <a:lnTo>
                    <a:pt x="19102" y="11819"/>
                  </a:lnTo>
                  <a:lnTo>
                    <a:pt x="19230" y="11691"/>
                  </a:lnTo>
                  <a:lnTo>
                    <a:pt x="19357" y="11500"/>
                  </a:lnTo>
                  <a:lnTo>
                    <a:pt x="19485" y="11308"/>
                  </a:lnTo>
                  <a:lnTo>
                    <a:pt x="19549" y="11116"/>
                  </a:lnTo>
                  <a:lnTo>
                    <a:pt x="19549" y="10925"/>
                  </a:lnTo>
                  <a:lnTo>
                    <a:pt x="19549" y="10925"/>
                  </a:lnTo>
                  <a:lnTo>
                    <a:pt x="19549" y="10669"/>
                  </a:lnTo>
                  <a:lnTo>
                    <a:pt x="19421" y="10414"/>
                  </a:lnTo>
                  <a:lnTo>
                    <a:pt x="19293" y="10222"/>
                  </a:lnTo>
                  <a:lnTo>
                    <a:pt x="19102" y="10030"/>
                  </a:lnTo>
                  <a:lnTo>
                    <a:pt x="24085" y="1406"/>
                  </a:lnTo>
                  <a:lnTo>
                    <a:pt x="24404" y="895"/>
                  </a:lnTo>
                  <a:lnTo>
                    <a:pt x="24404" y="895"/>
                  </a:lnTo>
                  <a:lnTo>
                    <a:pt x="24596" y="959"/>
                  </a:lnTo>
                  <a:lnTo>
                    <a:pt x="24851" y="959"/>
                  </a:lnTo>
                  <a:lnTo>
                    <a:pt x="24851" y="959"/>
                  </a:lnTo>
                  <a:lnTo>
                    <a:pt x="25043" y="959"/>
                  </a:lnTo>
                  <a:lnTo>
                    <a:pt x="25235" y="895"/>
                  </a:lnTo>
                  <a:lnTo>
                    <a:pt x="25554" y="703"/>
                  </a:lnTo>
                  <a:lnTo>
                    <a:pt x="25810" y="384"/>
                  </a:lnTo>
                  <a:lnTo>
                    <a:pt x="25937" y="1"/>
                  </a:lnTo>
                  <a:lnTo>
                    <a:pt x="36478" y="1"/>
                  </a:lnTo>
                  <a:lnTo>
                    <a:pt x="36478" y="1"/>
                  </a:lnTo>
                  <a:lnTo>
                    <a:pt x="36606" y="384"/>
                  </a:lnTo>
                  <a:lnTo>
                    <a:pt x="36861" y="703"/>
                  </a:lnTo>
                  <a:lnTo>
                    <a:pt x="37181" y="895"/>
                  </a:lnTo>
                  <a:lnTo>
                    <a:pt x="37372" y="959"/>
                  </a:lnTo>
                  <a:lnTo>
                    <a:pt x="37564" y="959"/>
                  </a:lnTo>
                  <a:lnTo>
                    <a:pt x="37564" y="959"/>
                  </a:lnTo>
                  <a:lnTo>
                    <a:pt x="37820" y="959"/>
                  </a:lnTo>
                  <a:lnTo>
                    <a:pt x="38011" y="895"/>
                  </a:lnTo>
                  <a:lnTo>
                    <a:pt x="43314" y="10030"/>
                  </a:lnTo>
                  <a:lnTo>
                    <a:pt x="43314" y="10030"/>
                  </a:lnTo>
                  <a:lnTo>
                    <a:pt x="43122" y="10222"/>
                  </a:lnTo>
                  <a:lnTo>
                    <a:pt x="42994" y="10414"/>
                  </a:lnTo>
                  <a:lnTo>
                    <a:pt x="42866" y="10669"/>
                  </a:lnTo>
                  <a:lnTo>
                    <a:pt x="42866" y="10925"/>
                  </a:lnTo>
                  <a:lnTo>
                    <a:pt x="42866" y="10925"/>
                  </a:lnTo>
                  <a:lnTo>
                    <a:pt x="42866" y="11116"/>
                  </a:lnTo>
                  <a:lnTo>
                    <a:pt x="42930" y="11372"/>
                  </a:lnTo>
                  <a:lnTo>
                    <a:pt x="43058" y="11500"/>
                  </a:lnTo>
                  <a:lnTo>
                    <a:pt x="43186" y="11691"/>
                  </a:lnTo>
                  <a:lnTo>
                    <a:pt x="43314" y="11819"/>
                  </a:lnTo>
                  <a:lnTo>
                    <a:pt x="43505" y="11947"/>
                  </a:lnTo>
                  <a:lnTo>
                    <a:pt x="43697" y="12011"/>
                  </a:lnTo>
                  <a:lnTo>
                    <a:pt x="43952" y="12011"/>
                  </a:lnTo>
                  <a:lnTo>
                    <a:pt x="43952" y="12011"/>
                  </a:lnTo>
                  <a:lnTo>
                    <a:pt x="44144" y="12011"/>
                  </a:lnTo>
                  <a:lnTo>
                    <a:pt x="44336" y="11947"/>
                  </a:lnTo>
                  <a:lnTo>
                    <a:pt x="44655" y="11691"/>
                  </a:lnTo>
                  <a:lnTo>
                    <a:pt x="44911" y="11436"/>
                  </a:lnTo>
                  <a:lnTo>
                    <a:pt x="45038" y="10989"/>
                  </a:lnTo>
                  <a:lnTo>
                    <a:pt x="55899" y="10989"/>
                  </a:lnTo>
                  <a:lnTo>
                    <a:pt x="55899" y="10989"/>
                  </a:lnTo>
                  <a:lnTo>
                    <a:pt x="56026" y="11436"/>
                  </a:lnTo>
                  <a:lnTo>
                    <a:pt x="56218" y="11691"/>
                  </a:lnTo>
                  <a:lnTo>
                    <a:pt x="56601" y="11947"/>
                  </a:lnTo>
                  <a:lnTo>
                    <a:pt x="56793" y="12011"/>
                  </a:lnTo>
                  <a:lnTo>
                    <a:pt x="56985" y="12011"/>
                  </a:lnTo>
                  <a:lnTo>
                    <a:pt x="56985" y="12011"/>
                  </a:lnTo>
                  <a:lnTo>
                    <a:pt x="57176" y="12011"/>
                  </a:lnTo>
                  <a:lnTo>
                    <a:pt x="57368" y="11947"/>
                  </a:lnTo>
                  <a:lnTo>
                    <a:pt x="57560" y="11819"/>
                  </a:lnTo>
                  <a:lnTo>
                    <a:pt x="57751" y="11691"/>
                  </a:lnTo>
                  <a:lnTo>
                    <a:pt x="57879" y="11500"/>
                  </a:lnTo>
                  <a:lnTo>
                    <a:pt x="57943" y="11372"/>
                  </a:lnTo>
                  <a:lnTo>
                    <a:pt x="58007" y="11116"/>
                  </a:lnTo>
                  <a:lnTo>
                    <a:pt x="58071" y="10925"/>
                  </a:lnTo>
                  <a:lnTo>
                    <a:pt x="58071" y="10925"/>
                  </a:lnTo>
                  <a:lnTo>
                    <a:pt x="58007" y="10605"/>
                  </a:lnTo>
                  <a:lnTo>
                    <a:pt x="57879" y="10286"/>
                  </a:lnTo>
                  <a:lnTo>
                    <a:pt x="57623" y="10094"/>
                  </a:lnTo>
                  <a:lnTo>
                    <a:pt x="57368" y="9903"/>
                  </a:lnTo>
                  <a:lnTo>
                    <a:pt x="58007" y="8817"/>
                  </a:lnTo>
                  <a:lnTo>
                    <a:pt x="62542" y="895"/>
                  </a:lnTo>
                  <a:lnTo>
                    <a:pt x="62542" y="895"/>
                  </a:lnTo>
                  <a:lnTo>
                    <a:pt x="62798" y="959"/>
                  </a:lnTo>
                  <a:lnTo>
                    <a:pt x="62990" y="959"/>
                  </a:lnTo>
                </a:path>
              </a:pathLst>
            </a:custGeom>
            <a:gradFill>
              <a:gsLst>
                <a:gs pos="0">
                  <a:schemeClr val="lt2"/>
                </a:gs>
                <a:gs pos="100000">
                  <a:schemeClr val="dk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13"/>
            <p:cNvSpPr/>
            <p:nvPr/>
          </p:nvSpPr>
          <p:spPr>
            <a:xfrm>
              <a:off x="2354850" y="-1076800"/>
              <a:ext cx="605325" cy="544625"/>
            </a:xfrm>
            <a:custGeom>
              <a:avLst/>
              <a:gdLst/>
              <a:ahLst/>
              <a:cxnLst/>
              <a:rect l="l" t="t" r="r" b="b"/>
              <a:pathLst>
                <a:path w="24213" h="21785" fill="none" extrusionOk="0">
                  <a:moveTo>
                    <a:pt x="5750" y="959"/>
                  </a:moveTo>
                  <a:lnTo>
                    <a:pt x="5750" y="959"/>
                  </a:lnTo>
                  <a:lnTo>
                    <a:pt x="5942" y="895"/>
                  </a:lnTo>
                  <a:lnTo>
                    <a:pt x="6134" y="895"/>
                  </a:lnTo>
                  <a:lnTo>
                    <a:pt x="6453" y="640"/>
                  </a:lnTo>
                  <a:lnTo>
                    <a:pt x="6709" y="384"/>
                  </a:lnTo>
                  <a:lnTo>
                    <a:pt x="6773" y="1"/>
                  </a:lnTo>
                  <a:lnTo>
                    <a:pt x="17377" y="1"/>
                  </a:lnTo>
                  <a:lnTo>
                    <a:pt x="17377" y="1"/>
                  </a:lnTo>
                  <a:lnTo>
                    <a:pt x="17505" y="384"/>
                  </a:lnTo>
                  <a:lnTo>
                    <a:pt x="17697" y="704"/>
                  </a:lnTo>
                  <a:lnTo>
                    <a:pt x="18080" y="895"/>
                  </a:lnTo>
                  <a:lnTo>
                    <a:pt x="18272" y="959"/>
                  </a:lnTo>
                  <a:lnTo>
                    <a:pt x="18463" y="959"/>
                  </a:lnTo>
                  <a:lnTo>
                    <a:pt x="18463" y="959"/>
                  </a:lnTo>
                  <a:lnTo>
                    <a:pt x="18655" y="959"/>
                  </a:lnTo>
                  <a:lnTo>
                    <a:pt x="18910" y="831"/>
                  </a:lnTo>
                  <a:lnTo>
                    <a:pt x="24213" y="10031"/>
                  </a:lnTo>
                  <a:lnTo>
                    <a:pt x="24213" y="10031"/>
                  </a:lnTo>
                  <a:lnTo>
                    <a:pt x="24021" y="10158"/>
                  </a:lnTo>
                  <a:lnTo>
                    <a:pt x="23829" y="10414"/>
                  </a:lnTo>
                  <a:lnTo>
                    <a:pt x="23766" y="10605"/>
                  </a:lnTo>
                  <a:lnTo>
                    <a:pt x="23702" y="10925"/>
                  </a:lnTo>
                  <a:lnTo>
                    <a:pt x="23702" y="10925"/>
                  </a:lnTo>
                  <a:lnTo>
                    <a:pt x="23766" y="11180"/>
                  </a:lnTo>
                  <a:lnTo>
                    <a:pt x="23829" y="11372"/>
                  </a:lnTo>
                  <a:lnTo>
                    <a:pt x="24021" y="11628"/>
                  </a:lnTo>
                  <a:lnTo>
                    <a:pt x="24213" y="11755"/>
                  </a:lnTo>
                  <a:lnTo>
                    <a:pt x="23957" y="12139"/>
                  </a:lnTo>
                  <a:lnTo>
                    <a:pt x="18974" y="20827"/>
                  </a:lnTo>
                  <a:lnTo>
                    <a:pt x="18974" y="20827"/>
                  </a:lnTo>
                  <a:lnTo>
                    <a:pt x="18783" y="20827"/>
                  </a:lnTo>
                  <a:lnTo>
                    <a:pt x="18783" y="20827"/>
                  </a:lnTo>
                  <a:lnTo>
                    <a:pt x="18591" y="20827"/>
                  </a:lnTo>
                  <a:lnTo>
                    <a:pt x="18399" y="20891"/>
                  </a:lnTo>
                  <a:lnTo>
                    <a:pt x="18016" y="21082"/>
                  </a:lnTo>
                  <a:lnTo>
                    <a:pt x="17824" y="21402"/>
                  </a:lnTo>
                  <a:lnTo>
                    <a:pt x="17697" y="21785"/>
                  </a:lnTo>
                  <a:lnTo>
                    <a:pt x="6836" y="21785"/>
                  </a:lnTo>
                  <a:lnTo>
                    <a:pt x="6836" y="21785"/>
                  </a:lnTo>
                  <a:lnTo>
                    <a:pt x="6709" y="21402"/>
                  </a:lnTo>
                  <a:lnTo>
                    <a:pt x="6453" y="21082"/>
                  </a:lnTo>
                  <a:lnTo>
                    <a:pt x="6134" y="20891"/>
                  </a:lnTo>
                  <a:lnTo>
                    <a:pt x="5942" y="20827"/>
                  </a:lnTo>
                  <a:lnTo>
                    <a:pt x="5750" y="20827"/>
                  </a:lnTo>
                  <a:lnTo>
                    <a:pt x="5750" y="20827"/>
                  </a:lnTo>
                  <a:lnTo>
                    <a:pt x="5495" y="20827"/>
                  </a:lnTo>
                  <a:lnTo>
                    <a:pt x="5303" y="20955"/>
                  </a:lnTo>
                  <a:lnTo>
                    <a:pt x="1" y="11755"/>
                  </a:lnTo>
                  <a:lnTo>
                    <a:pt x="1" y="11755"/>
                  </a:lnTo>
                  <a:lnTo>
                    <a:pt x="193" y="11628"/>
                  </a:lnTo>
                  <a:lnTo>
                    <a:pt x="320" y="11372"/>
                  </a:lnTo>
                  <a:lnTo>
                    <a:pt x="384" y="11180"/>
                  </a:lnTo>
                  <a:lnTo>
                    <a:pt x="448" y="10925"/>
                  </a:lnTo>
                  <a:lnTo>
                    <a:pt x="448" y="10925"/>
                  </a:lnTo>
                  <a:lnTo>
                    <a:pt x="384" y="10605"/>
                  </a:lnTo>
                  <a:lnTo>
                    <a:pt x="320" y="10414"/>
                  </a:lnTo>
                  <a:lnTo>
                    <a:pt x="193" y="10158"/>
                  </a:lnTo>
                  <a:lnTo>
                    <a:pt x="1" y="10031"/>
                  </a:lnTo>
                  <a:lnTo>
                    <a:pt x="5303" y="831"/>
                  </a:lnTo>
                  <a:lnTo>
                    <a:pt x="5303" y="831"/>
                  </a:lnTo>
                  <a:lnTo>
                    <a:pt x="5495" y="895"/>
                  </a:lnTo>
                  <a:lnTo>
                    <a:pt x="5750" y="959"/>
                  </a:lnTo>
                </a:path>
              </a:pathLst>
            </a:custGeom>
            <a:gradFill>
              <a:gsLst>
                <a:gs pos="0">
                  <a:schemeClr val="lt2"/>
                </a:gs>
                <a:gs pos="100000">
                  <a:schemeClr val="dk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13"/>
            <p:cNvSpPr/>
            <p:nvPr/>
          </p:nvSpPr>
          <p:spPr>
            <a:xfrm>
              <a:off x="1874150" y="-1353075"/>
              <a:ext cx="608500" cy="546225"/>
            </a:xfrm>
            <a:custGeom>
              <a:avLst/>
              <a:gdLst/>
              <a:ahLst/>
              <a:cxnLst/>
              <a:rect l="l" t="t" r="r" b="b"/>
              <a:pathLst>
                <a:path w="24340" h="21849" fill="none" extrusionOk="0">
                  <a:moveTo>
                    <a:pt x="5877" y="1022"/>
                  </a:moveTo>
                  <a:lnTo>
                    <a:pt x="5877" y="1022"/>
                  </a:lnTo>
                  <a:lnTo>
                    <a:pt x="6069" y="958"/>
                  </a:lnTo>
                  <a:lnTo>
                    <a:pt x="6261" y="895"/>
                  </a:lnTo>
                  <a:lnTo>
                    <a:pt x="6580" y="703"/>
                  </a:lnTo>
                  <a:lnTo>
                    <a:pt x="6836" y="383"/>
                  </a:lnTo>
                  <a:lnTo>
                    <a:pt x="6963" y="0"/>
                  </a:lnTo>
                  <a:lnTo>
                    <a:pt x="17504" y="0"/>
                  </a:lnTo>
                  <a:lnTo>
                    <a:pt x="17504" y="0"/>
                  </a:lnTo>
                  <a:lnTo>
                    <a:pt x="17632" y="383"/>
                  </a:lnTo>
                  <a:lnTo>
                    <a:pt x="17887" y="703"/>
                  </a:lnTo>
                  <a:lnTo>
                    <a:pt x="18207" y="895"/>
                  </a:lnTo>
                  <a:lnTo>
                    <a:pt x="18398" y="958"/>
                  </a:lnTo>
                  <a:lnTo>
                    <a:pt x="18590" y="1022"/>
                  </a:lnTo>
                  <a:lnTo>
                    <a:pt x="18590" y="1022"/>
                  </a:lnTo>
                  <a:lnTo>
                    <a:pt x="18846" y="958"/>
                  </a:lnTo>
                  <a:lnTo>
                    <a:pt x="19037" y="895"/>
                  </a:lnTo>
                  <a:lnTo>
                    <a:pt x="24340" y="10030"/>
                  </a:lnTo>
                  <a:lnTo>
                    <a:pt x="24340" y="10030"/>
                  </a:lnTo>
                  <a:lnTo>
                    <a:pt x="24148" y="10221"/>
                  </a:lnTo>
                  <a:lnTo>
                    <a:pt x="24020" y="10413"/>
                  </a:lnTo>
                  <a:lnTo>
                    <a:pt x="23892" y="10669"/>
                  </a:lnTo>
                  <a:lnTo>
                    <a:pt x="23892" y="10924"/>
                  </a:lnTo>
                  <a:lnTo>
                    <a:pt x="23892" y="10924"/>
                  </a:lnTo>
                  <a:lnTo>
                    <a:pt x="23892" y="11180"/>
                  </a:lnTo>
                  <a:lnTo>
                    <a:pt x="24020" y="11435"/>
                  </a:lnTo>
                  <a:lnTo>
                    <a:pt x="24148" y="11627"/>
                  </a:lnTo>
                  <a:lnTo>
                    <a:pt x="24340" y="11819"/>
                  </a:lnTo>
                  <a:lnTo>
                    <a:pt x="19037" y="20954"/>
                  </a:lnTo>
                  <a:lnTo>
                    <a:pt x="19037" y="20954"/>
                  </a:lnTo>
                  <a:lnTo>
                    <a:pt x="18846" y="20890"/>
                  </a:lnTo>
                  <a:lnTo>
                    <a:pt x="18590" y="20890"/>
                  </a:lnTo>
                  <a:lnTo>
                    <a:pt x="18590" y="20890"/>
                  </a:lnTo>
                  <a:lnTo>
                    <a:pt x="18398" y="20890"/>
                  </a:lnTo>
                  <a:lnTo>
                    <a:pt x="18207" y="20954"/>
                  </a:lnTo>
                  <a:lnTo>
                    <a:pt x="17887" y="21145"/>
                  </a:lnTo>
                  <a:lnTo>
                    <a:pt x="17632" y="21465"/>
                  </a:lnTo>
                  <a:lnTo>
                    <a:pt x="17504" y="21848"/>
                  </a:lnTo>
                  <a:lnTo>
                    <a:pt x="6963" y="21848"/>
                  </a:lnTo>
                  <a:lnTo>
                    <a:pt x="6963" y="21848"/>
                  </a:lnTo>
                  <a:lnTo>
                    <a:pt x="6836" y="21465"/>
                  </a:lnTo>
                  <a:lnTo>
                    <a:pt x="6580" y="21145"/>
                  </a:lnTo>
                  <a:lnTo>
                    <a:pt x="6261" y="20954"/>
                  </a:lnTo>
                  <a:lnTo>
                    <a:pt x="6069" y="20890"/>
                  </a:lnTo>
                  <a:lnTo>
                    <a:pt x="5877" y="20890"/>
                  </a:lnTo>
                  <a:lnTo>
                    <a:pt x="5877" y="20890"/>
                  </a:lnTo>
                  <a:lnTo>
                    <a:pt x="5622" y="20890"/>
                  </a:lnTo>
                  <a:lnTo>
                    <a:pt x="5430" y="20954"/>
                  </a:lnTo>
                  <a:lnTo>
                    <a:pt x="0" y="11563"/>
                  </a:lnTo>
                  <a:lnTo>
                    <a:pt x="0" y="11563"/>
                  </a:lnTo>
                  <a:lnTo>
                    <a:pt x="256" y="11435"/>
                  </a:lnTo>
                  <a:lnTo>
                    <a:pt x="447" y="11180"/>
                  </a:lnTo>
                  <a:lnTo>
                    <a:pt x="575" y="10924"/>
                  </a:lnTo>
                  <a:lnTo>
                    <a:pt x="575" y="10605"/>
                  </a:lnTo>
                  <a:lnTo>
                    <a:pt x="575" y="10605"/>
                  </a:lnTo>
                  <a:lnTo>
                    <a:pt x="575" y="10413"/>
                  </a:lnTo>
                  <a:lnTo>
                    <a:pt x="511" y="10158"/>
                  </a:lnTo>
                  <a:lnTo>
                    <a:pt x="383" y="9966"/>
                  </a:lnTo>
                  <a:lnTo>
                    <a:pt x="256" y="9838"/>
                  </a:lnTo>
                  <a:lnTo>
                    <a:pt x="5430" y="895"/>
                  </a:lnTo>
                  <a:lnTo>
                    <a:pt x="5430" y="895"/>
                  </a:lnTo>
                  <a:lnTo>
                    <a:pt x="5622" y="958"/>
                  </a:lnTo>
                  <a:lnTo>
                    <a:pt x="5877" y="1022"/>
                  </a:lnTo>
                </a:path>
              </a:pathLst>
            </a:custGeom>
            <a:gradFill>
              <a:gsLst>
                <a:gs pos="0">
                  <a:schemeClr val="lt2"/>
                </a:gs>
                <a:gs pos="100000">
                  <a:schemeClr val="dk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13"/>
            <p:cNvSpPr/>
            <p:nvPr/>
          </p:nvSpPr>
          <p:spPr>
            <a:xfrm>
              <a:off x="2830800" y="-1353075"/>
              <a:ext cx="606900" cy="546225"/>
            </a:xfrm>
            <a:custGeom>
              <a:avLst/>
              <a:gdLst/>
              <a:ahLst/>
              <a:cxnLst/>
              <a:rect l="l" t="t" r="r" b="b"/>
              <a:pathLst>
                <a:path w="24276" h="21849" fill="none" extrusionOk="0">
                  <a:moveTo>
                    <a:pt x="5750" y="1022"/>
                  </a:moveTo>
                  <a:lnTo>
                    <a:pt x="5750" y="1022"/>
                  </a:lnTo>
                  <a:lnTo>
                    <a:pt x="5941" y="958"/>
                  </a:lnTo>
                  <a:lnTo>
                    <a:pt x="6133" y="895"/>
                  </a:lnTo>
                  <a:lnTo>
                    <a:pt x="6516" y="703"/>
                  </a:lnTo>
                  <a:lnTo>
                    <a:pt x="6708" y="383"/>
                  </a:lnTo>
                  <a:lnTo>
                    <a:pt x="6836" y="0"/>
                  </a:lnTo>
                  <a:lnTo>
                    <a:pt x="17440" y="0"/>
                  </a:lnTo>
                  <a:lnTo>
                    <a:pt x="17440" y="0"/>
                  </a:lnTo>
                  <a:lnTo>
                    <a:pt x="17504" y="383"/>
                  </a:lnTo>
                  <a:lnTo>
                    <a:pt x="17760" y="703"/>
                  </a:lnTo>
                  <a:lnTo>
                    <a:pt x="18079" y="895"/>
                  </a:lnTo>
                  <a:lnTo>
                    <a:pt x="18271" y="958"/>
                  </a:lnTo>
                  <a:lnTo>
                    <a:pt x="18462" y="1022"/>
                  </a:lnTo>
                  <a:lnTo>
                    <a:pt x="18462" y="1022"/>
                  </a:lnTo>
                  <a:lnTo>
                    <a:pt x="18718" y="958"/>
                  </a:lnTo>
                  <a:lnTo>
                    <a:pt x="18910" y="895"/>
                  </a:lnTo>
                  <a:lnTo>
                    <a:pt x="24276" y="10158"/>
                  </a:lnTo>
                  <a:lnTo>
                    <a:pt x="24276" y="10158"/>
                  </a:lnTo>
                  <a:lnTo>
                    <a:pt x="24148" y="10285"/>
                  </a:lnTo>
                  <a:lnTo>
                    <a:pt x="24020" y="10477"/>
                  </a:lnTo>
                  <a:lnTo>
                    <a:pt x="23956" y="10732"/>
                  </a:lnTo>
                  <a:lnTo>
                    <a:pt x="23956" y="10924"/>
                  </a:lnTo>
                  <a:lnTo>
                    <a:pt x="23956" y="10924"/>
                  </a:lnTo>
                  <a:lnTo>
                    <a:pt x="23956" y="11180"/>
                  </a:lnTo>
                  <a:lnTo>
                    <a:pt x="24020" y="11371"/>
                  </a:lnTo>
                  <a:lnTo>
                    <a:pt x="24148" y="11563"/>
                  </a:lnTo>
                  <a:lnTo>
                    <a:pt x="24276" y="11691"/>
                  </a:lnTo>
                  <a:lnTo>
                    <a:pt x="21337" y="16801"/>
                  </a:lnTo>
                  <a:lnTo>
                    <a:pt x="18910" y="20954"/>
                  </a:lnTo>
                  <a:lnTo>
                    <a:pt x="18910" y="20954"/>
                  </a:lnTo>
                  <a:lnTo>
                    <a:pt x="18718" y="20890"/>
                  </a:lnTo>
                  <a:lnTo>
                    <a:pt x="18462" y="20890"/>
                  </a:lnTo>
                  <a:lnTo>
                    <a:pt x="18462" y="20890"/>
                  </a:lnTo>
                  <a:lnTo>
                    <a:pt x="18271" y="20890"/>
                  </a:lnTo>
                  <a:lnTo>
                    <a:pt x="18079" y="20954"/>
                  </a:lnTo>
                  <a:lnTo>
                    <a:pt x="17760" y="21145"/>
                  </a:lnTo>
                  <a:lnTo>
                    <a:pt x="17504" y="21465"/>
                  </a:lnTo>
                  <a:lnTo>
                    <a:pt x="17440" y="21848"/>
                  </a:lnTo>
                  <a:lnTo>
                    <a:pt x="6836" y="21848"/>
                  </a:lnTo>
                  <a:lnTo>
                    <a:pt x="6836" y="21848"/>
                  </a:lnTo>
                  <a:lnTo>
                    <a:pt x="6708" y="21465"/>
                  </a:lnTo>
                  <a:lnTo>
                    <a:pt x="6516" y="21145"/>
                  </a:lnTo>
                  <a:lnTo>
                    <a:pt x="6133" y="20954"/>
                  </a:lnTo>
                  <a:lnTo>
                    <a:pt x="5941" y="20890"/>
                  </a:lnTo>
                  <a:lnTo>
                    <a:pt x="5750" y="20890"/>
                  </a:lnTo>
                  <a:lnTo>
                    <a:pt x="5750" y="20890"/>
                  </a:lnTo>
                  <a:lnTo>
                    <a:pt x="5558" y="20890"/>
                  </a:lnTo>
                  <a:lnTo>
                    <a:pt x="5302" y="20954"/>
                  </a:lnTo>
                  <a:lnTo>
                    <a:pt x="0" y="11819"/>
                  </a:lnTo>
                  <a:lnTo>
                    <a:pt x="0" y="11819"/>
                  </a:lnTo>
                  <a:lnTo>
                    <a:pt x="192" y="11627"/>
                  </a:lnTo>
                  <a:lnTo>
                    <a:pt x="383" y="11435"/>
                  </a:lnTo>
                  <a:lnTo>
                    <a:pt x="447" y="11180"/>
                  </a:lnTo>
                  <a:lnTo>
                    <a:pt x="511" y="10924"/>
                  </a:lnTo>
                  <a:lnTo>
                    <a:pt x="511" y="10924"/>
                  </a:lnTo>
                  <a:lnTo>
                    <a:pt x="447" y="10669"/>
                  </a:lnTo>
                  <a:lnTo>
                    <a:pt x="383" y="10413"/>
                  </a:lnTo>
                  <a:lnTo>
                    <a:pt x="192" y="10221"/>
                  </a:lnTo>
                  <a:lnTo>
                    <a:pt x="0" y="10030"/>
                  </a:lnTo>
                  <a:lnTo>
                    <a:pt x="5175" y="1150"/>
                  </a:lnTo>
                  <a:lnTo>
                    <a:pt x="5302" y="895"/>
                  </a:lnTo>
                  <a:lnTo>
                    <a:pt x="5302" y="895"/>
                  </a:lnTo>
                  <a:lnTo>
                    <a:pt x="5558" y="958"/>
                  </a:lnTo>
                  <a:lnTo>
                    <a:pt x="5750" y="1022"/>
                  </a:lnTo>
                </a:path>
              </a:pathLst>
            </a:custGeom>
            <a:gradFill>
              <a:gsLst>
                <a:gs pos="0">
                  <a:schemeClr val="lt2"/>
                </a:gs>
                <a:gs pos="100000">
                  <a:schemeClr val="dk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13"/>
            <p:cNvSpPr/>
            <p:nvPr/>
          </p:nvSpPr>
          <p:spPr>
            <a:xfrm>
              <a:off x="1067625" y="-1658125"/>
              <a:ext cx="2887550" cy="2526600"/>
            </a:xfrm>
            <a:custGeom>
              <a:avLst/>
              <a:gdLst/>
              <a:ahLst/>
              <a:cxnLst/>
              <a:rect l="l" t="t" r="r" b="b"/>
              <a:pathLst>
                <a:path w="115502" h="101064" fill="none" extrusionOk="0">
                  <a:moveTo>
                    <a:pt x="69952" y="1"/>
                  </a:moveTo>
                  <a:lnTo>
                    <a:pt x="69952" y="1"/>
                  </a:lnTo>
                  <a:lnTo>
                    <a:pt x="69761" y="64"/>
                  </a:lnTo>
                  <a:lnTo>
                    <a:pt x="69569" y="128"/>
                  </a:lnTo>
                  <a:lnTo>
                    <a:pt x="69186" y="320"/>
                  </a:lnTo>
                  <a:lnTo>
                    <a:pt x="68994" y="639"/>
                  </a:lnTo>
                  <a:lnTo>
                    <a:pt x="68866" y="1023"/>
                  </a:lnTo>
                  <a:lnTo>
                    <a:pt x="57239" y="1023"/>
                  </a:lnTo>
                  <a:lnTo>
                    <a:pt x="57239" y="1214"/>
                  </a:lnTo>
                  <a:lnTo>
                    <a:pt x="68866" y="1214"/>
                  </a:lnTo>
                  <a:lnTo>
                    <a:pt x="68866" y="1214"/>
                  </a:lnTo>
                  <a:lnTo>
                    <a:pt x="68994" y="1598"/>
                  </a:lnTo>
                  <a:lnTo>
                    <a:pt x="69186" y="1917"/>
                  </a:lnTo>
                  <a:lnTo>
                    <a:pt x="69569" y="2109"/>
                  </a:lnTo>
                  <a:lnTo>
                    <a:pt x="69761" y="2173"/>
                  </a:lnTo>
                  <a:lnTo>
                    <a:pt x="69952" y="2173"/>
                  </a:lnTo>
                  <a:lnTo>
                    <a:pt x="69952" y="2173"/>
                  </a:lnTo>
                  <a:lnTo>
                    <a:pt x="70144" y="2173"/>
                  </a:lnTo>
                  <a:lnTo>
                    <a:pt x="70399" y="2109"/>
                  </a:lnTo>
                  <a:lnTo>
                    <a:pt x="75702" y="11244"/>
                  </a:lnTo>
                  <a:lnTo>
                    <a:pt x="75702" y="11244"/>
                  </a:lnTo>
                  <a:lnTo>
                    <a:pt x="75510" y="11436"/>
                  </a:lnTo>
                  <a:lnTo>
                    <a:pt x="75318" y="11627"/>
                  </a:lnTo>
                  <a:lnTo>
                    <a:pt x="75255" y="11883"/>
                  </a:lnTo>
                  <a:lnTo>
                    <a:pt x="75191" y="12138"/>
                  </a:lnTo>
                  <a:lnTo>
                    <a:pt x="75191" y="12138"/>
                  </a:lnTo>
                  <a:lnTo>
                    <a:pt x="75255" y="12394"/>
                  </a:lnTo>
                  <a:lnTo>
                    <a:pt x="75318" y="12649"/>
                  </a:lnTo>
                  <a:lnTo>
                    <a:pt x="75510" y="12841"/>
                  </a:lnTo>
                  <a:lnTo>
                    <a:pt x="75702" y="12969"/>
                  </a:lnTo>
                  <a:lnTo>
                    <a:pt x="73019" y="17568"/>
                  </a:lnTo>
                  <a:lnTo>
                    <a:pt x="70399" y="22168"/>
                  </a:lnTo>
                  <a:lnTo>
                    <a:pt x="70399" y="22168"/>
                  </a:lnTo>
                  <a:lnTo>
                    <a:pt x="70144" y="22104"/>
                  </a:lnTo>
                  <a:lnTo>
                    <a:pt x="69952" y="22040"/>
                  </a:lnTo>
                  <a:lnTo>
                    <a:pt x="69952" y="22040"/>
                  </a:lnTo>
                  <a:lnTo>
                    <a:pt x="69761" y="22040"/>
                  </a:lnTo>
                  <a:lnTo>
                    <a:pt x="69505" y="22104"/>
                  </a:lnTo>
                  <a:lnTo>
                    <a:pt x="69186" y="22360"/>
                  </a:lnTo>
                  <a:lnTo>
                    <a:pt x="68994" y="22679"/>
                  </a:lnTo>
                  <a:lnTo>
                    <a:pt x="68866" y="23062"/>
                  </a:lnTo>
                  <a:lnTo>
                    <a:pt x="58262" y="23062"/>
                  </a:lnTo>
                  <a:lnTo>
                    <a:pt x="58262" y="23062"/>
                  </a:lnTo>
                  <a:lnTo>
                    <a:pt x="58262" y="22807"/>
                  </a:lnTo>
                  <a:lnTo>
                    <a:pt x="58198" y="22615"/>
                  </a:lnTo>
                  <a:lnTo>
                    <a:pt x="57942" y="22296"/>
                  </a:lnTo>
                  <a:lnTo>
                    <a:pt x="57623" y="22104"/>
                  </a:lnTo>
                  <a:lnTo>
                    <a:pt x="57431" y="22040"/>
                  </a:lnTo>
                  <a:lnTo>
                    <a:pt x="57239" y="22040"/>
                  </a:lnTo>
                  <a:lnTo>
                    <a:pt x="57239" y="22040"/>
                  </a:lnTo>
                  <a:lnTo>
                    <a:pt x="56984" y="22040"/>
                  </a:lnTo>
                  <a:lnTo>
                    <a:pt x="56728" y="22168"/>
                  </a:lnTo>
                  <a:lnTo>
                    <a:pt x="55706" y="20379"/>
                  </a:lnTo>
                  <a:lnTo>
                    <a:pt x="51490" y="12969"/>
                  </a:lnTo>
                  <a:lnTo>
                    <a:pt x="51490" y="12969"/>
                  </a:lnTo>
                  <a:lnTo>
                    <a:pt x="51682" y="12841"/>
                  </a:lnTo>
                  <a:lnTo>
                    <a:pt x="51809" y="12649"/>
                  </a:lnTo>
                  <a:lnTo>
                    <a:pt x="51873" y="12394"/>
                  </a:lnTo>
                  <a:lnTo>
                    <a:pt x="51937" y="12138"/>
                  </a:lnTo>
                  <a:lnTo>
                    <a:pt x="51937" y="12138"/>
                  </a:lnTo>
                  <a:lnTo>
                    <a:pt x="51937" y="11883"/>
                  </a:lnTo>
                  <a:lnTo>
                    <a:pt x="51873" y="11691"/>
                  </a:lnTo>
                  <a:lnTo>
                    <a:pt x="51745" y="11499"/>
                  </a:lnTo>
                  <a:lnTo>
                    <a:pt x="51618" y="11372"/>
                  </a:lnTo>
                  <a:lnTo>
                    <a:pt x="51490" y="11244"/>
                  </a:lnTo>
                  <a:lnTo>
                    <a:pt x="51298" y="11116"/>
                  </a:lnTo>
                  <a:lnTo>
                    <a:pt x="51043" y="11052"/>
                  </a:lnTo>
                  <a:lnTo>
                    <a:pt x="50851" y="11052"/>
                  </a:lnTo>
                  <a:lnTo>
                    <a:pt x="50851" y="11052"/>
                  </a:lnTo>
                  <a:lnTo>
                    <a:pt x="50659" y="11052"/>
                  </a:lnTo>
                  <a:lnTo>
                    <a:pt x="50468" y="11116"/>
                  </a:lnTo>
                  <a:lnTo>
                    <a:pt x="50148" y="11308"/>
                  </a:lnTo>
                  <a:lnTo>
                    <a:pt x="49893" y="11627"/>
                  </a:lnTo>
                  <a:lnTo>
                    <a:pt x="49765" y="12011"/>
                  </a:lnTo>
                  <a:lnTo>
                    <a:pt x="39224" y="12011"/>
                  </a:lnTo>
                  <a:lnTo>
                    <a:pt x="39224" y="12011"/>
                  </a:lnTo>
                  <a:lnTo>
                    <a:pt x="39097" y="11627"/>
                  </a:lnTo>
                  <a:lnTo>
                    <a:pt x="38841" y="11308"/>
                  </a:lnTo>
                  <a:lnTo>
                    <a:pt x="38522" y="11116"/>
                  </a:lnTo>
                  <a:lnTo>
                    <a:pt x="38330" y="11052"/>
                  </a:lnTo>
                  <a:lnTo>
                    <a:pt x="38138" y="11052"/>
                  </a:lnTo>
                  <a:lnTo>
                    <a:pt x="38138" y="11052"/>
                  </a:lnTo>
                  <a:lnTo>
                    <a:pt x="37883" y="11052"/>
                  </a:lnTo>
                  <a:lnTo>
                    <a:pt x="37691" y="11116"/>
                  </a:lnTo>
                  <a:lnTo>
                    <a:pt x="31878" y="1023"/>
                  </a:lnTo>
                  <a:lnTo>
                    <a:pt x="31686" y="1150"/>
                  </a:lnTo>
                  <a:lnTo>
                    <a:pt x="37499" y="11244"/>
                  </a:lnTo>
                  <a:lnTo>
                    <a:pt x="37499" y="11244"/>
                  </a:lnTo>
                  <a:lnTo>
                    <a:pt x="37308" y="11436"/>
                  </a:lnTo>
                  <a:lnTo>
                    <a:pt x="37180" y="11627"/>
                  </a:lnTo>
                  <a:lnTo>
                    <a:pt x="37116" y="11883"/>
                  </a:lnTo>
                  <a:lnTo>
                    <a:pt x="37052" y="12138"/>
                  </a:lnTo>
                  <a:lnTo>
                    <a:pt x="37052" y="12138"/>
                  </a:lnTo>
                  <a:lnTo>
                    <a:pt x="37116" y="12394"/>
                  </a:lnTo>
                  <a:lnTo>
                    <a:pt x="37180" y="12649"/>
                  </a:lnTo>
                  <a:lnTo>
                    <a:pt x="37308" y="12841"/>
                  </a:lnTo>
                  <a:lnTo>
                    <a:pt x="37499" y="12969"/>
                  </a:lnTo>
                  <a:lnTo>
                    <a:pt x="32389" y="21912"/>
                  </a:lnTo>
                  <a:lnTo>
                    <a:pt x="32389" y="21912"/>
                  </a:lnTo>
                  <a:lnTo>
                    <a:pt x="32069" y="21785"/>
                  </a:lnTo>
                  <a:lnTo>
                    <a:pt x="31750" y="21721"/>
                  </a:lnTo>
                  <a:lnTo>
                    <a:pt x="31750" y="21721"/>
                  </a:lnTo>
                  <a:lnTo>
                    <a:pt x="31558" y="21721"/>
                  </a:lnTo>
                  <a:lnTo>
                    <a:pt x="31367" y="21785"/>
                  </a:lnTo>
                  <a:lnTo>
                    <a:pt x="31175" y="21912"/>
                  </a:lnTo>
                  <a:lnTo>
                    <a:pt x="30983" y="22040"/>
                  </a:lnTo>
                  <a:lnTo>
                    <a:pt x="30856" y="22232"/>
                  </a:lnTo>
                  <a:lnTo>
                    <a:pt x="30792" y="22360"/>
                  </a:lnTo>
                  <a:lnTo>
                    <a:pt x="30728" y="22615"/>
                  </a:lnTo>
                  <a:lnTo>
                    <a:pt x="30728" y="22807"/>
                  </a:lnTo>
                  <a:lnTo>
                    <a:pt x="30728" y="22807"/>
                  </a:lnTo>
                  <a:lnTo>
                    <a:pt x="30728" y="23062"/>
                  </a:lnTo>
                  <a:lnTo>
                    <a:pt x="19037" y="23062"/>
                  </a:lnTo>
                  <a:lnTo>
                    <a:pt x="19037" y="23062"/>
                  </a:lnTo>
                  <a:lnTo>
                    <a:pt x="19037" y="23254"/>
                  </a:lnTo>
                  <a:lnTo>
                    <a:pt x="19037" y="23254"/>
                  </a:lnTo>
                  <a:lnTo>
                    <a:pt x="30792" y="23254"/>
                  </a:lnTo>
                  <a:lnTo>
                    <a:pt x="30792" y="23254"/>
                  </a:lnTo>
                  <a:lnTo>
                    <a:pt x="30920" y="23509"/>
                  </a:lnTo>
                  <a:lnTo>
                    <a:pt x="31175" y="23701"/>
                  </a:lnTo>
                  <a:lnTo>
                    <a:pt x="31431" y="23829"/>
                  </a:lnTo>
                  <a:lnTo>
                    <a:pt x="31750" y="23893"/>
                  </a:lnTo>
                  <a:lnTo>
                    <a:pt x="31750" y="23893"/>
                  </a:lnTo>
                  <a:lnTo>
                    <a:pt x="32069" y="23829"/>
                  </a:lnTo>
                  <a:lnTo>
                    <a:pt x="37499" y="33284"/>
                  </a:lnTo>
                  <a:lnTo>
                    <a:pt x="37499" y="33284"/>
                  </a:lnTo>
                  <a:lnTo>
                    <a:pt x="37308" y="33411"/>
                  </a:lnTo>
                  <a:lnTo>
                    <a:pt x="37180" y="33667"/>
                  </a:lnTo>
                  <a:lnTo>
                    <a:pt x="37116" y="33858"/>
                  </a:lnTo>
                  <a:lnTo>
                    <a:pt x="37052" y="34178"/>
                  </a:lnTo>
                  <a:lnTo>
                    <a:pt x="37052" y="34178"/>
                  </a:lnTo>
                  <a:lnTo>
                    <a:pt x="37116" y="34433"/>
                  </a:lnTo>
                  <a:lnTo>
                    <a:pt x="37180" y="34625"/>
                  </a:lnTo>
                  <a:lnTo>
                    <a:pt x="37308" y="34881"/>
                  </a:lnTo>
                  <a:lnTo>
                    <a:pt x="37499" y="35008"/>
                  </a:lnTo>
                  <a:lnTo>
                    <a:pt x="32580" y="43633"/>
                  </a:lnTo>
                  <a:lnTo>
                    <a:pt x="32261" y="44144"/>
                  </a:lnTo>
                  <a:lnTo>
                    <a:pt x="32261" y="44144"/>
                  </a:lnTo>
                  <a:lnTo>
                    <a:pt x="32006" y="44080"/>
                  </a:lnTo>
                  <a:lnTo>
                    <a:pt x="31750" y="44080"/>
                  </a:lnTo>
                  <a:lnTo>
                    <a:pt x="31750" y="44080"/>
                  </a:lnTo>
                  <a:lnTo>
                    <a:pt x="31558" y="44080"/>
                  </a:lnTo>
                  <a:lnTo>
                    <a:pt x="31367" y="44144"/>
                  </a:lnTo>
                  <a:lnTo>
                    <a:pt x="31047" y="44335"/>
                  </a:lnTo>
                  <a:lnTo>
                    <a:pt x="30792" y="44655"/>
                  </a:lnTo>
                  <a:lnTo>
                    <a:pt x="30728" y="45038"/>
                  </a:lnTo>
                  <a:lnTo>
                    <a:pt x="20059" y="45038"/>
                  </a:lnTo>
                  <a:lnTo>
                    <a:pt x="20059" y="45038"/>
                  </a:lnTo>
                  <a:lnTo>
                    <a:pt x="20059" y="44846"/>
                  </a:lnTo>
                  <a:lnTo>
                    <a:pt x="19995" y="44655"/>
                  </a:lnTo>
                  <a:lnTo>
                    <a:pt x="19868" y="44463"/>
                  </a:lnTo>
                  <a:lnTo>
                    <a:pt x="19740" y="44271"/>
                  </a:lnTo>
                  <a:lnTo>
                    <a:pt x="19612" y="44144"/>
                  </a:lnTo>
                  <a:lnTo>
                    <a:pt x="19421" y="44080"/>
                  </a:lnTo>
                  <a:lnTo>
                    <a:pt x="19229" y="44016"/>
                  </a:lnTo>
                  <a:lnTo>
                    <a:pt x="18973" y="43952"/>
                  </a:lnTo>
                  <a:lnTo>
                    <a:pt x="18973" y="43952"/>
                  </a:lnTo>
                  <a:lnTo>
                    <a:pt x="18782" y="44016"/>
                  </a:lnTo>
                  <a:lnTo>
                    <a:pt x="18526" y="44080"/>
                  </a:lnTo>
                  <a:lnTo>
                    <a:pt x="12777" y="34114"/>
                  </a:lnTo>
                  <a:lnTo>
                    <a:pt x="12585" y="34178"/>
                  </a:lnTo>
                  <a:lnTo>
                    <a:pt x="18398" y="44144"/>
                  </a:lnTo>
                  <a:lnTo>
                    <a:pt x="18398" y="44144"/>
                  </a:lnTo>
                  <a:lnTo>
                    <a:pt x="18207" y="44335"/>
                  </a:lnTo>
                  <a:lnTo>
                    <a:pt x="18015" y="44527"/>
                  </a:lnTo>
                  <a:lnTo>
                    <a:pt x="17951" y="44782"/>
                  </a:lnTo>
                  <a:lnTo>
                    <a:pt x="17887" y="45038"/>
                  </a:lnTo>
                  <a:lnTo>
                    <a:pt x="17887" y="45038"/>
                  </a:lnTo>
                  <a:lnTo>
                    <a:pt x="17951" y="45357"/>
                  </a:lnTo>
                  <a:lnTo>
                    <a:pt x="18079" y="45613"/>
                  </a:lnTo>
                  <a:lnTo>
                    <a:pt x="18207" y="45805"/>
                  </a:lnTo>
                  <a:lnTo>
                    <a:pt x="18462" y="45996"/>
                  </a:lnTo>
                  <a:lnTo>
                    <a:pt x="13224" y="55004"/>
                  </a:lnTo>
                  <a:lnTo>
                    <a:pt x="13224" y="55004"/>
                  </a:lnTo>
                  <a:lnTo>
                    <a:pt x="12841" y="54940"/>
                  </a:lnTo>
                  <a:lnTo>
                    <a:pt x="12841" y="54940"/>
                  </a:lnTo>
                  <a:lnTo>
                    <a:pt x="12649" y="55004"/>
                  </a:lnTo>
                  <a:lnTo>
                    <a:pt x="12457" y="55068"/>
                  </a:lnTo>
                  <a:lnTo>
                    <a:pt x="12266" y="55132"/>
                  </a:lnTo>
                  <a:lnTo>
                    <a:pt x="12074" y="55259"/>
                  </a:lnTo>
                  <a:lnTo>
                    <a:pt x="11946" y="55451"/>
                  </a:lnTo>
                  <a:lnTo>
                    <a:pt x="11882" y="55643"/>
                  </a:lnTo>
                  <a:lnTo>
                    <a:pt x="11818" y="55834"/>
                  </a:lnTo>
                  <a:lnTo>
                    <a:pt x="11755" y="56026"/>
                  </a:lnTo>
                  <a:lnTo>
                    <a:pt x="11755" y="56090"/>
                  </a:lnTo>
                  <a:lnTo>
                    <a:pt x="0" y="56090"/>
                  </a:lnTo>
                  <a:lnTo>
                    <a:pt x="0" y="56281"/>
                  </a:lnTo>
                  <a:lnTo>
                    <a:pt x="11818" y="56281"/>
                  </a:lnTo>
                  <a:lnTo>
                    <a:pt x="11818" y="56281"/>
                  </a:lnTo>
                  <a:lnTo>
                    <a:pt x="11946" y="56601"/>
                  </a:lnTo>
                  <a:lnTo>
                    <a:pt x="12138" y="56856"/>
                  </a:lnTo>
                  <a:lnTo>
                    <a:pt x="12457" y="57048"/>
                  </a:lnTo>
                  <a:lnTo>
                    <a:pt x="12841" y="57112"/>
                  </a:lnTo>
                  <a:lnTo>
                    <a:pt x="12841" y="57112"/>
                  </a:lnTo>
                  <a:lnTo>
                    <a:pt x="13096" y="57112"/>
                  </a:lnTo>
                  <a:lnTo>
                    <a:pt x="18462" y="66311"/>
                  </a:lnTo>
                  <a:lnTo>
                    <a:pt x="18462" y="66311"/>
                  </a:lnTo>
                  <a:lnTo>
                    <a:pt x="18271" y="66503"/>
                  </a:lnTo>
                  <a:lnTo>
                    <a:pt x="18143" y="66694"/>
                  </a:lnTo>
                  <a:lnTo>
                    <a:pt x="18015" y="66950"/>
                  </a:lnTo>
                  <a:lnTo>
                    <a:pt x="18015" y="67205"/>
                  </a:lnTo>
                  <a:lnTo>
                    <a:pt x="18015" y="67205"/>
                  </a:lnTo>
                  <a:lnTo>
                    <a:pt x="18015" y="67397"/>
                  </a:lnTo>
                  <a:lnTo>
                    <a:pt x="18079" y="67589"/>
                  </a:lnTo>
                  <a:lnTo>
                    <a:pt x="18207" y="67780"/>
                  </a:lnTo>
                  <a:lnTo>
                    <a:pt x="18335" y="67972"/>
                  </a:lnTo>
                  <a:lnTo>
                    <a:pt x="18462" y="68100"/>
                  </a:lnTo>
                  <a:lnTo>
                    <a:pt x="18654" y="68164"/>
                  </a:lnTo>
                  <a:lnTo>
                    <a:pt x="18846" y="68228"/>
                  </a:lnTo>
                  <a:lnTo>
                    <a:pt x="19101" y="68291"/>
                  </a:lnTo>
                  <a:lnTo>
                    <a:pt x="19101" y="68291"/>
                  </a:lnTo>
                  <a:lnTo>
                    <a:pt x="19293" y="68228"/>
                  </a:lnTo>
                  <a:lnTo>
                    <a:pt x="19484" y="68228"/>
                  </a:lnTo>
                  <a:lnTo>
                    <a:pt x="19804" y="67972"/>
                  </a:lnTo>
                  <a:lnTo>
                    <a:pt x="20059" y="67653"/>
                  </a:lnTo>
                  <a:lnTo>
                    <a:pt x="20187" y="67269"/>
                  </a:lnTo>
                  <a:lnTo>
                    <a:pt x="30728" y="67269"/>
                  </a:lnTo>
                  <a:lnTo>
                    <a:pt x="30728" y="67269"/>
                  </a:lnTo>
                  <a:lnTo>
                    <a:pt x="30792" y="67653"/>
                  </a:lnTo>
                  <a:lnTo>
                    <a:pt x="31047" y="67972"/>
                  </a:lnTo>
                  <a:lnTo>
                    <a:pt x="31367" y="68228"/>
                  </a:lnTo>
                  <a:lnTo>
                    <a:pt x="31558" y="68228"/>
                  </a:lnTo>
                  <a:lnTo>
                    <a:pt x="31750" y="68291"/>
                  </a:lnTo>
                  <a:lnTo>
                    <a:pt x="31750" y="68291"/>
                  </a:lnTo>
                  <a:lnTo>
                    <a:pt x="32006" y="68228"/>
                  </a:lnTo>
                  <a:lnTo>
                    <a:pt x="32197" y="68164"/>
                  </a:lnTo>
                  <a:lnTo>
                    <a:pt x="37499" y="77363"/>
                  </a:lnTo>
                  <a:lnTo>
                    <a:pt x="37499" y="77363"/>
                  </a:lnTo>
                  <a:lnTo>
                    <a:pt x="37372" y="77491"/>
                  </a:lnTo>
                  <a:lnTo>
                    <a:pt x="37244" y="77746"/>
                  </a:lnTo>
                  <a:lnTo>
                    <a:pt x="37116" y="77938"/>
                  </a:lnTo>
                  <a:lnTo>
                    <a:pt x="37116" y="78193"/>
                  </a:lnTo>
                  <a:lnTo>
                    <a:pt x="37116" y="78193"/>
                  </a:lnTo>
                  <a:lnTo>
                    <a:pt x="37116" y="78449"/>
                  </a:lnTo>
                  <a:lnTo>
                    <a:pt x="37244" y="78704"/>
                  </a:lnTo>
                  <a:lnTo>
                    <a:pt x="37372" y="78896"/>
                  </a:lnTo>
                  <a:lnTo>
                    <a:pt x="37499" y="79088"/>
                  </a:lnTo>
                  <a:lnTo>
                    <a:pt x="35072" y="83240"/>
                  </a:lnTo>
                  <a:lnTo>
                    <a:pt x="31750" y="89117"/>
                  </a:lnTo>
                  <a:lnTo>
                    <a:pt x="19037" y="89117"/>
                  </a:lnTo>
                  <a:lnTo>
                    <a:pt x="19037" y="89309"/>
                  </a:lnTo>
                  <a:lnTo>
                    <a:pt x="31750" y="89309"/>
                  </a:lnTo>
                  <a:lnTo>
                    <a:pt x="37436" y="99211"/>
                  </a:lnTo>
                  <a:lnTo>
                    <a:pt x="37436" y="99211"/>
                  </a:lnTo>
                  <a:lnTo>
                    <a:pt x="37308" y="99339"/>
                  </a:lnTo>
                  <a:lnTo>
                    <a:pt x="37180" y="99530"/>
                  </a:lnTo>
                  <a:lnTo>
                    <a:pt x="37116" y="99722"/>
                  </a:lnTo>
                  <a:lnTo>
                    <a:pt x="37116" y="99977"/>
                  </a:lnTo>
                  <a:lnTo>
                    <a:pt x="37116" y="99977"/>
                  </a:lnTo>
                  <a:lnTo>
                    <a:pt x="37116" y="100169"/>
                  </a:lnTo>
                  <a:lnTo>
                    <a:pt x="37180" y="100361"/>
                  </a:lnTo>
                  <a:lnTo>
                    <a:pt x="37308" y="100552"/>
                  </a:lnTo>
                  <a:lnTo>
                    <a:pt x="37436" y="100744"/>
                  </a:lnTo>
                  <a:lnTo>
                    <a:pt x="37563" y="100872"/>
                  </a:lnTo>
                  <a:lnTo>
                    <a:pt x="37755" y="100936"/>
                  </a:lnTo>
                  <a:lnTo>
                    <a:pt x="37947" y="100999"/>
                  </a:lnTo>
                  <a:lnTo>
                    <a:pt x="38202" y="101063"/>
                  </a:lnTo>
                  <a:lnTo>
                    <a:pt x="38202" y="101063"/>
                  </a:lnTo>
                  <a:lnTo>
                    <a:pt x="38394" y="100999"/>
                  </a:lnTo>
                  <a:lnTo>
                    <a:pt x="38586" y="100936"/>
                  </a:lnTo>
                  <a:lnTo>
                    <a:pt x="38777" y="100872"/>
                  </a:lnTo>
                  <a:lnTo>
                    <a:pt x="38969" y="100744"/>
                  </a:lnTo>
                  <a:lnTo>
                    <a:pt x="39097" y="100552"/>
                  </a:lnTo>
                  <a:lnTo>
                    <a:pt x="39160" y="100361"/>
                  </a:lnTo>
                  <a:lnTo>
                    <a:pt x="39224" y="100169"/>
                  </a:lnTo>
                  <a:lnTo>
                    <a:pt x="39288" y="99977"/>
                  </a:lnTo>
                  <a:lnTo>
                    <a:pt x="39288" y="99977"/>
                  </a:lnTo>
                  <a:lnTo>
                    <a:pt x="39224" y="99722"/>
                  </a:lnTo>
                  <a:lnTo>
                    <a:pt x="39160" y="99530"/>
                  </a:lnTo>
                  <a:lnTo>
                    <a:pt x="39097" y="99339"/>
                  </a:lnTo>
                  <a:lnTo>
                    <a:pt x="38969" y="99211"/>
                  </a:lnTo>
                  <a:lnTo>
                    <a:pt x="38777" y="99083"/>
                  </a:lnTo>
                  <a:lnTo>
                    <a:pt x="38586" y="98955"/>
                  </a:lnTo>
                  <a:lnTo>
                    <a:pt x="38394" y="98891"/>
                  </a:lnTo>
                  <a:lnTo>
                    <a:pt x="38202" y="98891"/>
                  </a:lnTo>
                  <a:lnTo>
                    <a:pt x="38202" y="98891"/>
                  </a:lnTo>
                  <a:lnTo>
                    <a:pt x="37883" y="98955"/>
                  </a:lnTo>
                  <a:lnTo>
                    <a:pt x="37563" y="99083"/>
                  </a:lnTo>
                  <a:lnTo>
                    <a:pt x="31878" y="89181"/>
                  </a:lnTo>
                  <a:lnTo>
                    <a:pt x="34689" y="84326"/>
                  </a:lnTo>
                  <a:lnTo>
                    <a:pt x="37691" y="79151"/>
                  </a:lnTo>
                  <a:lnTo>
                    <a:pt x="37691" y="79151"/>
                  </a:lnTo>
                  <a:lnTo>
                    <a:pt x="37947" y="79279"/>
                  </a:lnTo>
                  <a:lnTo>
                    <a:pt x="38202" y="79279"/>
                  </a:lnTo>
                  <a:lnTo>
                    <a:pt x="38202" y="79279"/>
                  </a:lnTo>
                  <a:lnTo>
                    <a:pt x="38394" y="79279"/>
                  </a:lnTo>
                  <a:lnTo>
                    <a:pt x="38586" y="79215"/>
                  </a:lnTo>
                  <a:lnTo>
                    <a:pt x="38905" y="79024"/>
                  </a:lnTo>
                  <a:lnTo>
                    <a:pt x="39160" y="78704"/>
                  </a:lnTo>
                  <a:lnTo>
                    <a:pt x="39224" y="78321"/>
                  </a:lnTo>
                  <a:lnTo>
                    <a:pt x="49765" y="78321"/>
                  </a:lnTo>
                  <a:lnTo>
                    <a:pt x="49765" y="78321"/>
                  </a:lnTo>
                  <a:lnTo>
                    <a:pt x="49893" y="78704"/>
                  </a:lnTo>
                  <a:lnTo>
                    <a:pt x="50148" y="79024"/>
                  </a:lnTo>
                  <a:lnTo>
                    <a:pt x="50468" y="79215"/>
                  </a:lnTo>
                  <a:lnTo>
                    <a:pt x="50659" y="79279"/>
                  </a:lnTo>
                  <a:lnTo>
                    <a:pt x="50851" y="79279"/>
                  </a:lnTo>
                  <a:lnTo>
                    <a:pt x="50851" y="79279"/>
                  </a:lnTo>
                  <a:lnTo>
                    <a:pt x="51107" y="79279"/>
                  </a:lnTo>
                  <a:lnTo>
                    <a:pt x="51298" y="79151"/>
                  </a:lnTo>
                  <a:lnTo>
                    <a:pt x="56601" y="88415"/>
                  </a:lnTo>
                  <a:lnTo>
                    <a:pt x="56601" y="88415"/>
                  </a:lnTo>
                  <a:lnTo>
                    <a:pt x="56473" y="88542"/>
                  </a:lnTo>
                  <a:lnTo>
                    <a:pt x="56345" y="88734"/>
                  </a:lnTo>
                  <a:lnTo>
                    <a:pt x="56217" y="88989"/>
                  </a:lnTo>
                  <a:lnTo>
                    <a:pt x="56217" y="89245"/>
                  </a:lnTo>
                  <a:lnTo>
                    <a:pt x="56217" y="89245"/>
                  </a:lnTo>
                  <a:lnTo>
                    <a:pt x="56217" y="89437"/>
                  </a:lnTo>
                  <a:lnTo>
                    <a:pt x="56281" y="89692"/>
                  </a:lnTo>
                  <a:lnTo>
                    <a:pt x="56409" y="89820"/>
                  </a:lnTo>
                  <a:lnTo>
                    <a:pt x="56537" y="90012"/>
                  </a:lnTo>
                  <a:lnTo>
                    <a:pt x="56664" y="90139"/>
                  </a:lnTo>
                  <a:lnTo>
                    <a:pt x="56856" y="90267"/>
                  </a:lnTo>
                  <a:lnTo>
                    <a:pt x="57048" y="90331"/>
                  </a:lnTo>
                  <a:lnTo>
                    <a:pt x="57303" y="90331"/>
                  </a:lnTo>
                  <a:lnTo>
                    <a:pt x="57303" y="90331"/>
                  </a:lnTo>
                  <a:lnTo>
                    <a:pt x="57495" y="90331"/>
                  </a:lnTo>
                  <a:lnTo>
                    <a:pt x="57687" y="90267"/>
                  </a:lnTo>
                  <a:lnTo>
                    <a:pt x="57878" y="90139"/>
                  </a:lnTo>
                  <a:lnTo>
                    <a:pt x="58070" y="90012"/>
                  </a:lnTo>
                  <a:lnTo>
                    <a:pt x="58198" y="89820"/>
                  </a:lnTo>
                  <a:lnTo>
                    <a:pt x="58262" y="89692"/>
                  </a:lnTo>
                  <a:lnTo>
                    <a:pt x="58325" y="89437"/>
                  </a:lnTo>
                  <a:lnTo>
                    <a:pt x="58389" y="89245"/>
                  </a:lnTo>
                  <a:lnTo>
                    <a:pt x="58389" y="89245"/>
                  </a:lnTo>
                  <a:lnTo>
                    <a:pt x="58325" y="89053"/>
                  </a:lnTo>
                  <a:lnTo>
                    <a:pt x="58262" y="88798"/>
                  </a:lnTo>
                  <a:lnTo>
                    <a:pt x="58198" y="88670"/>
                  </a:lnTo>
                  <a:lnTo>
                    <a:pt x="58070" y="88478"/>
                  </a:lnTo>
                  <a:lnTo>
                    <a:pt x="57878" y="88351"/>
                  </a:lnTo>
                  <a:lnTo>
                    <a:pt x="57687" y="88223"/>
                  </a:lnTo>
                  <a:lnTo>
                    <a:pt x="57495" y="88159"/>
                  </a:lnTo>
                  <a:lnTo>
                    <a:pt x="57303" y="88159"/>
                  </a:lnTo>
                  <a:lnTo>
                    <a:pt x="57303" y="88159"/>
                  </a:lnTo>
                  <a:lnTo>
                    <a:pt x="57048" y="88223"/>
                  </a:lnTo>
                  <a:lnTo>
                    <a:pt x="56792" y="88287"/>
                  </a:lnTo>
                  <a:lnTo>
                    <a:pt x="51490" y="79088"/>
                  </a:lnTo>
                  <a:lnTo>
                    <a:pt x="51490" y="79088"/>
                  </a:lnTo>
                  <a:lnTo>
                    <a:pt x="51682" y="78896"/>
                  </a:lnTo>
                  <a:lnTo>
                    <a:pt x="51809" y="78704"/>
                  </a:lnTo>
                  <a:lnTo>
                    <a:pt x="51873" y="78449"/>
                  </a:lnTo>
                  <a:lnTo>
                    <a:pt x="51937" y="78193"/>
                  </a:lnTo>
                  <a:lnTo>
                    <a:pt x="51937" y="78193"/>
                  </a:lnTo>
                  <a:lnTo>
                    <a:pt x="51873" y="77938"/>
                  </a:lnTo>
                  <a:lnTo>
                    <a:pt x="51809" y="77682"/>
                  </a:lnTo>
                  <a:lnTo>
                    <a:pt x="51682" y="77491"/>
                  </a:lnTo>
                  <a:lnTo>
                    <a:pt x="51490" y="77299"/>
                  </a:lnTo>
                  <a:lnTo>
                    <a:pt x="56728" y="68228"/>
                  </a:lnTo>
                  <a:lnTo>
                    <a:pt x="56728" y="68228"/>
                  </a:lnTo>
                  <a:lnTo>
                    <a:pt x="56984" y="68355"/>
                  </a:lnTo>
                  <a:lnTo>
                    <a:pt x="57303" y="68419"/>
                  </a:lnTo>
                  <a:lnTo>
                    <a:pt x="57303" y="68419"/>
                  </a:lnTo>
                  <a:lnTo>
                    <a:pt x="57495" y="68355"/>
                  </a:lnTo>
                  <a:lnTo>
                    <a:pt x="57687" y="68291"/>
                  </a:lnTo>
                  <a:lnTo>
                    <a:pt x="57878" y="68228"/>
                  </a:lnTo>
                  <a:lnTo>
                    <a:pt x="58070" y="68100"/>
                  </a:lnTo>
                  <a:lnTo>
                    <a:pt x="58198" y="67908"/>
                  </a:lnTo>
                  <a:lnTo>
                    <a:pt x="58262" y="67716"/>
                  </a:lnTo>
                  <a:lnTo>
                    <a:pt x="58325" y="67525"/>
                  </a:lnTo>
                  <a:lnTo>
                    <a:pt x="58389" y="67333"/>
                  </a:lnTo>
                  <a:lnTo>
                    <a:pt x="58389" y="67269"/>
                  </a:lnTo>
                  <a:lnTo>
                    <a:pt x="68802" y="67269"/>
                  </a:lnTo>
                  <a:lnTo>
                    <a:pt x="68802" y="67333"/>
                  </a:lnTo>
                  <a:lnTo>
                    <a:pt x="68802" y="67333"/>
                  </a:lnTo>
                  <a:lnTo>
                    <a:pt x="68802" y="67525"/>
                  </a:lnTo>
                  <a:lnTo>
                    <a:pt x="68866" y="67716"/>
                  </a:lnTo>
                  <a:lnTo>
                    <a:pt x="68994" y="67908"/>
                  </a:lnTo>
                  <a:lnTo>
                    <a:pt x="69122" y="68100"/>
                  </a:lnTo>
                  <a:lnTo>
                    <a:pt x="69313" y="68228"/>
                  </a:lnTo>
                  <a:lnTo>
                    <a:pt x="69441" y="68291"/>
                  </a:lnTo>
                  <a:lnTo>
                    <a:pt x="69697" y="68355"/>
                  </a:lnTo>
                  <a:lnTo>
                    <a:pt x="69888" y="68419"/>
                  </a:lnTo>
                  <a:lnTo>
                    <a:pt x="69888" y="68419"/>
                  </a:lnTo>
                  <a:lnTo>
                    <a:pt x="70208" y="68355"/>
                  </a:lnTo>
                  <a:lnTo>
                    <a:pt x="70463" y="68228"/>
                  </a:lnTo>
                  <a:lnTo>
                    <a:pt x="75638" y="77235"/>
                  </a:lnTo>
                  <a:lnTo>
                    <a:pt x="75638" y="77235"/>
                  </a:lnTo>
                  <a:lnTo>
                    <a:pt x="75318" y="77363"/>
                  </a:lnTo>
                  <a:lnTo>
                    <a:pt x="75127" y="77618"/>
                  </a:lnTo>
                  <a:lnTo>
                    <a:pt x="74999" y="77874"/>
                  </a:lnTo>
                  <a:lnTo>
                    <a:pt x="74935" y="78193"/>
                  </a:lnTo>
                  <a:lnTo>
                    <a:pt x="74935" y="78193"/>
                  </a:lnTo>
                  <a:lnTo>
                    <a:pt x="74999" y="78513"/>
                  </a:lnTo>
                  <a:lnTo>
                    <a:pt x="75127" y="78832"/>
                  </a:lnTo>
                  <a:lnTo>
                    <a:pt x="75318" y="79024"/>
                  </a:lnTo>
                  <a:lnTo>
                    <a:pt x="75574" y="79215"/>
                  </a:lnTo>
                  <a:lnTo>
                    <a:pt x="70399" y="88223"/>
                  </a:lnTo>
                  <a:lnTo>
                    <a:pt x="70399" y="88223"/>
                  </a:lnTo>
                  <a:lnTo>
                    <a:pt x="70144" y="88159"/>
                  </a:lnTo>
                  <a:lnTo>
                    <a:pt x="70144" y="88159"/>
                  </a:lnTo>
                  <a:lnTo>
                    <a:pt x="69888" y="88159"/>
                  </a:lnTo>
                  <a:lnTo>
                    <a:pt x="69697" y="88223"/>
                  </a:lnTo>
                  <a:lnTo>
                    <a:pt x="69505" y="88351"/>
                  </a:lnTo>
                  <a:lnTo>
                    <a:pt x="69377" y="88478"/>
                  </a:lnTo>
                  <a:lnTo>
                    <a:pt x="69186" y="88670"/>
                  </a:lnTo>
                  <a:lnTo>
                    <a:pt x="69122" y="88798"/>
                  </a:lnTo>
                  <a:lnTo>
                    <a:pt x="69058" y="89053"/>
                  </a:lnTo>
                  <a:lnTo>
                    <a:pt x="69058" y="89245"/>
                  </a:lnTo>
                  <a:lnTo>
                    <a:pt x="69058" y="89245"/>
                  </a:lnTo>
                  <a:lnTo>
                    <a:pt x="69058" y="89437"/>
                  </a:lnTo>
                  <a:lnTo>
                    <a:pt x="69122" y="89692"/>
                  </a:lnTo>
                  <a:lnTo>
                    <a:pt x="69186" y="89820"/>
                  </a:lnTo>
                  <a:lnTo>
                    <a:pt x="69377" y="90012"/>
                  </a:lnTo>
                  <a:lnTo>
                    <a:pt x="69505" y="90139"/>
                  </a:lnTo>
                  <a:lnTo>
                    <a:pt x="69697" y="90267"/>
                  </a:lnTo>
                  <a:lnTo>
                    <a:pt x="69888" y="90331"/>
                  </a:lnTo>
                  <a:lnTo>
                    <a:pt x="70144" y="90331"/>
                  </a:lnTo>
                  <a:lnTo>
                    <a:pt x="70144" y="90331"/>
                  </a:lnTo>
                  <a:lnTo>
                    <a:pt x="70336" y="90331"/>
                  </a:lnTo>
                  <a:lnTo>
                    <a:pt x="70527" y="90267"/>
                  </a:lnTo>
                  <a:lnTo>
                    <a:pt x="70719" y="90139"/>
                  </a:lnTo>
                  <a:lnTo>
                    <a:pt x="70847" y="90012"/>
                  </a:lnTo>
                  <a:lnTo>
                    <a:pt x="71038" y="89820"/>
                  </a:lnTo>
                  <a:lnTo>
                    <a:pt x="71102" y="89692"/>
                  </a:lnTo>
                  <a:lnTo>
                    <a:pt x="71166" y="89437"/>
                  </a:lnTo>
                  <a:lnTo>
                    <a:pt x="71166" y="89245"/>
                  </a:lnTo>
                  <a:lnTo>
                    <a:pt x="71166" y="89245"/>
                  </a:lnTo>
                  <a:lnTo>
                    <a:pt x="71166" y="88926"/>
                  </a:lnTo>
                  <a:lnTo>
                    <a:pt x="71038" y="88670"/>
                  </a:lnTo>
                  <a:lnTo>
                    <a:pt x="70847" y="88415"/>
                  </a:lnTo>
                  <a:lnTo>
                    <a:pt x="70591" y="88287"/>
                  </a:lnTo>
                  <a:lnTo>
                    <a:pt x="75766" y="79279"/>
                  </a:lnTo>
                  <a:lnTo>
                    <a:pt x="75766" y="79279"/>
                  </a:lnTo>
                  <a:lnTo>
                    <a:pt x="76021" y="79279"/>
                  </a:lnTo>
                  <a:lnTo>
                    <a:pt x="76021" y="79279"/>
                  </a:lnTo>
                  <a:lnTo>
                    <a:pt x="76277" y="79279"/>
                  </a:lnTo>
                  <a:lnTo>
                    <a:pt x="76468" y="79215"/>
                  </a:lnTo>
                  <a:lnTo>
                    <a:pt x="76660" y="79088"/>
                  </a:lnTo>
                  <a:lnTo>
                    <a:pt x="76788" y="78960"/>
                  </a:lnTo>
                  <a:lnTo>
                    <a:pt x="76915" y="78832"/>
                  </a:lnTo>
                  <a:lnTo>
                    <a:pt x="77043" y="78640"/>
                  </a:lnTo>
                  <a:lnTo>
                    <a:pt x="77107" y="78449"/>
                  </a:lnTo>
                  <a:lnTo>
                    <a:pt x="77107" y="78193"/>
                  </a:lnTo>
                  <a:lnTo>
                    <a:pt x="77107" y="78193"/>
                  </a:lnTo>
                  <a:lnTo>
                    <a:pt x="77107" y="78002"/>
                  </a:lnTo>
                  <a:lnTo>
                    <a:pt x="77043" y="77810"/>
                  </a:lnTo>
                  <a:lnTo>
                    <a:pt x="76915" y="77618"/>
                  </a:lnTo>
                  <a:lnTo>
                    <a:pt x="76788" y="77427"/>
                  </a:lnTo>
                  <a:lnTo>
                    <a:pt x="76660" y="77299"/>
                  </a:lnTo>
                  <a:lnTo>
                    <a:pt x="76468" y="77235"/>
                  </a:lnTo>
                  <a:lnTo>
                    <a:pt x="76277" y="77171"/>
                  </a:lnTo>
                  <a:lnTo>
                    <a:pt x="76021" y="77107"/>
                  </a:lnTo>
                  <a:lnTo>
                    <a:pt x="76021" y="77107"/>
                  </a:lnTo>
                  <a:lnTo>
                    <a:pt x="75829" y="77171"/>
                  </a:lnTo>
                  <a:lnTo>
                    <a:pt x="70591" y="68164"/>
                  </a:lnTo>
                  <a:lnTo>
                    <a:pt x="70591" y="68164"/>
                  </a:lnTo>
                  <a:lnTo>
                    <a:pt x="70783" y="67972"/>
                  </a:lnTo>
                  <a:lnTo>
                    <a:pt x="70847" y="67780"/>
                  </a:lnTo>
                  <a:lnTo>
                    <a:pt x="70974" y="67589"/>
                  </a:lnTo>
                  <a:lnTo>
                    <a:pt x="70974" y="67333"/>
                  </a:lnTo>
                  <a:lnTo>
                    <a:pt x="70974" y="67333"/>
                  </a:lnTo>
                  <a:lnTo>
                    <a:pt x="70910" y="67078"/>
                  </a:lnTo>
                  <a:lnTo>
                    <a:pt x="70847" y="66822"/>
                  </a:lnTo>
                  <a:lnTo>
                    <a:pt x="70719" y="66567"/>
                  </a:lnTo>
                  <a:lnTo>
                    <a:pt x="70463" y="66439"/>
                  </a:lnTo>
                  <a:lnTo>
                    <a:pt x="75829" y="57176"/>
                  </a:lnTo>
                  <a:lnTo>
                    <a:pt x="75829" y="57176"/>
                  </a:lnTo>
                  <a:lnTo>
                    <a:pt x="76085" y="57240"/>
                  </a:lnTo>
                  <a:lnTo>
                    <a:pt x="76277" y="57240"/>
                  </a:lnTo>
                  <a:lnTo>
                    <a:pt x="76277" y="57240"/>
                  </a:lnTo>
                  <a:lnTo>
                    <a:pt x="76468" y="57240"/>
                  </a:lnTo>
                  <a:lnTo>
                    <a:pt x="76660" y="57176"/>
                  </a:lnTo>
                  <a:lnTo>
                    <a:pt x="77043" y="56984"/>
                  </a:lnTo>
                  <a:lnTo>
                    <a:pt x="77235" y="56665"/>
                  </a:lnTo>
                  <a:lnTo>
                    <a:pt x="77363" y="56281"/>
                  </a:lnTo>
                  <a:lnTo>
                    <a:pt x="87967" y="56281"/>
                  </a:lnTo>
                  <a:lnTo>
                    <a:pt x="87967" y="56281"/>
                  </a:lnTo>
                  <a:lnTo>
                    <a:pt x="88031" y="56665"/>
                  </a:lnTo>
                  <a:lnTo>
                    <a:pt x="88287" y="56984"/>
                  </a:lnTo>
                  <a:lnTo>
                    <a:pt x="88606" y="57176"/>
                  </a:lnTo>
                  <a:lnTo>
                    <a:pt x="88798" y="57240"/>
                  </a:lnTo>
                  <a:lnTo>
                    <a:pt x="88989" y="57240"/>
                  </a:lnTo>
                  <a:lnTo>
                    <a:pt x="88989" y="57240"/>
                  </a:lnTo>
                  <a:lnTo>
                    <a:pt x="89245" y="57240"/>
                  </a:lnTo>
                  <a:lnTo>
                    <a:pt x="89437" y="57176"/>
                  </a:lnTo>
                  <a:lnTo>
                    <a:pt x="89628" y="57048"/>
                  </a:lnTo>
                  <a:lnTo>
                    <a:pt x="89756" y="56920"/>
                  </a:lnTo>
                  <a:lnTo>
                    <a:pt x="89884" y="56792"/>
                  </a:lnTo>
                  <a:lnTo>
                    <a:pt x="90012" y="56601"/>
                  </a:lnTo>
                  <a:lnTo>
                    <a:pt x="90075" y="56409"/>
                  </a:lnTo>
                  <a:lnTo>
                    <a:pt x="90075" y="56154"/>
                  </a:lnTo>
                  <a:lnTo>
                    <a:pt x="90075" y="56154"/>
                  </a:lnTo>
                  <a:lnTo>
                    <a:pt x="90075" y="55898"/>
                  </a:lnTo>
                  <a:lnTo>
                    <a:pt x="89948" y="55643"/>
                  </a:lnTo>
                  <a:lnTo>
                    <a:pt x="89820" y="55451"/>
                  </a:lnTo>
                  <a:lnTo>
                    <a:pt x="89628" y="55323"/>
                  </a:lnTo>
                  <a:lnTo>
                    <a:pt x="94931" y="46060"/>
                  </a:lnTo>
                  <a:lnTo>
                    <a:pt x="94931" y="46060"/>
                  </a:lnTo>
                  <a:lnTo>
                    <a:pt x="95250" y="46188"/>
                  </a:lnTo>
                  <a:lnTo>
                    <a:pt x="95569" y="46252"/>
                  </a:lnTo>
                  <a:lnTo>
                    <a:pt x="95569" y="46252"/>
                  </a:lnTo>
                  <a:lnTo>
                    <a:pt x="95761" y="46252"/>
                  </a:lnTo>
                  <a:lnTo>
                    <a:pt x="95953" y="46188"/>
                  </a:lnTo>
                  <a:lnTo>
                    <a:pt x="96272" y="45932"/>
                  </a:lnTo>
                  <a:lnTo>
                    <a:pt x="96528" y="45677"/>
                  </a:lnTo>
                  <a:lnTo>
                    <a:pt x="96592" y="45230"/>
                  </a:lnTo>
                  <a:lnTo>
                    <a:pt x="106941" y="45230"/>
                  </a:lnTo>
                  <a:lnTo>
                    <a:pt x="106941" y="45230"/>
                  </a:lnTo>
                  <a:lnTo>
                    <a:pt x="107068" y="45677"/>
                  </a:lnTo>
                  <a:lnTo>
                    <a:pt x="107260" y="45932"/>
                  </a:lnTo>
                  <a:lnTo>
                    <a:pt x="107579" y="46188"/>
                  </a:lnTo>
                  <a:lnTo>
                    <a:pt x="107771" y="46252"/>
                  </a:lnTo>
                  <a:lnTo>
                    <a:pt x="108027" y="46252"/>
                  </a:lnTo>
                  <a:lnTo>
                    <a:pt x="108027" y="46252"/>
                  </a:lnTo>
                  <a:lnTo>
                    <a:pt x="108218" y="46252"/>
                  </a:lnTo>
                  <a:lnTo>
                    <a:pt x="108410" y="46188"/>
                  </a:lnTo>
                  <a:lnTo>
                    <a:pt x="108602" y="46060"/>
                  </a:lnTo>
                  <a:lnTo>
                    <a:pt x="108793" y="45932"/>
                  </a:lnTo>
                  <a:lnTo>
                    <a:pt x="108921" y="45741"/>
                  </a:lnTo>
                  <a:lnTo>
                    <a:pt x="108985" y="45613"/>
                  </a:lnTo>
                  <a:lnTo>
                    <a:pt x="109049" y="45357"/>
                  </a:lnTo>
                  <a:lnTo>
                    <a:pt x="109113" y="45166"/>
                  </a:lnTo>
                  <a:lnTo>
                    <a:pt x="109113" y="45166"/>
                  </a:lnTo>
                  <a:lnTo>
                    <a:pt x="109049" y="44974"/>
                  </a:lnTo>
                  <a:lnTo>
                    <a:pt x="108985" y="44719"/>
                  </a:lnTo>
                  <a:lnTo>
                    <a:pt x="108921" y="44527"/>
                  </a:lnTo>
                  <a:lnTo>
                    <a:pt x="108793" y="44399"/>
                  </a:lnTo>
                  <a:lnTo>
                    <a:pt x="108602" y="44271"/>
                  </a:lnTo>
                  <a:lnTo>
                    <a:pt x="108410" y="44144"/>
                  </a:lnTo>
                  <a:lnTo>
                    <a:pt x="108218" y="44080"/>
                  </a:lnTo>
                  <a:lnTo>
                    <a:pt x="108027" y="44080"/>
                  </a:lnTo>
                  <a:lnTo>
                    <a:pt x="108027" y="44080"/>
                  </a:lnTo>
                  <a:lnTo>
                    <a:pt x="107771" y="44080"/>
                  </a:lnTo>
                  <a:lnTo>
                    <a:pt x="107579" y="44144"/>
                  </a:lnTo>
                  <a:lnTo>
                    <a:pt x="107260" y="44335"/>
                  </a:lnTo>
                  <a:lnTo>
                    <a:pt x="107068" y="44655"/>
                  </a:lnTo>
                  <a:lnTo>
                    <a:pt x="106941" y="45038"/>
                  </a:lnTo>
                  <a:lnTo>
                    <a:pt x="96592" y="45038"/>
                  </a:lnTo>
                  <a:lnTo>
                    <a:pt x="96592" y="45038"/>
                  </a:lnTo>
                  <a:lnTo>
                    <a:pt x="96528" y="44655"/>
                  </a:lnTo>
                  <a:lnTo>
                    <a:pt x="96272" y="44335"/>
                  </a:lnTo>
                  <a:lnTo>
                    <a:pt x="95953" y="44144"/>
                  </a:lnTo>
                  <a:lnTo>
                    <a:pt x="95761" y="44080"/>
                  </a:lnTo>
                  <a:lnTo>
                    <a:pt x="95569" y="44080"/>
                  </a:lnTo>
                  <a:lnTo>
                    <a:pt x="95569" y="44080"/>
                  </a:lnTo>
                  <a:lnTo>
                    <a:pt x="95250" y="44144"/>
                  </a:lnTo>
                  <a:lnTo>
                    <a:pt x="94931" y="44271"/>
                  </a:lnTo>
                  <a:lnTo>
                    <a:pt x="89628" y="35008"/>
                  </a:lnTo>
                  <a:lnTo>
                    <a:pt x="89628" y="35008"/>
                  </a:lnTo>
                  <a:lnTo>
                    <a:pt x="89820" y="34881"/>
                  </a:lnTo>
                  <a:lnTo>
                    <a:pt x="89948" y="34625"/>
                  </a:lnTo>
                  <a:lnTo>
                    <a:pt x="90075" y="34433"/>
                  </a:lnTo>
                  <a:lnTo>
                    <a:pt x="90075" y="34178"/>
                  </a:lnTo>
                  <a:lnTo>
                    <a:pt x="90075" y="34178"/>
                  </a:lnTo>
                  <a:lnTo>
                    <a:pt x="90075" y="33858"/>
                  </a:lnTo>
                  <a:lnTo>
                    <a:pt x="89948" y="33667"/>
                  </a:lnTo>
                  <a:lnTo>
                    <a:pt x="89820" y="33411"/>
                  </a:lnTo>
                  <a:lnTo>
                    <a:pt x="89628" y="33284"/>
                  </a:lnTo>
                  <a:lnTo>
                    <a:pt x="90395" y="31942"/>
                  </a:lnTo>
                  <a:lnTo>
                    <a:pt x="94931" y="24021"/>
                  </a:lnTo>
                  <a:lnTo>
                    <a:pt x="94931" y="24021"/>
                  </a:lnTo>
                  <a:lnTo>
                    <a:pt x="95250" y="24148"/>
                  </a:lnTo>
                  <a:lnTo>
                    <a:pt x="95569" y="24212"/>
                  </a:lnTo>
                  <a:lnTo>
                    <a:pt x="95569" y="24212"/>
                  </a:lnTo>
                  <a:lnTo>
                    <a:pt x="95761" y="24212"/>
                  </a:lnTo>
                  <a:lnTo>
                    <a:pt x="95953" y="24148"/>
                  </a:lnTo>
                  <a:lnTo>
                    <a:pt x="96272" y="23957"/>
                  </a:lnTo>
                  <a:lnTo>
                    <a:pt x="96528" y="23637"/>
                  </a:lnTo>
                  <a:lnTo>
                    <a:pt x="96592" y="23254"/>
                  </a:lnTo>
                  <a:lnTo>
                    <a:pt x="108027" y="23254"/>
                  </a:lnTo>
                  <a:lnTo>
                    <a:pt x="113840" y="33284"/>
                  </a:lnTo>
                  <a:lnTo>
                    <a:pt x="113840" y="33284"/>
                  </a:lnTo>
                  <a:lnTo>
                    <a:pt x="113648" y="33411"/>
                  </a:lnTo>
                  <a:lnTo>
                    <a:pt x="113521" y="33667"/>
                  </a:lnTo>
                  <a:lnTo>
                    <a:pt x="113393" y="33858"/>
                  </a:lnTo>
                  <a:lnTo>
                    <a:pt x="113393" y="34178"/>
                  </a:lnTo>
                  <a:lnTo>
                    <a:pt x="113393" y="34178"/>
                  </a:lnTo>
                  <a:lnTo>
                    <a:pt x="113393" y="34370"/>
                  </a:lnTo>
                  <a:lnTo>
                    <a:pt x="113457" y="34561"/>
                  </a:lnTo>
                  <a:lnTo>
                    <a:pt x="113585" y="34753"/>
                  </a:lnTo>
                  <a:lnTo>
                    <a:pt x="113712" y="34881"/>
                  </a:lnTo>
                  <a:lnTo>
                    <a:pt x="113840" y="35072"/>
                  </a:lnTo>
                  <a:lnTo>
                    <a:pt x="114032" y="35136"/>
                  </a:lnTo>
                  <a:lnTo>
                    <a:pt x="114223" y="35200"/>
                  </a:lnTo>
                  <a:lnTo>
                    <a:pt x="114479" y="35200"/>
                  </a:lnTo>
                  <a:lnTo>
                    <a:pt x="114479" y="35200"/>
                  </a:lnTo>
                  <a:lnTo>
                    <a:pt x="114671" y="35200"/>
                  </a:lnTo>
                  <a:lnTo>
                    <a:pt x="114862" y="35136"/>
                  </a:lnTo>
                  <a:lnTo>
                    <a:pt x="115054" y="35072"/>
                  </a:lnTo>
                  <a:lnTo>
                    <a:pt x="115245" y="34881"/>
                  </a:lnTo>
                  <a:lnTo>
                    <a:pt x="115373" y="34753"/>
                  </a:lnTo>
                  <a:lnTo>
                    <a:pt x="115437" y="34561"/>
                  </a:lnTo>
                  <a:lnTo>
                    <a:pt x="115501" y="34370"/>
                  </a:lnTo>
                  <a:lnTo>
                    <a:pt x="115501" y="34178"/>
                  </a:lnTo>
                  <a:lnTo>
                    <a:pt x="115501" y="34178"/>
                  </a:lnTo>
                  <a:lnTo>
                    <a:pt x="115501" y="33922"/>
                  </a:lnTo>
                  <a:lnTo>
                    <a:pt x="115437" y="33731"/>
                  </a:lnTo>
                  <a:lnTo>
                    <a:pt x="115373" y="33539"/>
                  </a:lnTo>
                  <a:lnTo>
                    <a:pt x="115245" y="33411"/>
                  </a:lnTo>
                  <a:lnTo>
                    <a:pt x="115054" y="33220"/>
                  </a:lnTo>
                  <a:lnTo>
                    <a:pt x="114862" y="33156"/>
                  </a:lnTo>
                  <a:lnTo>
                    <a:pt x="114671" y="33092"/>
                  </a:lnTo>
                  <a:lnTo>
                    <a:pt x="114479" y="33092"/>
                  </a:lnTo>
                  <a:lnTo>
                    <a:pt x="114479" y="33092"/>
                  </a:lnTo>
                  <a:lnTo>
                    <a:pt x="114223" y="33092"/>
                  </a:lnTo>
                  <a:lnTo>
                    <a:pt x="113968" y="33156"/>
                  </a:lnTo>
                  <a:lnTo>
                    <a:pt x="108154" y="23062"/>
                  </a:lnTo>
                  <a:lnTo>
                    <a:pt x="108154" y="23062"/>
                  </a:lnTo>
                  <a:lnTo>
                    <a:pt x="96592" y="23062"/>
                  </a:lnTo>
                  <a:lnTo>
                    <a:pt x="96592" y="23062"/>
                  </a:lnTo>
                  <a:lnTo>
                    <a:pt x="96528" y="22679"/>
                  </a:lnTo>
                  <a:lnTo>
                    <a:pt x="96272" y="22360"/>
                  </a:lnTo>
                  <a:lnTo>
                    <a:pt x="95953" y="22104"/>
                  </a:lnTo>
                  <a:lnTo>
                    <a:pt x="95761" y="22040"/>
                  </a:lnTo>
                  <a:lnTo>
                    <a:pt x="95569" y="22040"/>
                  </a:lnTo>
                  <a:lnTo>
                    <a:pt x="95569" y="22040"/>
                  </a:lnTo>
                  <a:lnTo>
                    <a:pt x="95250" y="22104"/>
                  </a:lnTo>
                  <a:lnTo>
                    <a:pt x="94931" y="22232"/>
                  </a:lnTo>
                  <a:lnTo>
                    <a:pt x="89628" y="12969"/>
                  </a:lnTo>
                  <a:lnTo>
                    <a:pt x="89628" y="12969"/>
                  </a:lnTo>
                  <a:lnTo>
                    <a:pt x="89820" y="12841"/>
                  </a:lnTo>
                  <a:lnTo>
                    <a:pt x="89948" y="12649"/>
                  </a:lnTo>
                  <a:lnTo>
                    <a:pt x="90075" y="12394"/>
                  </a:lnTo>
                  <a:lnTo>
                    <a:pt x="90075" y="12138"/>
                  </a:lnTo>
                  <a:lnTo>
                    <a:pt x="90075" y="12138"/>
                  </a:lnTo>
                  <a:lnTo>
                    <a:pt x="90075" y="11883"/>
                  </a:lnTo>
                  <a:lnTo>
                    <a:pt x="90012" y="11691"/>
                  </a:lnTo>
                  <a:lnTo>
                    <a:pt x="89884" y="11499"/>
                  </a:lnTo>
                  <a:lnTo>
                    <a:pt x="89756" y="11372"/>
                  </a:lnTo>
                  <a:lnTo>
                    <a:pt x="89628" y="11244"/>
                  </a:lnTo>
                  <a:lnTo>
                    <a:pt x="89437" y="11116"/>
                  </a:lnTo>
                  <a:lnTo>
                    <a:pt x="89245" y="11052"/>
                  </a:lnTo>
                  <a:lnTo>
                    <a:pt x="88989" y="11052"/>
                  </a:lnTo>
                  <a:lnTo>
                    <a:pt x="88989" y="11052"/>
                  </a:lnTo>
                  <a:lnTo>
                    <a:pt x="88798" y="11052"/>
                  </a:lnTo>
                  <a:lnTo>
                    <a:pt x="88606" y="11116"/>
                  </a:lnTo>
                  <a:lnTo>
                    <a:pt x="88287" y="11308"/>
                  </a:lnTo>
                  <a:lnTo>
                    <a:pt x="88031" y="11627"/>
                  </a:lnTo>
                  <a:lnTo>
                    <a:pt x="87967" y="12011"/>
                  </a:lnTo>
                  <a:lnTo>
                    <a:pt x="77363" y="12011"/>
                  </a:lnTo>
                  <a:lnTo>
                    <a:pt x="77363" y="12011"/>
                  </a:lnTo>
                  <a:lnTo>
                    <a:pt x="77235" y="11627"/>
                  </a:lnTo>
                  <a:lnTo>
                    <a:pt x="77043" y="11308"/>
                  </a:lnTo>
                  <a:lnTo>
                    <a:pt x="76660" y="11116"/>
                  </a:lnTo>
                  <a:lnTo>
                    <a:pt x="76468" y="11052"/>
                  </a:lnTo>
                  <a:lnTo>
                    <a:pt x="76277" y="11052"/>
                  </a:lnTo>
                  <a:lnTo>
                    <a:pt x="76277" y="11052"/>
                  </a:lnTo>
                  <a:lnTo>
                    <a:pt x="76085" y="11052"/>
                  </a:lnTo>
                  <a:lnTo>
                    <a:pt x="75829" y="11116"/>
                  </a:lnTo>
                  <a:lnTo>
                    <a:pt x="70527" y="1981"/>
                  </a:lnTo>
                  <a:lnTo>
                    <a:pt x="70527" y="1981"/>
                  </a:lnTo>
                  <a:lnTo>
                    <a:pt x="70719" y="1789"/>
                  </a:lnTo>
                  <a:lnTo>
                    <a:pt x="70910" y="1598"/>
                  </a:lnTo>
                  <a:lnTo>
                    <a:pt x="70974" y="1342"/>
                  </a:lnTo>
                  <a:lnTo>
                    <a:pt x="71038" y="1087"/>
                  </a:lnTo>
                  <a:lnTo>
                    <a:pt x="71038" y="1087"/>
                  </a:lnTo>
                  <a:lnTo>
                    <a:pt x="70974" y="895"/>
                  </a:lnTo>
                  <a:lnTo>
                    <a:pt x="70910" y="703"/>
                  </a:lnTo>
                  <a:lnTo>
                    <a:pt x="70847" y="512"/>
                  </a:lnTo>
                  <a:lnTo>
                    <a:pt x="70719" y="320"/>
                  </a:lnTo>
                  <a:lnTo>
                    <a:pt x="70527" y="192"/>
                  </a:lnTo>
                  <a:lnTo>
                    <a:pt x="70336" y="128"/>
                  </a:lnTo>
                  <a:lnTo>
                    <a:pt x="70144" y="64"/>
                  </a:lnTo>
                  <a:lnTo>
                    <a:pt x="69952" y="1"/>
                  </a:lnTo>
                </a:path>
              </a:pathLst>
            </a:custGeom>
            <a:gradFill>
              <a:gsLst>
                <a:gs pos="0">
                  <a:schemeClr val="lt2"/>
                </a:gs>
                <a:gs pos="100000">
                  <a:schemeClr val="dk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CUSTOM_1">
    <p:spTree>
      <p:nvGrpSpPr>
        <p:cNvPr id="1" name="Shape 2012"/>
        <p:cNvGrpSpPr/>
        <p:nvPr/>
      </p:nvGrpSpPr>
      <p:grpSpPr>
        <a:xfrm>
          <a:off x="0" y="0"/>
          <a:ext cx="0" cy="0"/>
          <a:chOff x="0" y="0"/>
          <a:chExt cx="0" cy="0"/>
        </a:xfrm>
      </p:grpSpPr>
      <p:grpSp>
        <p:nvGrpSpPr>
          <p:cNvPr id="2013" name="Google Shape;2013;p26"/>
          <p:cNvGrpSpPr/>
          <p:nvPr/>
        </p:nvGrpSpPr>
        <p:grpSpPr>
          <a:xfrm flipH="1">
            <a:off x="2820568" y="3607034"/>
            <a:ext cx="2638315" cy="4402295"/>
            <a:chOff x="238125" y="1025750"/>
            <a:chExt cx="844450" cy="1409050"/>
          </a:xfrm>
        </p:grpSpPr>
        <p:sp>
          <p:nvSpPr>
            <p:cNvPr id="2014" name="Google Shape;2014;p26"/>
            <p:cNvSpPr/>
            <p:nvPr/>
          </p:nvSpPr>
          <p:spPr>
            <a:xfrm>
              <a:off x="1028550" y="1271875"/>
              <a:ext cx="54025" cy="1162925"/>
            </a:xfrm>
            <a:custGeom>
              <a:avLst/>
              <a:gdLst/>
              <a:ahLst/>
              <a:cxnLst/>
              <a:rect l="l" t="t" r="r" b="b"/>
              <a:pathLst>
                <a:path w="2161" h="46517" extrusionOk="0">
                  <a:moveTo>
                    <a:pt x="159" y="1"/>
                  </a:moveTo>
                  <a:lnTo>
                    <a:pt x="100" y="21"/>
                  </a:lnTo>
                  <a:lnTo>
                    <a:pt x="41" y="60"/>
                  </a:lnTo>
                  <a:lnTo>
                    <a:pt x="1" y="100"/>
                  </a:lnTo>
                  <a:lnTo>
                    <a:pt x="1" y="179"/>
                  </a:lnTo>
                  <a:lnTo>
                    <a:pt x="1" y="219"/>
                  </a:lnTo>
                  <a:lnTo>
                    <a:pt x="41" y="278"/>
                  </a:lnTo>
                  <a:lnTo>
                    <a:pt x="80" y="298"/>
                  </a:lnTo>
                  <a:lnTo>
                    <a:pt x="120" y="338"/>
                  </a:lnTo>
                  <a:lnTo>
                    <a:pt x="120" y="4478"/>
                  </a:lnTo>
                  <a:lnTo>
                    <a:pt x="2081" y="6439"/>
                  </a:lnTo>
                  <a:lnTo>
                    <a:pt x="2081" y="46516"/>
                  </a:lnTo>
                  <a:lnTo>
                    <a:pt x="2160" y="46516"/>
                  </a:lnTo>
                  <a:lnTo>
                    <a:pt x="2160" y="6400"/>
                  </a:lnTo>
                  <a:lnTo>
                    <a:pt x="199" y="4438"/>
                  </a:lnTo>
                  <a:lnTo>
                    <a:pt x="199" y="338"/>
                  </a:lnTo>
                  <a:lnTo>
                    <a:pt x="258" y="298"/>
                  </a:lnTo>
                  <a:lnTo>
                    <a:pt x="298" y="278"/>
                  </a:lnTo>
                  <a:lnTo>
                    <a:pt x="318" y="219"/>
                  </a:lnTo>
                  <a:lnTo>
                    <a:pt x="338" y="179"/>
                  </a:lnTo>
                  <a:lnTo>
                    <a:pt x="318" y="100"/>
                  </a:lnTo>
                  <a:lnTo>
                    <a:pt x="278" y="60"/>
                  </a:lnTo>
                  <a:lnTo>
                    <a:pt x="239" y="21"/>
                  </a:lnTo>
                  <a:lnTo>
                    <a:pt x="159"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26"/>
            <p:cNvSpPr/>
            <p:nvPr/>
          </p:nvSpPr>
          <p:spPr>
            <a:xfrm>
              <a:off x="1028550" y="1271875"/>
              <a:ext cx="54025" cy="1162925"/>
            </a:xfrm>
            <a:custGeom>
              <a:avLst/>
              <a:gdLst/>
              <a:ahLst/>
              <a:cxnLst/>
              <a:rect l="l" t="t" r="r" b="b"/>
              <a:pathLst>
                <a:path w="2161" h="46517" fill="none" extrusionOk="0">
                  <a:moveTo>
                    <a:pt x="159" y="1"/>
                  </a:moveTo>
                  <a:lnTo>
                    <a:pt x="159" y="1"/>
                  </a:lnTo>
                  <a:lnTo>
                    <a:pt x="100" y="21"/>
                  </a:lnTo>
                  <a:lnTo>
                    <a:pt x="41" y="60"/>
                  </a:lnTo>
                  <a:lnTo>
                    <a:pt x="1" y="100"/>
                  </a:lnTo>
                  <a:lnTo>
                    <a:pt x="1" y="179"/>
                  </a:lnTo>
                  <a:lnTo>
                    <a:pt x="1" y="179"/>
                  </a:lnTo>
                  <a:lnTo>
                    <a:pt x="1" y="219"/>
                  </a:lnTo>
                  <a:lnTo>
                    <a:pt x="41" y="278"/>
                  </a:lnTo>
                  <a:lnTo>
                    <a:pt x="80" y="298"/>
                  </a:lnTo>
                  <a:lnTo>
                    <a:pt x="120" y="338"/>
                  </a:lnTo>
                  <a:lnTo>
                    <a:pt x="120" y="4478"/>
                  </a:lnTo>
                  <a:lnTo>
                    <a:pt x="2081" y="6439"/>
                  </a:lnTo>
                  <a:lnTo>
                    <a:pt x="2081" y="46516"/>
                  </a:lnTo>
                  <a:lnTo>
                    <a:pt x="2160" y="46516"/>
                  </a:lnTo>
                  <a:lnTo>
                    <a:pt x="2160" y="6400"/>
                  </a:lnTo>
                  <a:lnTo>
                    <a:pt x="199" y="4438"/>
                  </a:lnTo>
                  <a:lnTo>
                    <a:pt x="199" y="338"/>
                  </a:lnTo>
                  <a:lnTo>
                    <a:pt x="199" y="338"/>
                  </a:lnTo>
                  <a:lnTo>
                    <a:pt x="258" y="298"/>
                  </a:lnTo>
                  <a:lnTo>
                    <a:pt x="298" y="278"/>
                  </a:lnTo>
                  <a:lnTo>
                    <a:pt x="318" y="219"/>
                  </a:lnTo>
                  <a:lnTo>
                    <a:pt x="338" y="179"/>
                  </a:lnTo>
                  <a:lnTo>
                    <a:pt x="338" y="179"/>
                  </a:lnTo>
                  <a:lnTo>
                    <a:pt x="318" y="100"/>
                  </a:lnTo>
                  <a:lnTo>
                    <a:pt x="278" y="60"/>
                  </a:lnTo>
                  <a:lnTo>
                    <a:pt x="239" y="21"/>
                  </a:lnTo>
                  <a:lnTo>
                    <a:pt x="159"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26"/>
            <p:cNvSpPr/>
            <p:nvPr/>
          </p:nvSpPr>
          <p:spPr>
            <a:xfrm>
              <a:off x="333700" y="1515050"/>
              <a:ext cx="54500" cy="919750"/>
            </a:xfrm>
            <a:custGeom>
              <a:avLst/>
              <a:gdLst/>
              <a:ahLst/>
              <a:cxnLst/>
              <a:rect l="l" t="t" r="r" b="b"/>
              <a:pathLst>
                <a:path w="2180" h="36790" extrusionOk="0">
                  <a:moveTo>
                    <a:pt x="2021" y="1"/>
                  </a:moveTo>
                  <a:lnTo>
                    <a:pt x="1942" y="21"/>
                  </a:lnTo>
                  <a:lnTo>
                    <a:pt x="1902" y="60"/>
                  </a:lnTo>
                  <a:lnTo>
                    <a:pt x="1863" y="100"/>
                  </a:lnTo>
                  <a:lnTo>
                    <a:pt x="1843" y="179"/>
                  </a:lnTo>
                  <a:lnTo>
                    <a:pt x="1863" y="239"/>
                  </a:lnTo>
                  <a:lnTo>
                    <a:pt x="1882" y="278"/>
                  </a:lnTo>
                  <a:lnTo>
                    <a:pt x="1922" y="318"/>
                  </a:lnTo>
                  <a:lnTo>
                    <a:pt x="1962" y="338"/>
                  </a:lnTo>
                  <a:lnTo>
                    <a:pt x="1962" y="4458"/>
                  </a:lnTo>
                  <a:lnTo>
                    <a:pt x="0" y="6420"/>
                  </a:lnTo>
                  <a:lnTo>
                    <a:pt x="0" y="36789"/>
                  </a:lnTo>
                  <a:lnTo>
                    <a:pt x="100" y="36789"/>
                  </a:lnTo>
                  <a:lnTo>
                    <a:pt x="100" y="6439"/>
                  </a:lnTo>
                  <a:lnTo>
                    <a:pt x="2061" y="4478"/>
                  </a:lnTo>
                  <a:lnTo>
                    <a:pt x="2061" y="338"/>
                  </a:lnTo>
                  <a:lnTo>
                    <a:pt x="2100" y="318"/>
                  </a:lnTo>
                  <a:lnTo>
                    <a:pt x="2140" y="278"/>
                  </a:lnTo>
                  <a:lnTo>
                    <a:pt x="2180" y="239"/>
                  </a:lnTo>
                  <a:lnTo>
                    <a:pt x="2180" y="179"/>
                  </a:lnTo>
                  <a:lnTo>
                    <a:pt x="2160" y="120"/>
                  </a:lnTo>
                  <a:lnTo>
                    <a:pt x="2140" y="60"/>
                  </a:lnTo>
                  <a:lnTo>
                    <a:pt x="2081" y="21"/>
                  </a:lnTo>
                  <a:lnTo>
                    <a:pt x="2021"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26"/>
            <p:cNvSpPr/>
            <p:nvPr/>
          </p:nvSpPr>
          <p:spPr>
            <a:xfrm>
              <a:off x="333700" y="1515050"/>
              <a:ext cx="54500" cy="919750"/>
            </a:xfrm>
            <a:custGeom>
              <a:avLst/>
              <a:gdLst/>
              <a:ahLst/>
              <a:cxnLst/>
              <a:rect l="l" t="t" r="r" b="b"/>
              <a:pathLst>
                <a:path w="2180" h="36790" fill="none" extrusionOk="0">
                  <a:moveTo>
                    <a:pt x="2021" y="1"/>
                  </a:moveTo>
                  <a:lnTo>
                    <a:pt x="2021" y="1"/>
                  </a:lnTo>
                  <a:lnTo>
                    <a:pt x="1942" y="21"/>
                  </a:lnTo>
                  <a:lnTo>
                    <a:pt x="1902" y="60"/>
                  </a:lnTo>
                  <a:lnTo>
                    <a:pt x="1863" y="100"/>
                  </a:lnTo>
                  <a:lnTo>
                    <a:pt x="1843" y="179"/>
                  </a:lnTo>
                  <a:lnTo>
                    <a:pt x="1843" y="179"/>
                  </a:lnTo>
                  <a:lnTo>
                    <a:pt x="1863" y="239"/>
                  </a:lnTo>
                  <a:lnTo>
                    <a:pt x="1882" y="278"/>
                  </a:lnTo>
                  <a:lnTo>
                    <a:pt x="1922" y="318"/>
                  </a:lnTo>
                  <a:lnTo>
                    <a:pt x="1962" y="338"/>
                  </a:lnTo>
                  <a:lnTo>
                    <a:pt x="1962" y="4458"/>
                  </a:lnTo>
                  <a:lnTo>
                    <a:pt x="0" y="6420"/>
                  </a:lnTo>
                  <a:lnTo>
                    <a:pt x="0" y="36789"/>
                  </a:lnTo>
                  <a:lnTo>
                    <a:pt x="100" y="36789"/>
                  </a:lnTo>
                  <a:lnTo>
                    <a:pt x="100" y="6439"/>
                  </a:lnTo>
                  <a:lnTo>
                    <a:pt x="2061" y="4478"/>
                  </a:lnTo>
                  <a:lnTo>
                    <a:pt x="2061" y="338"/>
                  </a:lnTo>
                  <a:lnTo>
                    <a:pt x="2061" y="338"/>
                  </a:lnTo>
                  <a:lnTo>
                    <a:pt x="2100" y="318"/>
                  </a:lnTo>
                  <a:lnTo>
                    <a:pt x="2140" y="278"/>
                  </a:lnTo>
                  <a:lnTo>
                    <a:pt x="2180" y="239"/>
                  </a:lnTo>
                  <a:lnTo>
                    <a:pt x="2180" y="179"/>
                  </a:lnTo>
                  <a:lnTo>
                    <a:pt x="2180" y="179"/>
                  </a:lnTo>
                  <a:lnTo>
                    <a:pt x="2160" y="120"/>
                  </a:lnTo>
                  <a:lnTo>
                    <a:pt x="2140" y="60"/>
                  </a:lnTo>
                  <a:lnTo>
                    <a:pt x="2081" y="21"/>
                  </a:lnTo>
                  <a:lnTo>
                    <a:pt x="2021"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26"/>
            <p:cNvSpPr/>
            <p:nvPr/>
          </p:nvSpPr>
          <p:spPr>
            <a:xfrm>
              <a:off x="238125" y="1088150"/>
              <a:ext cx="76275" cy="1346650"/>
            </a:xfrm>
            <a:custGeom>
              <a:avLst/>
              <a:gdLst/>
              <a:ahLst/>
              <a:cxnLst/>
              <a:rect l="l" t="t" r="r" b="b"/>
              <a:pathLst>
                <a:path w="3051" h="53866" extrusionOk="0">
                  <a:moveTo>
                    <a:pt x="1525" y="0"/>
                  </a:moveTo>
                  <a:lnTo>
                    <a:pt x="1466" y="20"/>
                  </a:lnTo>
                  <a:lnTo>
                    <a:pt x="1407" y="60"/>
                  </a:lnTo>
                  <a:lnTo>
                    <a:pt x="1367" y="119"/>
                  </a:lnTo>
                  <a:lnTo>
                    <a:pt x="1367" y="178"/>
                  </a:lnTo>
                  <a:lnTo>
                    <a:pt x="1367" y="238"/>
                  </a:lnTo>
                  <a:lnTo>
                    <a:pt x="1407" y="277"/>
                  </a:lnTo>
                  <a:lnTo>
                    <a:pt x="1446" y="317"/>
                  </a:lnTo>
                  <a:lnTo>
                    <a:pt x="1506" y="337"/>
                  </a:lnTo>
                  <a:lnTo>
                    <a:pt x="1506" y="19731"/>
                  </a:lnTo>
                  <a:lnTo>
                    <a:pt x="198" y="21039"/>
                  </a:lnTo>
                  <a:lnTo>
                    <a:pt x="198" y="5488"/>
                  </a:lnTo>
                  <a:lnTo>
                    <a:pt x="258" y="5468"/>
                  </a:lnTo>
                  <a:lnTo>
                    <a:pt x="297" y="5428"/>
                  </a:lnTo>
                  <a:lnTo>
                    <a:pt x="317" y="5389"/>
                  </a:lnTo>
                  <a:lnTo>
                    <a:pt x="317" y="5329"/>
                  </a:lnTo>
                  <a:lnTo>
                    <a:pt x="317" y="5270"/>
                  </a:lnTo>
                  <a:lnTo>
                    <a:pt x="277" y="5210"/>
                  </a:lnTo>
                  <a:lnTo>
                    <a:pt x="218" y="5171"/>
                  </a:lnTo>
                  <a:lnTo>
                    <a:pt x="99" y="5171"/>
                  </a:lnTo>
                  <a:lnTo>
                    <a:pt x="40" y="5210"/>
                  </a:lnTo>
                  <a:lnTo>
                    <a:pt x="0" y="5270"/>
                  </a:lnTo>
                  <a:lnTo>
                    <a:pt x="0" y="5329"/>
                  </a:lnTo>
                  <a:lnTo>
                    <a:pt x="0" y="5389"/>
                  </a:lnTo>
                  <a:lnTo>
                    <a:pt x="20" y="5428"/>
                  </a:lnTo>
                  <a:lnTo>
                    <a:pt x="59" y="5468"/>
                  </a:lnTo>
                  <a:lnTo>
                    <a:pt x="119" y="5488"/>
                  </a:lnTo>
                  <a:lnTo>
                    <a:pt x="119" y="33975"/>
                  </a:lnTo>
                  <a:lnTo>
                    <a:pt x="1882" y="35738"/>
                  </a:lnTo>
                  <a:lnTo>
                    <a:pt x="1882" y="53865"/>
                  </a:lnTo>
                  <a:lnTo>
                    <a:pt x="1961" y="53865"/>
                  </a:lnTo>
                  <a:lnTo>
                    <a:pt x="1961" y="35719"/>
                  </a:lnTo>
                  <a:lnTo>
                    <a:pt x="198" y="33936"/>
                  </a:lnTo>
                  <a:lnTo>
                    <a:pt x="198" y="30370"/>
                  </a:lnTo>
                  <a:lnTo>
                    <a:pt x="1466" y="29102"/>
                  </a:lnTo>
                  <a:lnTo>
                    <a:pt x="1506" y="29102"/>
                  </a:lnTo>
                  <a:lnTo>
                    <a:pt x="1545" y="29122"/>
                  </a:lnTo>
                  <a:lnTo>
                    <a:pt x="1624" y="29102"/>
                  </a:lnTo>
                  <a:lnTo>
                    <a:pt x="1664" y="29062"/>
                  </a:lnTo>
                  <a:lnTo>
                    <a:pt x="1704" y="29023"/>
                  </a:lnTo>
                  <a:lnTo>
                    <a:pt x="1724" y="28943"/>
                  </a:lnTo>
                  <a:lnTo>
                    <a:pt x="1704" y="28884"/>
                  </a:lnTo>
                  <a:lnTo>
                    <a:pt x="1664" y="28825"/>
                  </a:lnTo>
                  <a:lnTo>
                    <a:pt x="1624" y="28805"/>
                  </a:lnTo>
                  <a:lnTo>
                    <a:pt x="1545" y="28785"/>
                  </a:lnTo>
                  <a:lnTo>
                    <a:pt x="1486" y="28805"/>
                  </a:lnTo>
                  <a:lnTo>
                    <a:pt x="1426" y="28825"/>
                  </a:lnTo>
                  <a:lnTo>
                    <a:pt x="1407" y="28884"/>
                  </a:lnTo>
                  <a:lnTo>
                    <a:pt x="1387" y="28943"/>
                  </a:lnTo>
                  <a:lnTo>
                    <a:pt x="1387" y="29003"/>
                  </a:lnTo>
                  <a:lnTo>
                    <a:pt x="1407" y="29042"/>
                  </a:lnTo>
                  <a:lnTo>
                    <a:pt x="198" y="30251"/>
                  </a:lnTo>
                  <a:lnTo>
                    <a:pt x="198" y="23119"/>
                  </a:lnTo>
                  <a:lnTo>
                    <a:pt x="2932" y="20385"/>
                  </a:lnTo>
                  <a:lnTo>
                    <a:pt x="2932" y="12481"/>
                  </a:lnTo>
                  <a:lnTo>
                    <a:pt x="2991" y="12461"/>
                  </a:lnTo>
                  <a:lnTo>
                    <a:pt x="3031" y="12421"/>
                  </a:lnTo>
                  <a:lnTo>
                    <a:pt x="3051" y="12382"/>
                  </a:lnTo>
                  <a:lnTo>
                    <a:pt x="3051" y="12322"/>
                  </a:lnTo>
                  <a:lnTo>
                    <a:pt x="3051" y="12263"/>
                  </a:lnTo>
                  <a:lnTo>
                    <a:pt x="3011" y="12203"/>
                  </a:lnTo>
                  <a:lnTo>
                    <a:pt x="2952" y="12164"/>
                  </a:lnTo>
                  <a:lnTo>
                    <a:pt x="2833" y="12164"/>
                  </a:lnTo>
                  <a:lnTo>
                    <a:pt x="2774" y="12203"/>
                  </a:lnTo>
                  <a:lnTo>
                    <a:pt x="2734" y="12263"/>
                  </a:lnTo>
                  <a:lnTo>
                    <a:pt x="2734" y="12322"/>
                  </a:lnTo>
                  <a:lnTo>
                    <a:pt x="2734" y="12382"/>
                  </a:lnTo>
                  <a:lnTo>
                    <a:pt x="2754" y="12421"/>
                  </a:lnTo>
                  <a:lnTo>
                    <a:pt x="2793" y="12461"/>
                  </a:lnTo>
                  <a:lnTo>
                    <a:pt x="2853" y="12481"/>
                  </a:lnTo>
                  <a:lnTo>
                    <a:pt x="2853" y="20346"/>
                  </a:lnTo>
                  <a:lnTo>
                    <a:pt x="198" y="23000"/>
                  </a:lnTo>
                  <a:lnTo>
                    <a:pt x="198" y="21158"/>
                  </a:lnTo>
                  <a:lnTo>
                    <a:pt x="1585" y="19771"/>
                  </a:lnTo>
                  <a:lnTo>
                    <a:pt x="1585" y="337"/>
                  </a:lnTo>
                  <a:lnTo>
                    <a:pt x="1624" y="317"/>
                  </a:lnTo>
                  <a:lnTo>
                    <a:pt x="1664" y="277"/>
                  </a:lnTo>
                  <a:lnTo>
                    <a:pt x="1684" y="238"/>
                  </a:lnTo>
                  <a:lnTo>
                    <a:pt x="1684" y="178"/>
                  </a:lnTo>
                  <a:lnTo>
                    <a:pt x="1684" y="119"/>
                  </a:lnTo>
                  <a:lnTo>
                    <a:pt x="1644" y="60"/>
                  </a:lnTo>
                  <a:lnTo>
                    <a:pt x="1585" y="20"/>
                  </a:lnTo>
                  <a:lnTo>
                    <a:pt x="1525"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26"/>
            <p:cNvSpPr/>
            <p:nvPr/>
          </p:nvSpPr>
          <p:spPr>
            <a:xfrm>
              <a:off x="238125" y="1088150"/>
              <a:ext cx="76275" cy="1346650"/>
            </a:xfrm>
            <a:custGeom>
              <a:avLst/>
              <a:gdLst/>
              <a:ahLst/>
              <a:cxnLst/>
              <a:rect l="l" t="t" r="r" b="b"/>
              <a:pathLst>
                <a:path w="3051" h="53866" fill="none" extrusionOk="0">
                  <a:moveTo>
                    <a:pt x="1525" y="0"/>
                  </a:moveTo>
                  <a:lnTo>
                    <a:pt x="1525" y="0"/>
                  </a:lnTo>
                  <a:lnTo>
                    <a:pt x="1466" y="20"/>
                  </a:lnTo>
                  <a:lnTo>
                    <a:pt x="1407" y="60"/>
                  </a:lnTo>
                  <a:lnTo>
                    <a:pt x="1367" y="119"/>
                  </a:lnTo>
                  <a:lnTo>
                    <a:pt x="1367" y="178"/>
                  </a:lnTo>
                  <a:lnTo>
                    <a:pt x="1367" y="178"/>
                  </a:lnTo>
                  <a:lnTo>
                    <a:pt x="1367" y="238"/>
                  </a:lnTo>
                  <a:lnTo>
                    <a:pt x="1407" y="277"/>
                  </a:lnTo>
                  <a:lnTo>
                    <a:pt x="1446" y="317"/>
                  </a:lnTo>
                  <a:lnTo>
                    <a:pt x="1506" y="337"/>
                  </a:lnTo>
                  <a:lnTo>
                    <a:pt x="1506" y="19731"/>
                  </a:lnTo>
                  <a:lnTo>
                    <a:pt x="198" y="21039"/>
                  </a:lnTo>
                  <a:lnTo>
                    <a:pt x="198" y="5488"/>
                  </a:lnTo>
                  <a:lnTo>
                    <a:pt x="198" y="5488"/>
                  </a:lnTo>
                  <a:lnTo>
                    <a:pt x="258" y="5468"/>
                  </a:lnTo>
                  <a:lnTo>
                    <a:pt x="297" y="5428"/>
                  </a:lnTo>
                  <a:lnTo>
                    <a:pt x="317" y="5389"/>
                  </a:lnTo>
                  <a:lnTo>
                    <a:pt x="317" y="5329"/>
                  </a:lnTo>
                  <a:lnTo>
                    <a:pt x="317" y="5329"/>
                  </a:lnTo>
                  <a:lnTo>
                    <a:pt x="317" y="5270"/>
                  </a:lnTo>
                  <a:lnTo>
                    <a:pt x="277" y="5210"/>
                  </a:lnTo>
                  <a:lnTo>
                    <a:pt x="218" y="5171"/>
                  </a:lnTo>
                  <a:lnTo>
                    <a:pt x="158" y="5171"/>
                  </a:lnTo>
                  <a:lnTo>
                    <a:pt x="158" y="5171"/>
                  </a:lnTo>
                  <a:lnTo>
                    <a:pt x="99" y="5171"/>
                  </a:lnTo>
                  <a:lnTo>
                    <a:pt x="40" y="5210"/>
                  </a:lnTo>
                  <a:lnTo>
                    <a:pt x="0" y="5270"/>
                  </a:lnTo>
                  <a:lnTo>
                    <a:pt x="0" y="5329"/>
                  </a:lnTo>
                  <a:lnTo>
                    <a:pt x="0" y="5329"/>
                  </a:lnTo>
                  <a:lnTo>
                    <a:pt x="0" y="5389"/>
                  </a:lnTo>
                  <a:lnTo>
                    <a:pt x="20" y="5428"/>
                  </a:lnTo>
                  <a:lnTo>
                    <a:pt x="59" y="5468"/>
                  </a:lnTo>
                  <a:lnTo>
                    <a:pt x="119" y="5488"/>
                  </a:lnTo>
                  <a:lnTo>
                    <a:pt x="119" y="33975"/>
                  </a:lnTo>
                  <a:lnTo>
                    <a:pt x="1882" y="35738"/>
                  </a:lnTo>
                  <a:lnTo>
                    <a:pt x="1882" y="53865"/>
                  </a:lnTo>
                  <a:lnTo>
                    <a:pt x="1961" y="53865"/>
                  </a:lnTo>
                  <a:lnTo>
                    <a:pt x="1961" y="35719"/>
                  </a:lnTo>
                  <a:lnTo>
                    <a:pt x="198" y="33936"/>
                  </a:lnTo>
                  <a:lnTo>
                    <a:pt x="198" y="30370"/>
                  </a:lnTo>
                  <a:lnTo>
                    <a:pt x="1466" y="29102"/>
                  </a:lnTo>
                  <a:lnTo>
                    <a:pt x="1466" y="29102"/>
                  </a:lnTo>
                  <a:lnTo>
                    <a:pt x="1506" y="29102"/>
                  </a:lnTo>
                  <a:lnTo>
                    <a:pt x="1545" y="29122"/>
                  </a:lnTo>
                  <a:lnTo>
                    <a:pt x="1545" y="29122"/>
                  </a:lnTo>
                  <a:lnTo>
                    <a:pt x="1624" y="29102"/>
                  </a:lnTo>
                  <a:lnTo>
                    <a:pt x="1664" y="29062"/>
                  </a:lnTo>
                  <a:lnTo>
                    <a:pt x="1704" y="29023"/>
                  </a:lnTo>
                  <a:lnTo>
                    <a:pt x="1724" y="28943"/>
                  </a:lnTo>
                  <a:lnTo>
                    <a:pt x="1724" y="28943"/>
                  </a:lnTo>
                  <a:lnTo>
                    <a:pt x="1704" y="28884"/>
                  </a:lnTo>
                  <a:lnTo>
                    <a:pt x="1664" y="28825"/>
                  </a:lnTo>
                  <a:lnTo>
                    <a:pt x="1624" y="28805"/>
                  </a:lnTo>
                  <a:lnTo>
                    <a:pt x="1545" y="28785"/>
                  </a:lnTo>
                  <a:lnTo>
                    <a:pt x="1545" y="28785"/>
                  </a:lnTo>
                  <a:lnTo>
                    <a:pt x="1486" y="28805"/>
                  </a:lnTo>
                  <a:lnTo>
                    <a:pt x="1426" y="28825"/>
                  </a:lnTo>
                  <a:lnTo>
                    <a:pt x="1407" y="28884"/>
                  </a:lnTo>
                  <a:lnTo>
                    <a:pt x="1387" y="28943"/>
                  </a:lnTo>
                  <a:lnTo>
                    <a:pt x="1387" y="28943"/>
                  </a:lnTo>
                  <a:lnTo>
                    <a:pt x="1387" y="29003"/>
                  </a:lnTo>
                  <a:lnTo>
                    <a:pt x="1407" y="29042"/>
                  </a:lnTo>
                  <a:lnTo>
                    <a:pt x="198" y="30251"/>
                  </a:lnTo>
                  <a:lnTo>
                    <a:pt x="198" y="23119"/>
                  </a:lnTo>
                  <a:lnTo>
                    <a:pt x="2932" y="20385"/>
                  </a:lnTo>
                  <a:lnTo>
                    <a:pt x="2932" y="12481"/>
                  </a:lnTo>
                  <a:lnTo>
                    <a:pt x="2932" y="12481"/>
                  </a:lnTo>
                  <a:lnTo>
                    <a:pt x="2991" y="12461"/>
                  </a:lnTo>
                  <a:lnTo>
                    <a:pt x="3031" y="12421"/>
                  </a:lnTo>
                  <a:lnTo>
                    <a:pt x="3051" y="12382"/>
                  </a:lnTo>
                  <a:lnTo>
                    <a:pt x="3051" y="12322"/>
                  </a:lnTo>
                  <a:lnTo>
                    <a:pt x="3051" y="12322"/>
                  </a:lnTo>
                  <a:lnTo>
                    <a:pt x="3051" y="12263"/>
                  </a:lnTo>
                  <a:lnTo>
                    <a:pt x="3011" y="12203"/>
                  </a:lnTo>
                  <a:lnTo>
                    <a:pt x="2952" y="12164"/>
                  </a:lnTo>
                  <a:lnTo>
                    <a:pt x="2892" y="12164"/>
                  </a:lnTo>
                  <a:lnTo>
                    <a:pt x="2892" y="12164"/>
                  </a:lnTo>
                  <a:lnTo>
                    <a:pt x="2892" y="12164"/>
                  </a:lnTo>
                  <a:lnTo>
                    <a:pt x="2892" y="12164"/>
                  </a:lnTo>
                  <a:lnTo>
                    <a:pt x="2833" y="12164"/>
                  </a:lnTo>
                  <a:lnTo>
                    <a:pt x="2774" y="12203"/>
                  </a:lnTo>
                  <a:lnTo>
                    <a:pt x="2734" y="12263"/>
                  </a:lnTo>
                  <a:lnTo>
                    <a:pt x="2734" y="12322"/>
                  </a:lnTo>
                  <a:lnTo>
                    <a:pt x="2734" y="12322"/>
                  </a:lnTo>
                  <a:lnTo>
                    <a:pt x="2734" y="12382"/>
                  </a:lnTo>
                  <a:lnTo>
                    <a:pt x="2754" y="12421"/>
                  </a:lnTo>
                  <a:lnTo>
                    <a:pt x="2793" y="12461"/>
                  </a:lnTo>
                  <a:lnTo>
                    <a:pt x="2853" y="12481"/>
                  </a:lnTo>
                  <a:lnTo>
                    <a:pt x="2853" y="20346"/>
                  </a:lnTo>
                  <a:lnTo>
                    <a:pt x="198" y="23000"/>
                  </a:lnTo>
                  <a:lnTo>
                    <a:pt x="198" y="21158"/>
                  </a:lnTo>
                  <a:lnTo>
                    <a:pt x="1585" y="19771"/>
                  </a:lnTo>
                  <a:lnTo>
                    <a:pt x="1585" y="337"/>
                  </a:lnTo>
                  <a:lnTo>
                    <a:pt x="1585" y="337"/>
                  </a:lnTo>
                  <a:lnTo>
                    <a:pt x="1624" y="317"/>
                  </a:lnTo>
                  <a:lnTo>
                    <a:pt x="1664" y="277"/>
                  </a:lnTo>
                  <a:lnTo>
                    <a:pt x="1684" y="238"/>
                  </a:lnTo>
                  <a:lnTo>
                    <a:pt x="1684" y="178"/>
                  </a:lnTo>
                  <a:lnTo>
                    <a:pt x="1684" y="178"/>
                  </a:lnTo>
                  <a:lnTo>
                    <a:pt x="1684" y="119"/>
                  </a:lnTo>
                  <a:lnTo>
                    <a:pt x="1644" y="60"/>
                  </a:lnTo>
                  <a:lnTo>
                    <a:pt x="1585" y="20"/>
                  </a:lnTo>
                  <a:lnTo>
                    <a:pt x="1525"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26"/>
            <p:cNvSpPr/>
            <p:nvPr/>
          </p:nvSpPr>
          <p:spPr>
            <a:xfrm>
              <a:off x="979525" y="1078725"/>
              <a:ext cx="54025" cy="1356075"/>
            </a:xfrm>
            <a:custGeom>
              <a:avLst/>
              <a:gdLst/>
              <a:ahLst/>
              <a:cxnLst/>
              <a:rect l="l" t="t" r="r" b="b"/>
              <a:pathLst>
                <a:path w="2161" h="54243" extrusionOk="0">
                  <a:moveTo>
                    <a:pt x="159" y="1"/>
                  </a:moveTo>
                  <a:lnTo>
                    <a:pt x="100" y="21"/>
                  </a:lnTo>
                  <a:lnTo>
                    <a:pt x="40" y="60"/>
                  </a:lnTo>
                  <a:lnTo>
                    <a:pt x="1" y="120"/>
                  </a:lnTo>
                  <a:lnTo>
                    <a:pt x="1" y="179"/>
                  </a:lnTo>
                  <a:lnTo>
                    <a:pt x="1" y="238"/>
                  </a:lnTo>
                  <a:lnTo>
                    <a:pt x="40" y="278"/>
                  </a:lnTo>
                  <a:lnTo>
                    <a:pt x="80" y="318"/>
                  </a:lnTo>
                  <a:lnTo>
                    <a:pt x="120" y="338"/>
                  </a:lnTo>
                  <a:lnTo>
                    <a:pt x="120" y="12996"/>
                  </a:lnTo>
                  <a:lnTo>
                    <a:pt x="2081" y="14958"/>
                  </a:lnTo>
                  <a:lnTo>
                    <a:pt x="2081" y="54242"/>
                  </a:lnTo>
                  <a:lnTo>
                    <a:pt x="2160" y="54242"/>
                  </a:lnTo>
                  <a:lnTo>
                    <a:pt x="2160" y="14938"/>
                  </a:lnTo>
                  <a:lnTo>
                    <a:pt x="199" y="12977"/>
                  </a:lnTo>
                  <a:lnTo>
                    <a:pt x="199" y="338"/>
                  </a:lnTo>
                  <a:lnTo>
                    <a:pt x="258" y="318"/>
                  </a:lnTo>
                  <a:lnTo>
                    <a:pt x="298" y="278"/>
                  </a:lnTo>
                  <a:lnTo>
                    <a:pt x="318" y="238"/>
                  </a:lnTo>
                  <a:lnTo>
                    <a:pt x="337" y="179"/>
                  </a:lnTo>
                  <a:lnTo>
                    <a:pt x="318" y="120"/>
                  </a:lnTo>
                  <a:lnTo>
                    <a:pt x="278" y="60"/>
                  </a:lnTo>
                  <a:lnTo>
                    <a:pt x="219" y="21"/>
                  </a:lnTo>
                  <a:lnTo>
                    <a:pt x="159"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26"/>
            <p:cNvSpPr/>
            <p:nvPr/>
          </p:nvSpPr>
          <p:spPr>
            <a:xfrm>
              <a:off x="979525" y="1078725"/>
              <a:ext cx="54025" cy="1356075"/>
            </a:xfrm>
            <a:custGeom>
              <a:avLst/>
              <a:gdLst/>
              <a:ahLst/>
              <a:cxnLst/>
              <a:rect l="l" t="t" r="r" b="b"/>
              <a:pathLst>
                <a:path w="2161" h="54243" fill="none" extrusionOk="0">
                  <a:moveTo>
                    <a:pt x="159" y="1"/>
                  </a:moveTo>
                  <a:lnTo>
                    <a:pt x="159" y="1"/>
                  </a:lnTo>
                  <a:lnTo>
                    <a:pt x="100" y="21"/>
                  </a:lnTo>
                  <a:lnTo>
                    <a:pt x="40" y="60"/>
                  </a:lnTo>
                  <a:lnTo>
                    <a:pt x="1" y="120"/>
                  </a:lnTo>
                  <a:lnTo>
                    <a:pt x="1" y="179"/>
                  </a:lnTo>
                  <a:lnTo>
                    <a:pt x="1" y="179"/>
                  </a:lnTo>
                  <a:lnTo>
                    <a:pt x="1" y="238"/>
                  </a:lnTo>
                  <a:lnTo>
                    <a:pt x="40" y="278"/>
                  </a:lnTo>
                  <a:lnTo>
                    <a:pt x="80" y="318"/>
                  </a:lnTo>
                  <a:lnTo>
                    <a:pt x="120" y="338"/>
                  </a:lnTo>
                  <a:lnTo>
                    <a:pt x="120" y="12996"/>
                  </a:lnTo>
                  <a:lnTo>
                    <a:pt x="2081" y="14958"/>
                  </a:lnTo>
                  <a:lnTo>
                    <a:pt x="2081" y="54242"/>
                  </a:lnTo>
                  <a:lnTo>
                    <a:pt x="2160" y="54242"/>
                  </a:lnTo>
                  <a:lnTo>
                    <a:pt x="2160" y="14938"/>
                  </a:lnTo>
                  <a:lnTo>
                    <a:pt x="199" y="12977"/>
                  </a:lnTo>
                  <a:lnTo>
                    <a:pt x="199" y="338"/>
                  </a:lnTo>
                  <a:lnTo>
                    <a:pt x="199" y="338"/>
                  </a:lnTo>
                  <a:lnTo>
                    <a:pt x="258" y="318"/>
                  </a:lnTo>
                  <a:lnTo>
                    <a:pt x="298" y="278"/>
                  </a:lnTo>
                  <a:lnTo>
                    <a:pt x="318" y="238"/>
                  </a:lnTo>
                  <a:lnTo>
                    <a:pt x="337" y="179"/>
                  </a:lnTo>
                  <a:lnTo>
                    <a:pt x="337" y="179"/>
                  </a:lnTo>
                  <a:lnTo>
                    <a:pt x="318" y="120"/>
                  </a:lnTo>
                  <a:lnTo>
                    <a:pt x="278" y="60"/>
                  </a:lnTo>
                  <a:lnTo>
                    <a:pt x="219" y="21"/>
                  </a:lnTo>
                  <a:lnTo>
                    <a:pt x="159"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26"/>
            <p:cNvSpPr/>
            <p:nvPr/>
          </p:nvSpPr>
          <p:spPr>
            <a:xfrm>
              <a:off x="1003800" y="1025750"/>
              <a:ext cx="54500" cy="1409050"/>
            </a:xfrm>
            <a:custGeom>
              <a:avLst/>
              <a:gdLst/>
              <a:ahLst/>
              <a:cxnLst/>
              <a:rect l="l" t="t" r="r" b="b"/>
              <a:pathLst>
                <a:path w="2180" h="56362" extrusionOk="0">
                  <a:moveTo>
                    <a:pt x="179" y="0"/>
                  </a:moveTo>
                  <a:lnTo>
                    <a:pt x="99" y="20"/>
                  </a:lnTo>
                  <a:lnTo>
                    <a:pt x="60" y="59"/>
                  </a:lnTo>
                  <a:lnTo>
                    <a:pt x="20" y="119"/>
                  </a:lnTo>
                  <a:lnTo>
                    <a:pt x="0" y="178"/>
                  </a:lnTo>
                  <a:lnTo>
                    <a:pt x="20" y="238"/>
                  </a:lnTo>
                  <a:lnTo>
                    <a:pt x="40" y="277"/>
                  </a:lnTo>
                  <a:lnTo>
                    <a:pt x="80" y="317"/>
                  </a:lnTo>
                  <a:lnTo>
                    <a:pt x="139" y="337"/>
                  </a:lnTo>
                  <a:lnTo>
                    <a:pt x="139" y="14719"/>
                  </a:lnTo>
                  <a:lnTo>
                    <a:pt x="2100" y="16681"/>
                  </a:lnTo>
                  <a:lnTo>
                    <a:pt x="2100" y="56361"/>
                  </a:lnTo>
                  <a:lnTo>
                    <a:pt x="2180" y="56361"/>
                  </a:lnTo>
                  <a:lnTo>
                    <a:pt x="2180" y="16641"/>
                  </a:lnTo>
                  <a:lnTo>
                    <a:pt x="218" y="14680"/>
                  </a:lnTo>
                  <a:lnTo>
                    <a:pt x="218" y="337"/>
                  </a:lnTo>
                  <a:lnTo>
                    <a:pt x="258" y="317"/>
                  </a:lnTo>
                  <a:lnTo>
                    <a:pt x="298" y="277"/>
                  </a:lnTo>
                  <a:lnTo>
                    <a:pt x="337" y="238"/>
                  </a:lnTo>
                  <a:lnTo>
                    <a:pt x="337" y="178"/>
                  </a:lnTo>
                  <a:lnTo>
                    <a:pt x="337" y="119"/>
                  </a:lnTo>
                  <a:lnTo>
                    <a:pt x="298" y="59"/>
                  </a:lnTo>
                  <a:lnTo>
                    <a:pt x="238" y="20"/>
                  </a:lnTo>
                  <a:lnTo>
                    <a:pt x="179"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26"/>
            <p:cNvSpPr/>
            <p:nvPr/>
          </p:nvSpPr>
          <p:spPr>
            <a:xfrm>
              <a:off x="1003800" y="1025750"/>
              <a:ext cx="54500" cy="1409050"/>
            </a:xfrm>
            <a:custGeom>
              <a:avLst/>
              <a:gdLst/>
              <a:ahLst/>
              <a:cxnLst/>
              <a:rect l="l" t="t" r="r" b="b"/>
              <a:pathLst>
                <a:path w="2180" h="56362" fill="none" extrusionOk="0">
                  <a:moveTo>
                    <a:pt x="179" y="0"/>
                  </a:moveTo>
                  <a:lnTo>
                    <a:pt x="179" y="0"/>
                  </a:lnTo>
                  <a:lnTo>
                    <a:pt x="99" y="20"/>
                  </a:lnTo>
                  <a:lnTo>
                    <a:pt x="60" y="59"/>
                  </a:lnTo>
                  <a:lnTo>
                    <a:pt x="20" y="119"/>
                  </a:lnTo>
                  <a:lnTo>
                    <a:pt x="0" y="178"/>
                  </a:lnTo>
                  <a:lnTo>
                    <a:pt x="0" y="178"/>
                  </a:lnTo>
                  <a:lnTo>
                    <a:pt x="20" y="238"/>
                  </a:lnTo>
                  <a:lnTo>
                    <a:pt x="40" y="277"/>
                  </a:lnTo>
                  <a:lnTo>
                    <a:pt x="80" y="317"/>
                  </a:lnTo>
                  <a:lnTo>
                    <a:pt x="139" y="337"/>
                  </a:lnTo>
                  <a:lnTo>
                    <a:pt x="139" y="14719"/>
                  </a:lnTo>
                  <a:lnTo>
                    <a:pt x="2100" y="16681"/>
                  </a:lnTo>
                  <a:lnTo>
                    <a:pt x="2100" y="56361"/>
                  </a:lnTo>
                  <a:lnTo>
                    <a:pt x="2180" y="56361"/>
                  </a:lnTo>
                  <a:lnTo>
                    <a:pt x="2180" y="16641"/>
                  </a:lnTo>
                  <a:lnTo>
                    <a:pt x="218" y="14680"/>
                  </a:lnTo>
                  <a:lnTo>
                    <a:pt x="218" y="337"/>
                  </a:lnTo>
                  <a:lnTo>
                    <a:pt x="218" y="337"/>
                  </a:lnTo>
                  <a:lnTo>
                    <a:pt x="258" y="317"/>
                  </a:lnTo>
                  <a:lnTo>
                    <a:pt x="298" y="277"/>
                  </a:lnTo>
                  <a:lnTo>
                    <a:pt x="337" y="238"/>
                  </a:lnTo>
                  <a:lnTo>
                    <a:pt x="337" y="178"/>
                  </a:lnTo>
                  <a:lnTo>
                    <a:pt x="337" y="178"/>
                  </a:lnTo>
                  <a:lnTo>
                    <a:pt x="337" y="119"/>
                  </a:lnTo>
                  <a:lnTo>
                    <a:pt x="298" y="59"/>
                  </a:lnTo>
                  <a:lnTo>
                    <a:pt x="238" y="20"/>
                  </a:lnTo>
                  <a:lnTo>
                    <a:pt x="179"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26"/>
            <p:cNvSpPr/>
            <p:nvPr/>
          </p:nvSpPr>
          <p:spPr>
            <a:xfrm>
              <a:off x="428800" y="2022200"/>
              <a:ext cx="8425" cy="412600"/>
            </a:xfrm>
            <a:custGeom>
              <a:avLst/>
              <a:gdLst/>
              <a:ahLst/>
              <a:cxnLst/>
              <a:rect l="l" t="t" r="r" b="b"/>
              <a:pathLst>
                <a:path w="337" h="16504" extrusionOk="0">
                  <a:moveTo>
                    <a:pt x="178" y="1"/>
                  </a:moveTo>
                  <a:lnTo>
                    <a:pt x="99" y="21"/>
                  </a:lnTo>
                  <a:lnTo>
                    <a:pt x="60" y="60"/>
                  </a:lnTo>
                  <a:lnTo>
                    <a:pt x="20" y="100"/>
                  </a:lnTo>
                  <a:lnTo>
                    <a:pt x="0" y="179"/>
                  </a:lnTo>
                  <a:lnTo>
                    <a:pt x="20" y="219"/>
                  </a:lnTo>
                  <a:lnTo>
                    <a:pt x="40" y="278"/>
                  </a:lnTo>
                  <a:lnTo>
                    <a:pt x="79" y="318"/>
                  </a:lnTo>
                  <a:lnTo>
                    <a:pt x="139" y="338"/>
                  </a:lnTo>
                  <a:lnTo>
                    <a:pt x="139" y="16503"/>
                  </a:lnTo>
                  <a:lnTo>
                    <a:pt x="218" y="16503"/>
                  </a:lnTo>
                  <a:lnTo>
                    <a:pt x="218" y="338"/>
                  </a:lnTo>
                  <a:lnTo>
                    <a:pt x="258" y="318"/>
                  </a:lnTo>
                  <a:lnTo>
                    <a:pt x="297" y="278"/>
                  </a:lnTo>
                  <a:lnTo>
                    <a:pt x="337" y="219"/>
                  </a:lnTo>
                  <a:lnTo>
                    <a:pt x="337" y="179"/>
                  </a:lnTo>
                  <a:lnTo>
                    <a:pt x="317" y="100"/>
                  </a:lnTo>
                  <a:lnTo>
                    <a:pt x="297" y="60"/>
                  </a:lnTo>
                  <a:lnTo>
                    <a:pt x="238" y="21"/>
                  </a:lnTo>
                  <a:lnTo>
                    <a:pt x="178"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26"/>
            <p:cNvSpPr/>
            <p:nvPr/>
          </p:nvSpPr>
          <p:spPr>
            <a:xfrm>
              <a:off x="428800" y="2022200"/>
              <a:ext cx="8425" cy="412600"/>
            </a:xfrm>
            <a:custGeom>
              <a:avLst/>
              <a:gdLst/>
              <a:ahLst/>
              <a:cxnLst/>
              <a:rect l="l" t="t" r="r" b="b"/>
              <a:pathLst>
                <a:path w="337" h="16504" fill="none" extrusionOk="0">
                  <a:moveTo>
                    <a:pt x="178" y="1"/>
                  </a:moveTo>
                  <a:lnTo>
                    <a:pt x="178" y="1"/>
                  </a:lnTo>
                  <a:lnTo>
                    <a:pt x="99" y="21"/>
                  </a:lnTo>
                  <a:lnTo>
                    <a:pt x="60" y="60"/>
                  </a:lnTo>
                  <a:lnTo>
                    <a:pt x="20" y="100"/>
                  </a:lnTo>
                  <a:lnTo>
                    <a:pt x="0" y="179"/>
                  </a:lnTo>
                  <a:lnTo>
                    <a:pt x="0" y="179"/>
                  </a:lnTo>
                  <a:lnTo>
                    <a:pt x="20" y="219"/>
                  </a:lnTo>
                  <a:lnTo>
                    <a:pt x="40" y="278"/>
                  </a:lnTo>
                  <a:lnTo>
                    <a:pt x="79" y="318"/>
                  </a:lnTo>
                  <a:lnTo>
                    <a:pt x="139" y="338"/>
                  </a:lnTo>
                  <a:lnTo>
                    <a:pt x="139" y="16503"/>
                  </a:lnTo>
                  <a:lnTo>
                    <a:pt x="218" y="16503"/>
                  </a:lnTo>
                  <a:lnTo>
                    <a:pt x="218" y="338"/>
                  </a:lnTo>
                  <a:lnTo>
                    <a:pt x="218" y="338"/>
                  </a:lnTo>
                  <a:lnTo>
                    <a:pt x="258" y="318"/>
                  </a:lnTo>
                  <a:lnTo>
                    <a:pt x="297" y="278"/>
                  </a:lnTo>
                  <a:lnTo>
                    <a:pt x="337" y="219"/>
                  </a:lnTo>
                  <a:lnTo>
                    <a:pt x="337" y="179"/>
                  </a:lnTo>
                  <a:lnTo>
                    <a:pt x="337" y="179"/>
                  </a:lnTo>
                  <a:lnTo>
                    <a:pt x="317" y="100"/>
                  </a:lnTo>
                  <a:lnTo>
                    <a:pt x="297" y="60"/>
                  </a:lnTo>
                  <a:lnTo>
                    <a:pt x="238" y="21"/>
                  </a:lnTo>
                  <a:lnTo>
                    <a:pt x="178"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26"/>
            <p:cNvSpPr/>
            <p:nvPr/>
          </p:nvSpPr>
          <p:spPr>
            <a:xfrm>
              <a:off x="309425" y="1428400"/>
              <a:ext cx="54500" cy="1006400"/>
            </a:xfrm>
            <a:custGeom>
              <a:avLst/>
              <a:gdLst/>
              <a:ahLst/>
              <a:cxnLst/>
              <a:rect l="l" t="t" r="r" b="b"/>
              <a:pathLst>
                <a:path w="2180" h="40256" extrusionOk="0">
                  <a:moveTo>
                    <a:pt x="1942" y="0"/>
                  </a:moveTo>
                  <a:lnTo>
                    <a:pt x="1883" y="40"/>
                  </a:lnTo>
                  <a:lnTo>
                    <a:pt x="1843" y="99"/>
                  </a:lnTo>
                  <a:lnTo>
                    <a:pt x="1843" y="159"/>
                  </a:lnTo>
                  <a:lnTo>
                    <a:pt x="1843" y="218"/>
                  </a:lnTo>
                  <a:lnTo>
                    <a:pt x="1863" y="258"/>
                  </a:lnTo>
                  <a:lnTo>
                    <a:pt x="1903" y="297"/>
                  </a:lnTo>
                  <a:lnTo>
                    <a:pt x="1962" y="317"/>
                  </a:lnTo>
                  <a:lnTo>
                    <a:pt x="1962" y="7508"/>
                  </a:lnTo>
                  <a:lnTo>
                    <a:pt x="21" y="9469"/>
                  </a:lnTo>
                  <a:lnTo>
                    <a:pt x="40" y="9489"/>
                  </a:lnTo>
                  <a:lnTo>
                    <a:pt x="1" y="9489"/>
                  </a:lnTo>
                  <a:lnTo>
                    <a:pt x="1" y="40255"/>
                  </a:lnTo>
                  <a:lnTo>
                    <a:pt x="80" y="40255"/>
                  </a:lnTo>
                  <a:lnTo>
                    <a:pt x="80" y="9509"/>
                  </a:lnTo>
                  <a:lnTo>
                    <a:pt x="2041" y="7548"/>
                  </a:lnTo>
                  <a:lnTo>
                    <a:pt x="2041" y="317"/>
                  </a:lnTo>
                  <a:lnTo>
                    <a:pt x="2101" y="297"/>
                  </a:lnTo>
                  <a:lnTo>
                    <a:pt x="2140" y="258"/>
                  </a:lnTo>
                  <a:lnTo>
                    <a:pt x="2160" y="218"/>
                  </a:lnTo>
                  <a:lnTo>
                    <a:pt x="2180" y="159"/>
                  </a:lnTo>
                  <a:lnTo>
                    <a:pt x="2160" y="99"/>
                  </a:lnTo>
                  <a:lnTo>
                    <a:pt x="2120" y="40"/>
                  </a:lnTo>
                  <a:lnTo>
                    <a:pt x="2061"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26"/>
            <p:cNvSpPr/>
            <p:nvPr/>
          </p:nvSpPr>
          <p:spPr>
            <a:xfrm>
              <a:off x="309425" y="1428400"/>
              <a:ext cx="54500" cy="1006400"/>
            </a:xfrm>
            <a:custGeom>
              <a:avLst/>
              <a:gdLst/>
              <a:ahLst/>
              <a:cxnLst/>
              <a:rect l="l" t="t" r="r" b="b"/>
              <a:pathLst>
                <a:path w="2180" h="40256" fill="none" extrusionOk="0">
                  <a:moveTo>
                    <a:pt x="2002" y="0"/>
                  </a:moveTo>
                  <a:lnTo>
                    <a:pt x="2002" y="0"/>
                  </a:lnTo>
                  <a:lnTo>
                    <a:pt x="2002" y="0"/>
                  </a:lnTo>
                  <a:lnTo>
                    <a:pt x="2002" y="0"/>
                  </a:lnTo>
                  <a:lnTo>
                    <a:pt x="1942" y="0"/>
                  </a:lnTo>
                  <a:lnTo>
                    <a:pt x="1883" y="40"/>
                  </a:lnTo>
                  <a:lnTo>
                    <a:pt x="1843" y="99"/>
                  </a:lnTo>
                  <a:lnTo>
                    <a:pt x="1843" y="159"/>
                  </a:lnTo>
                  <a:lnTo>
                    <a:pt x="1843" y="159"/>
                  </a:lnTo>
                  <a:lnTo>
                    <a:pt x="1843" y="218"/>
                  </a:lnTo>
                  <a:lnTo>
                    <a:pt x="1863" y="258"/>
                  </a:lnTo>
                  <a:lnTo>
                    <a:pt x="1903" y="297"/>
                  </a:lnTo>
                  <a:lnTo>
                    <a:pt x="1962" y="317"/>
                  </a:lnTo>
                  <a:lnTo>
                    <a:pt x="1962" y="7508"/>
                  </a:lnTo>
                  <a:lnTo>
                    <a:pt x="21" y="9469"/>
                  </a:lnTo>
                  <a:lnTo>
                    <a:pt x="40" y="9489"/>
                  </a:lnTo>
                  <a:lnTo>
                    <a:pt x="1" y="9489"/>
                  </a:lnTo>
                  <a:lnTo>
                    <a:pt x="1" y="40255"/>
                  </a:lnTo>
                  <a:lnTo>
                    <a:pt x="80" y="40255"/>
                  </a:lnTo>
                  <a:lnTo>
                    <a:pt x="80" y="9509"/>
                  </a:lnTo>
                  <a:lnTo>
                    <a:pt x="2041" y="7548"/>
                  </a:lnTo>
                  <a:lnTo>
                    <a:pt x="2041" y="317"/>
                  </a:lnTo>
                  <a:lnTo>
                    <a:pt x="2041" y="317"/>
                  </a:lnTo>
                  <a:lnTo>
                    <a:pt x="2101" y="297"/>
                  </a:lnTo>
                  <a:lnTo>
                    <a:pt x="2140" y="258"/>
                  </a:lnTo>
                  <a:lnTo>
                    <a:pt x="2160" y="218"/>
                  </a:lnTo>
                  <a:lnTo>
                    <a:pt x="2180" y="159"/>
                  </a:lnTo>
                  <a:lnTo>
                    <a:pt x="2180" y="159"/>
                  </a:lnTo>
                  <a:lnTo>
                    <a:pt x="2160" y="99"/>
                  </a:lnTo>
                  <a:lnTo>
                    <a:pt x="2120" y="40"/>
                  </a:lnTo>
                  <a:lnTo>
                    <a:pt x="2061" y="0"/>
                  </a:lnTo>
                  <a:lnTo>
                    <a:pt x="2002"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26"/>
            <p:cNvSpPr/>
            <p:nvPr/>
          </p:nvSpPr>
          <p:spPr>
            <a:xfrm>
              <a:off x="404525" y="1687900"/>
              <a:ext cx="119875" cy="746900"/>
            </a:xfrm>
            <a:custGeom>
              <a:avLst/>
              <a:gdLst/>
              <a:ahLst/>
              <a:cxnLst/>
              <a:rect l="l" t="t" r="r" b="b"/>
              <a:pathLst>
                <a:path w="4795" h="29876" extrusionOk="0">
                  <a:moveTo>
                    <a:pt x="4636" y="1"/>
                  </a:moveTo>
                  <a:lnTo>
                    <a:pt x="4577" y="21"/>
                  </a:lnTo>
                  <a:lnTo>
                    <a:pt x="4517" y="60"/>
                  </a:lnTo>
                  <a:lnTo>
                    <a:pt x="4478" y="120"/>
                  </a:lnTo>
                  <a:lnTo>
                    <a:pt x="4478" y="179"/>
                  </a:lnTo>
                  <a:lnTo>
                    <a:pt x="4478" y="239"/>
                  </a:lnTo>
                  <a:lnTo>
                    <a:pt x="4497" y="278"/>
                  </a:lnTo>
                  <a:lnTo>
                    <a:pt x="4537" y="318"/>
                  </a:lnTo>
                  <a:lnTo>
                    <a:pt x="4596" y="338"/>
                  </a:lnTo>
                  <a:lnTo>
                    <a:pt x="4596" y="6736"/>
                  </a:lnTo>
                  <a:lnTo>
                    <a:pt x="199" y="11115"/>
                  </a:lnTo>
                  <a:lnTo>
                    <a:pt x="199" y="5825"/>
                  </a:lnTo>
                  <a:lnTo>
                    <a:pt x="258" y="5805"/>
                  </a:lnTo>
                  <a:lnTo>
                    <a:pt x="298" y="5766"/>
                  </a:lnTo>
                  <a:lnTo>
                    <a:pt x="317" y="5706"/>
                  </a:lnTo>
                  <a:lnTo>
                    <a:pt x="337" y="5667"/>
                  </a:lnTo>
                  <a:lnTo>
                    <a:pt x="317" y="5587"/>
                  </a:lnTo>
                  <a:lnTo>
                    <a:pt x="278" y="5548"/>
                  </a:lnTo>
                  <a:lnTo>
                    <a:pt x="218" y="5508"/>
                  </a:lnTo>
                  <a:lnTo>
                    <a:pt x="159" y="5488"/>
                  </a:lnTo>
                  <a:lnTo>
                    <a:pt x="99" y="5508"/>
                  </a:lnTo>
                  <a:lnTo>
                    <a:pt x="40" y="5548"/>
                  </a:lnTo>
                  <a:lnTo>
                    <a:pt x="0" y="5587"/>
                  </a:lnTo>
                  <a:lnTo>
                    <a:pt x="0" y="5667"/>
                  </a:lnTo>
                  <a:lnTo>
                    <a:pt x="0" y="5706"/>
                  </a:lnTo>
                  <a:lnTo>
                    <a:pt x="20" y="5766"/>
                  </a:lnTo>
                  <a:lnTo>
                    <a:pt x="60" y="5805"/>
                  </a:lnTo>
                  <a:lnTo>
                    <a:pt x="119" y="5825"/>
                  </a:lnTo>
                  <a:lnTo>
                    <a:pt x="119" y="29875"/>
                  </a:lnTo>
                  <a:lnTo>
                    <a:pt x="199" y="29875"/>
                  </a:lnTo>
                  <a:lnTo>
                    <a:pt x="199" y="11233"/>
                  </a:lnTo>
                  <a:lnTo>
                    <a:pt x="4676" y="6756"/>
                  </a:lnTo>
                  <a:lnTo>
                    <a:pt x="4676" y="338"/>
                  </a:lnTo>
                  <a:lnTo>
                    <a:pt x="4735" y="318"/>
                  </a:lnTo>
                  <a:lnTo>
                    <a:pt x="4775" y="278"/>
                  </a:lnTo>
                  <a:lnTo>
                    <a:pt x="4795" y="239"/>
                  </a:lnTo>
                  <a:lnTo>
                    <a:pt x="4795" y="179"/>
                  </a:lnTo>
                  <a:lnTo>
                    <a:pt x="4795" y="120"/>
                  </a:lnTo>
                  <a:lnTo>
                    <a:pt x="4755" y="60"/>
                  </a:lnTo>
                  <a:lnTo>
                    <a:pt x="4696" y="21"/>
                  </a:lnTo>
                  <a:lnTo>
                    <a:pt x="4636"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26"/>
            <p:cNvSpPr/>
            <p:nvPr/>
          </p:nvSpPr>
          <p:spPr>
            <a:xfrm>
              <a:off x="404525" y="1687900"/>
              <a:ext cx="119875" cy="746900"/>
            </a:xfrm>
            <a:custGeom>
              <a:avLst/>
              <a:gdLst/>
              <a:ahLst/>
              <a:cxnLst/>
              <a:rect l="l" t="t" r="r" b="b"/>
              <a:pathLst>
                <a:path w="4795" h="29876" fill="none" extrusionOk="0">
                  <a:moveTo>
                    <a:pt x="4636" y="1"/>
                  </a:moveTo>
                  <a:lnTo>
                    <a:pt x="4636" y="1"/>
                  </a:lnTo>
                  <a:lnTo>
                    <a:pt x="4577" y="21"/>
                  </a:lnTo>
                  <a:lnTo>
                    <a:pt x="4517" y="60"/>
                  </a:lnTo>
                  <a:lnTo>
                    <a:pt x="4478" y="120"/>
                  </a:lnTo>
                  <a:lnTo>
                    <a:pt x="4478" y="179"/>
                  </a:lnTo>
                  <a:lnTo>
                    <a:pt x="4478" y="179"/>
                  </a:lnTo>
                  <a:lnTo>
                    <a:pt x="4478" y="239"/>
                  </a:lnTo>
                  <a:lnTo>
                    <a:pt x="4497" y="278"/>
                  </a:lnTo>
                  <a:lnTo>
                    <a:pt x="4537" y="318"/>
                  </a:lnTo>
                  <a:lnTo>
                    <a:pt x="4596" y="338"/>
                  </a:lnTo>
                  <a:lnTo>
                    <a:pt x="4596" y="6736"/>
                  </a:lnTo>
                  <a:lnTo>
                    <a:pt x="199" y="11115"/>
                  </a:lnTo>
                  <a:lnTo>
                    <a:pt x="199" y="5825"/>
                  </a:lnTo>
                  <a:lnTo>
                    <a:pt x="199" y="5825"/>
                  </a:lnTo>
                  <a:lnTo>
                    <a:pt x="258" y="5805"/>
                  </a:lnTo>
                  <a:lnTo>
                    <a:pt x="298" y="5766"/>
                  </a:lnTo>
                  <a:lnTo>
                    <a:pt x="317" y="5706"/>
                  </a:lnTo>
                  <a:lnTo>
                    <a:pt x="337" y="5667"/>
                  </a:lnTo>
                  <a:lnTo>
                    <a:pt x="337" y="5667"/>
                  </a:lnTo>
                  <a:lnTo>
                    <a:pt x="317" y="5587"/>
                  </a:lnTo>
                  <a:lnTo>
                    <a:pt x="278" y="5548"/>
                  </a:lnTo>
                  <a:lnTo>
                    <a:pt x="218" y="5508"/>
                  </a:lnTo>
                  <a:lnTo>
                    <a:pt x="159" y="5488"/>
                  </a:lnTo>
                  <a:lnTo>
                    <a:pt x="159" y="5488"/>
                  </a:lnTo>
                  <a:lnTo>
                    <a:pt x="159" y="5488"/>
                  </a:lnTo>
                  <a:lnTo>
                    <a:pt x="159" y="5488"/>
                  </a:lnTo>
                  <a:lnTo>
                    <a:pt x="99" y="5508"/>
                  </a:lnTo>
                  <a:lnTo>
                    <a:pt x="40" y="5548"/>
                  </a:lnTo>
                  <a:lnTo>
                    <a:pt x="0" y="5587"/>
                  </a:lnTo>
                  <a:lnTo>
                    <a:pt x="0" y="5667"/>
                  </a:lnTo>
                  <a:lnTo>
                    <a:pt x="0" y="5667"/>
                  </a:lnTo>
                  <a:lnTo>
                    <a:pt x="0" y="5706"/>
                  </a:lnTo>
                  <a:lnTo>
                    <a:pt x="20" y="5766"/>
                  </a:lnTo>
                  <a:lnTo>
                    <a:pt x="60" y="5805"/>
                  </a:lnTo>
                  <a:lnTo>
                    <a:pt x="119" y="5825"/>
                  </a:lnTo>
                  <a:lnTo>
                    <a:pt x="119" y="29875"/>
                  </a:lnTo>
                  <a:lnTo>
                    <a:pt x="199" y="29875"/>
                  </a:lnTo>
                  <a:lnTo>
                    <a:pt x="199" y="11233"/>
                  </a:lnTo>
                  <a:lnTo>
                    <a:pt x="4676" y="6756"/>
                  </a:lnTo>
                  <a:lnTo>
                    <a:pt x="4676" y="338"/>
                  </a:lnTo>
                  <a:lnTo>
                    <a:pt x="4676" y="338"/>
                  </a:lnTo>
                  <a:lnTo>
                    <a:pt x="4735" y="318"/>
                  </a:lnTo>
                  <a:lnTo>
                    <a:pt x="4775" y="278"/>
                  </a:lnTo>
                  <a:lnTo>
                    <a:pt x="4795" y="239"/>
                  </a:lnTo>
                  <a:lnTo>
                    <a:pt x="4795" y="179"/>
                  </a:lnTo>
                  <a:lnTo>
                    <a:pt x="4795" y="179"/>
                  </a:lnTo>
                  <a:lnTo>
                    <a:pt x="4795" y="120"/>
                  </a:lnTo>
                  <a:lnTo>
                    <a:pt x="4755" y="60"/>
                  </a:lnTo>
                  <a:lnTo>
                    <a:pt x="4696" y="21"/>
                  </a:lnTo>
                  <a:lnTo>
                    <a:pt x="4636"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26"/>
            <p:cNvSpPr/>
            <p:nvPr/>
          </p:nvSpPr>
          <p:spPr>
            <a:xfrm>
              <a:off x="434250" y="1977150"/>
              <a:ext cx="55975" cy="457650"/>
            </a:xfrm>
            <a:custGeom>
              <a:avLst/>
              <a:gdLst/>
              <a:ahLst/>
              <a:cxnLst/>
              <a:rect l="l" t="t" r="r" b="b"/>
              <a:pathLst>
                <a:path w="2239" h="18306" extrusionOk="0">
                  <a:moveTo>
                    <a:pt x="178" y="0"/>
                  </a:moveTo>
                  <a:lnTo>
                    <a:pt x="99" y="20"/>
                  </a:lnTo>
                  <a:lnTo>
                    <a:pt x="59" y="60"/>
                  </a:lnTo>
                  <a:lnTo>
                    <a:pt x="20" y="99"/>
                  </a:lnTo>
                  <a:lnTo>
                    <a:pt x="0" y="178"/>
                  </a:lnTo>
                  <a:lnTo>
                    <a:pt x="20" y="238"/>
                  </a:lnTo>
                  <a:lnTo>
                    <a:pt x="59" y="297"/>
                  </a:lnTo>
                  <a:lnTo>
                    <a:pt x="99" y="317"/>
                  </a:lnTo>
                  <a:lnTo>
                    <a:pt x="178" y="337"/>
                  </a:lnTo>
                  <a:lnTo>
                    <a:pt x="218" y="337"/>
                  </a:lnTo>
                  <a:lnTo>
                    <a:pt x="258" y="317"/>
                  </a:lnTo>
                  <a:lnTo>
                    <a:pt x="2140" y="2199"/>
                  </a:lnTo>
                  <a:lnTo>
                    <a:pt x="2140" y="18305"/>
                  </a:lnTo>
                  <a:lnTo>
                    <a:pt x="2239" y="18305"/>
                  </a:lnTo>
                  <a:lnTo>
                    <a:pt x="2239" y="2179"/>
                  </a:lnTo>
                  <a:lnTo>
                    <a:pt x="317" y="258"/>
                  </a:lnTo>
                  <a:lnTo>
                    <a:pt x="337" y="218"/>
                  </a:lnTo>
                  <a:lnTo>
                    <a:pt x="337" y="178"/>
                  </a:lnTo>
                  <a:lnTo>
                    <a:pt x="317" y="99"/>
                  </a:lnTo>
                  <a:lnTo>
                    <a:pt x="297" y="60"/>
                  </a:lnTo>
                  <a:lnTo>
                    <a:pt x="238" y="20"/>
                  </a:lnTo>
                  <a:lnTo>
                    <a:pt x="178"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26"/>
            <p:cNvSpPr/>
            <p:nvPr/>
          </p:nvSpPr>
          <p:spPr>
            <a:xfrm>
              <a:off x="434250" y="1977150"/>
              <a:ext cx="55975" cy="457650"/>
            </a:xfrm>
            <a:custGeom>
              <a:avLst/>
              <a:gdLst/>
              <a:ahLst/>
              <a:cxnLst/>
              <a:rect l="l" t="t" r="r" b="b"/>
              <a:pathLst>
                <a:path w="2239" h="18306" fill="none" extrusionOk="0">
                  <a:moveTo>
                    <a:pt x="178" y="0"/>
                  </a:moveTo>
                  <a:lnTo>
                    <a:pt x="178" y="0"/>
                  </a:lnTo>
                  <a:lnTo>
                    <a:pt x="178" y="0"/>
                  </a:lnTo>
                  <a:lnTo>
                    <a:pt x="178" y="0"/>
                  </a:lnTo>
                  <a:lnTo>
                    <a:pt x="99" y="20"/>
                  </a:lnTo>
                  <a:lnTo>
                    <a:pt x="59" y="60"/>
                  </a:lnTo>
                  <a:lnTo>
                    <a:pt x="20" y="99"/>
                  </a:lnTo>
                  <a:lnTo>
                    <a:pt x="0" y="178"/>
                  </a:lnTo>
                  <a:lnTo>
                    <a:pt x="0" y="178"/>
                  </a:lnTo>
                  <a:lnTo>
                    <a:pt x="20" y="238"/>
                  </a:lnTo>
                  <a:lnTo>
                    <a:pt x="59" y="297"/>
                  </a:lnTo>
                  <a:lnTo>
                    <a:pt x="99" y="317"/>
                  </a:lnTo>
                  <a:lnTo>
                    <a:pt x="178" y="337"/>
                  </a:lnTo>
                  <a:lnTo>
                    <a:pt x="178" y="337"/>
                  </a:lnTo>
                  <a:lnTo>
                    <a:pt x="218" y="337"/>
                  </a:lnTo>
                  <a:lnTo>
                    <a:pt x="258" y="317"/>
                  </a:lnTo>
                  <a:lnTo>
                    <a:pt x="2140" y="2199"/>
                  </a:lnTo>
                  <a:lnTo>
                    <a:pt x="2140" y="18305"/>
                  </a:lnTo>
                  <a:lnTo>
                    <a:pt x="2239" y="18305"/>
                  </a:lnTo>
                  <a:lnTo>
                    <a:pt x="2239" y="2179"/>
                  </a:lnTo>
                  <a:lnTo>
                    <a:pt x="317" y="258"/>
                  </a:lnTo>
                  <a:lnTo>
                    <a:pt x="317" y="258"/>
                  </a:lnTo>
                  <a:lnTo>
                    <a:pt x="337" y="218"/>
                  </a:lnTo>
                  <a:lnTo>
                    <a:pt x="337" y="178"/>
                  </a:lnTo>
                  <a:lnTo>
                    <a:pt x="337" y="178"/>
                  </a:lnTo>
                  <a:lnTo>
                    <a:pt x="317" y="99"/>
                  </a:lnTo>
                  <a:lnTo>
                    <a:pt x="297" y="60"/>
                  </a:lnTo>
                  <a:lnTo>
                    <a:pt x="238" y="20"/>
                  </a:lnTo>
                  <a:lnTo>
                    <a:pt x="178"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26"/>
            <p:cNvSpPr/>
            <p:nvPr/>
          </p:nvSpPr>
          <p:spPr>
            <a:xfrm>
              <a:off x="891875" y="1444725"/>
              <a:ext cx="120375" cy="990075"/>
            </a:xfrm>
            <a:custGeom>
              <a:avLst/>
              <a:gdLst/>
              <a:ahLst/>
              <a:cxnLst/>
              <a:rect l="l" t="t" r="r" b="b"/>
              <a:pathLst>
                <a:path w="4815" h="39603" extrusionOk="0">
                  <a:moveTo>
                    <a:pt x="178" y="1"/>
                  </a:moveTo>
                  <a:lnTo>
                    <a:pt x="119" y="21"/>
                  </a:lnTo>
                  <a:lnTo>
                    <a:pt x="60" y="60"/>
                  </a:lnTo>
                  <a:lnTo>
                    <a:pt x="20" y="100"/>
                  </a:lnTo>
                  <a:lnTo>
                    <a:pt x="0" y="179"/>
                  </a:lnTo>
                  <a:lnTo>
                    <a:pt x="20" y="219"/>
                  </a:lnTo>
                  <a:lnTo>
                    <a:pt x="40" y="278"/>
                  </a:lnTo>
                  <a:lnTo>
                    <a:pt x="79" y="318"/>
                  </a:lnTo>
                  <a:lnTo>
                    <a:pt x="139" y="338"/>
                  </a:lnTo>
                  <a:lnTo>
                    <a:pt x="139" y="6756"/>
                  </a:lnTo>
                  <a:lnTo>
                    <a:pt x="4616" y="11233"/>
                  </a:lnTo>
                  <a:lnTo>
                    <a:pt x="4616" y="39602"/>
                  </a:lnTo>
                  <a:lnTo>
                    <a:pt x="4695" y="39602"/>
                  </a:lnTo>
                  <a:lnTo>
                    <a:pt x="4695" y="5805"/>
                  </a:lnTo>
                  <a:lnTo>
                    <a:pt x="4735" y="5785"/>
                  </a:lnTo>
                  <a:lnTo>
                    <a:pt x="4775" y="5766"/>
                  </a:lnTo>
                  <a:lnTo>
                    <a:pt x="4814" y="5706"/>
                  </a:lnTo>
                  <a:lnTo>
                    <a:pt x="4814" y="5647"/>
                  </a:lnTo>
                  <a:lnTo>
                    <a:pt x="4814" y="5587"/>
                  </a:lnTo>
                  <a:lnTo>
                    <a:pt x="4775" y="5528"/>
                  </a:lnTo>
                  <a:lnTo>
                    <a:pt x="4715" y="5508"/>
                  </a:lnTo>
                  <a:lnTo>
                    <a:pt x="4656" y="5488"/>
                  </a:lnTo>
                  <a:lnTo>
                    <a:pt x="4576" y="5508"/>
                  </a:lnTo>
                  <a:lnTo>
                    <a:pt x="4537" y="5528"/>
                  </a:lnTo>
                  <a:lnTo>
                    <a:pt x="4497" y="5587"/>
                  </a:lnTo>
                  <a:lnTo>
                    <a:pt x="4477" y="5647"/>
                  </a:lnTo>
                  <a:lnTo>
                    <a:pt x="4497" y="5706"/>
                  </a:lnTo>
                  <a:lnTo>
                    <a:pt x="4517" y="5766"/>
                  </a:lnTo>
                  <a:lnTo>
                    <a:pt x="4557" y="5785"/>
                  </a:lnTo>
                  <a:lnTo>
                    <a:pt x="4616" y="5805"/>
                  </a:lnTo>
                  <a:lnTo>
                    <a:pt x="4616" y="11115"/>
                  </a:lnTo>
                  <a:lnTo>
                    <a:pt x="218" y="6717"/>
                  </a:lnTo>
                  <a:lnTo>
                    <a:pt x="218" y="338"/>
                  </a:lnTo>
                  <a:lnTo>
                    <a:pt x="258" y="318"/>
                  </a:lnTo>
                  <a:lnTo>
                    <a:pt x="297" y="278"/>
                  </a:lnTo>
                  <a:lnTo>
                    <a:pt x="337" y="219"/>
                  </a:lnTo>
                  <a:lnTo>
                    <a:pt x="337" y="179"/>
                  </a:lnTo>
                  <a:lnTo>
                    <a:pt x="337" y="100"/>
                  </a:lnTo>
                  <a:lnTo>
                    <a:pt x="297" y="60"/>
                  </a:lnTo>
                  <a:lnTo>
                    <a:pt x="238" y="21"/>
                  </a:lnTo>
                  <a:lnTo>
                    <a:pt x="178"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26"/>
            <p:cNvSpPr/>
            <p:nvPr/>
          </p:nvSpPr>
          <p:spPr>
            <a:xfrm>
              <a:off x="891875" y="1444725"/>
              <a:ext cx="120375" cy="990075"/>
            </a:xfrm>
            <a:custGeom>
              <a:avLst/>
              <a:gdLst/>
              <a:ahLst/>
              <a:cxnLst/>
              <a:rect l="l" t="t" r="r" b="b"/>
              <a:pathLst>
                <a:path w="4815" h="39603" fill="none" extrusionOk="0">
                  <a:moveTo>
                    <a:pt x="178" y="1"/>
                  </a:moveTo>
                  <a:lnTo>
                    <a:pt x="178" y="1"/>
                  </a:lnTo>
                  <a:lnTo>
                    <a:pt x="119" y="21"/>
                  </a:lnTo>
                  <a:lnTo>
                    <a:pt x="60" y="60"/>
                  </a:lnTo>
                  <a:lnTo>
                    <a:pt x="20" y="100"/>
                  </a:lnTo>
                  <a:lnTo>
                    <a:pt x="0" y="179"/>
                  </a:lnTo>
                  <a:lnTo>
                    <a:pt x="0" y="179"/>
                  </a:lnTo>
                  <a:lnTo>
                    <a:pt x="20" y="219"/>
                  </a:lnTo>
                  <a:lnTo>
                    <a:pt x="40" y="278"/>
                  </a:lnTo>
                  <a:lnTo>
                    <a:pt x="79" y="318"/>
                  </a:lnTo>
                  <a:lnTo>
                    <a:pt x="139" y="338"/>
                  </a:lnTo>
                  <a:lnTo>
                    <a:pt x="139" y="6756"/>
                  </a:lnTo>
                  <a:lnTo>
                    <a:pt x="4616" y="11233"/>
                  </a:lnTo>
                  <a:lnTo>
                    <a:pt x="4616" y="39602"/>
                  </a:lnTo>
                  <a:lnTo>
                    <a:pt x="4695" y="39602"/>
                  </a:lnTo>
                  <a:lnTo>
                    <a:pt x="4695" y="5805"/>
                  </a:lnTo>
                  <a:lnTo>
                    <a:pt x="4695" y="5805"/>
                  </a:lnTo>
                  <a:lnTo>
                    <a:pt x="4735" y="5785"/>
                  </a:lnTo>
                  <a:lnTo>
                    <a:pt x="4775" y="5766"/>
                  </a:lnTo>
                  <a:lnTo>
                    <a:pt x="4814" y="5706"/>
                  </a:lnTo>
                  <a:lnTo>
                    <a:pt x="4814" y="5647"/>
                  </a:lnTo>
                  <a:lnTo>
                    <a:pt x="4814" y="5647"/>
                  </a:lnTo>
                  <a:lnTo>
                    <a:pt x="4814" y="5587"/>
                  </a:lnTo>
                  <a:lnTo>
                    <a:pt x="4775" y="5528"/>
                  </a:lnTo>
                  <a:lnTo>
                    <a:pt x="4715" y="5508"/>
                  </a:lnTo>
                  <a:lnTo>
                    <a:pt x="4656" y="5488"/>
                  </a:lnTo>
                  <a:lnTo>
                    <a:pt x="4656" y="5488"/>
                  </a:lnTo>
                  <a:lnTo>
                    <a:pt x="4576" y="5508"/>
                  </a:lnTo>
                  <a:lnTo>
                    <a:pt x="4537" y="5528"/>
                  </a:lnTo>
                  <a:lnTo>
                    <a:pt x="4497" y="5587"/>
                  </a:lnTo>
                  <a:lnTo>
                    <a:pt x="4477" y="5647"/>
                  </a:lnTo>
                  <a:lnTo>
                    <a:pt x="4477" y="5647"/>
                  </a:lnTo>
                  <a:lnTo>
                    <a:pt x="4497" y="5706"/>
                  </a:lnTo>
                  <a:lnTo>
                    <a:pt x="4517" y="5766"/>
                  </a:lnTo>
                  <a:lnTo>
                    <a:pt x="4557" y="5785"/>
                  </a:lnTo>
                  <a:lnTo>
                    <a:pt x="4616" y="5805"/>
                  </a:lnTo>
                  <a:lnTo>
                    <a:pt x="4616" y="11115"/>
                  </a:lnTo>
                  <a:lnTo>
                    <a:pt x="218" y="6717"/>
                  </a:lnTo>
                  <a:lnTo>
                    <a:pt x="218" y="338"/>
                  </a:lnTo>
                  <a:lnTo>
                    <a:pt x="218" y="338"/>
                  </a:lnTo>
                  <a:lnTo>
                    <a:pt x="258" y="318"/>
                  </a:lnTo>
                  <a:lnTo>
                    <a:pt x="297" y="278"/>
                  </a:lnTo>
                  <a:lnTo>
                    <a:pt x="337" y="219"/>
                  </a:lnTo>
                  <a:lnTo>
                    <a:pt x="337" y="179"/>
                  </a:lnTo>
                  <a:lnTo>
                    <a:pt x="337" y="179"/>
                  </a:lnTo>
                  <a:lnTo>
                    <a:pt x="337" y="100"/>
                  </a:lnTo>
                  <a:lnTo>
                    <a:pt x="297" y="60"/>
                  </a:lnTo>
                  <a:lnTo>
                    <a:pt x="238" y="21"/>
                  </a:lnTo>
                  <a:lnTo>
                    <a:pt x="178"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26"/>
            <p:cNvSpPr/>
            <p:nvPr/>
          </p:nvSpPr>
          <p:spPr>
            <a:xfrm>
              <a:off x="382725" y="1322400"/>
              <a:ext cx="54500" cy="1112400"/>
            </a:xfrm>
            <a:custGeom>
              <a:avLst/>
              <a:gdLst/>
              <a:ahLst/>
              <a:cxnLst/>
              <a:rect l="l" t="t" r="r" b="b"/>
              <a:pathLst>
                <a:path w="2180" h="44496" extrusionOk="0">
                  <a:moveTo>
                    <a:pt x="1942" y="1"/>
                  </a:moveTo>
                  <a:lnTo>
                    <a:pt x="1903" y="40"/>
                  </a:lnTo>
                  <a:lnTo>
                    <a:pt x="1863" y="100"/>
                  </a:lnTo>
                  <a:lnTo>
                    <a:pt x="1843" y="159"/>
                  </a:lnTo>
                  <a:lnTo>
                    <a:pt x="1863" y="218"/>
                  </a:lnTo>
                  <a:lnTo>
                    <a:pt x="1883" y="258"/>
                  </a:lnTo>
                  <a:lnTo>
                    <a:pt x="1922" y="298"/>
                  </a:lnTo>
                  <a:lnTo>
                    <a:pt x="1982" y="318"/>
                  </a:lnTo>
                  <a:lnTo>
                    <a:pt x="1982" y="12957"/>
                  </a:lnTo>
                  <a:lnTo>
                    <a:pt x="1" y="14918"/>
                  </a:lnTo>
                  <a:lnTo>
                    <a:pt x="1" y="44495"/>
                  </a:lnTo>
                  <a:lnTo>
                    <a:pt x="100" y="44495"/>
                  </a:lnTo>
                  <a:lnTo>
                    <a:pt x="100" y="14958"/>
                  </a:lnTo>
                  <a:lnTo>
                    <a:pt x="2061" y="12996"/>
                  </a:lnTo>
                  <a:lnTo>
                    <a:pt x="2061" y="318"/>
                  </a:lnTo>
                  <a:lnTo>
                    <a:pt x="2101" y="298"/>
                  </a:lnTo>
                  <a:lnTo>
                    <a:pt x="2140" y="258"/>
                  </a:lnTo>
                  <a:lnTo>
                    <a:pt x="2180" y="218"/>
                  </a:lnTo>
                  <a:lnTo>
                    <a:pt x="2180" y="159"/>
                  </a:lnTo>
                  <a:lnTo>
                    <a:pt x="2160" y="100"/>
                  </a:lnTo>
                  <a:lnTo>
                    <a:pt x="2140" y="40"/>
                  </a:lnTo>
                  <a:lnTo>
                    <a:pt x="2081"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26"/>
            <p:cNvSpPr/>
            <p:nvPr/>
          </p:nvSpPr>
          <p:spPr>
            <a:xfrm>
              <a:off x="382725" y="1322400"/>
              <a:ext cx="54500" cy="1112400"/>
            </a:xfrm>
            <a:custGeom>
              <a:avLst/>
              <a:gdLst/>
              <a:ahLst/>
              <a:cxnLst/>
              <a:rect l="l" t="t" r="r" b="b"/>
              <a:pathLst>
                <a:path w="2180" h="44496" fill="none" extrusionOk="0">
                  <a:moveTo>
                    <a:pt x="2021" y="1"/>
                  </a:moveTo>
                  <a:lnTo>
                    <a:pt x="2021" y="1"/>
                  </a:lnTo>
                  <a:lnTo>
                    <a:pt x="1942" y="1"/>
                  </a:lnTo>
                  <a:lnTo>
                    <a:pt x="1903" y="40"/>
                  </a:lnTo>
                  <a:lnTo>
                    <a:pt x="1863" y="100"/>
                  </a:lnTo>
                  <a:lnTo>
                    <a:pt x="1843" y="159"/>
                  </a:lnTo>
                  <a:lnTo>
                    <a:pt x="1843" y="159"/>
                  </a:lnTo>
                  <a:lnTo>
                    <a:pt x="1863" y="218"/>
                  </a:lnTo>
                  <a:lnTo>
                    <a:pt x="1883" y="258"/>
                  </a:lnTo>
                  <a:lnTo>
                    <a:pt x="1922" y="298"/>
                  </a:lnTo>
                  <a:lnTo>
                    <a:pt x="1982" y="318"/>
                  </a:lnTo>
                  <a:lnTo>
                    <a:pt x="1982" y="12957"/>
                  </a:lnTo>
                  <a:lnTo>
                    <a:pt x="1" y="14918"/>
                  </a:lnTo>
                  <a:lnTo>
                    <a:pt x="1" y="44495"/>
                  </a:lnTo>
                  <a:lnTo>
                    <a:pt x="100" y="44495"/>
                  </a:lnTo>
                  <a:lnTo>
                    <a:pt x="100" y="14958"/>
                  </a:lnTo>
                  <a:lnTo>
                    <a:pt x="2061" y="12996"/>
                  </a:lnTo>
                  <a:lnTo>
                    <a:pt x="2061" y="318"/>
                  </a:lnTo>
                  <a:lnTo>
                    <a:pt x="2061" y="318"/>
                  </a:lnTo>
                  <a:lnTo>
                    <a:pt x="2101" y="298"/>
                  </a:lnTo>
                  <a:lnTo>
                    <a:pt x="2140" y="258"/>
                  </a:lnTo>
                  <a:lnTo>
                    <a:pt x="2180" y="218"/>
                  </a:lnTo>
                  <a:lnTo>
                    <a:pt x="2180" y="159"/>
                  </a:lnTo>
                  <a:lnTo>
                    <a:pt x="2180" y="159"/>
                  </a:lnTo>
                  <a:lnTo>
                    <a:pt x="2160" y="100"/>
                  </a:lnTo>
                  <a:lnTo>
                    <a:pt x="2140" y="40"/>
                  </a:lnTo>
                  <a:lnTo>
                    <a:pt x="2081" y="1"/>
                  </a:lnTo>
                  <a:lnTo>
                    <a:pt x="2021"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26"/>
            <p:cNvSpPr/>
            <p:nvPr/>
          </p:nvSpPr>
          <p:spPr>
            <a:xfrm>
              <a:off x="358475" y="1269400"/>
              <a:ext cx="54500" cy="1165400"/>
            </a:xfrm>
            <a:custGeom>
              <a:avLst/>
              <a:gdLst/>
              <a:ahLst/>
              <a:cxnLst/>
              <a:rect l="l" t="t" r="r" b="b"/>
              <a:pathLst>
                <a:path w="2180" h="46616" extrusionOk="0">
                  <a:moveTo>
                    <a:pt x="1941" y="1"/>
                  </a:moveTo>
                  <a:lnTo>
                    <a:pt x="1882" y="40"/>
                  </a:lnTo>
                  <a:lnTo>
                    <a:pt x="1842" y="100"/>
                  </a:lnTo>
                  <a:lnTo>
                    <a:pt x="1842" y="159"/>
                  </a:lnTo>
                  <a:lnTo>
                    <a:pt x="1842" y="219"/>
                  </a:lnTo>
                  <a:lnTo>
                    <a:pt x="1862" y="258"/>
                  </a:lnTo>
                  <a:lnTo>
                    <a:pt x="1902" y="298"/>
                  </a:lnTo>
                  <a:lnTo>
                    <a:pt x="1961" y="318"/>
                  </a:lnTo>
                  <a:lnTo>
                    <a:pt x="1961" y="14680"/>
                  </a:lnTo>
                  <a:lnTo>
                    <a:pt x="0" y="16642"/>
                  </a:lnTo>
                  <a:lnTo>
                    <a:pt x="0" y="46615"/>
                  </a:lnTo>
                  <a:lnTo>
                    <a:pt x="79" y="46615"/>
                  </a:lnTo>
                  <a:lnTo>
                    <a:pt x="79" y="16662"/>
                  </a:lnTo>
                  <a:lnTo>
                    <a:pt x="2041" y="14700"/>
                  </a:lnTo>
                  <a:lnTo>
                    <a:pt x="2041" y="318"/>
                  </a:lnTo>
                  <a:lnTo>
                    <a:pt x="2100" y="298"/>
                  </a:lnTo>
                  <a:lnTo>
                    <a:pt x="2140" y="258"/>
                  </a:lnTo>
                  <a:lnTo>
                    <a:pt x="2159" y="219"/>
                  </a:lnTo>
                  <a:lnTo>
                    <a:pt x="2179" y="159"/>
                  </a:lnTo>
                  <a:lnTo>
                    <a:pt x="2159" y="100"/>
                  </a:lnTo>
                  <a:lnTo>
                    <a:pt x="2120" y="40"/>
                  </a:lnTo>
                  <a:lnTo>
                    <a:pt x="2060"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26"/>
            <p:cNvSpPr/>
            <p:nvPr/>
          </p:nvSpPr>
          <p:spPr>
            <a:xfrm>
              <a:off x="358475" y="1269400"/>
              <a:ext cx="54500" cy="1165400"/>
            </a:xfrm>
            <a:custGeom>
              <a:avLst/>
              <a:gdLst/>
              <a:ahLst/>
              <a:cxnLst/>
              <a:rect l="l" t="t" r="r" b="b"/>
              <a:pathLst>
                <a:path w="2180" h="46616" fill="none" extrusionOk="0">
                  <a:moveTo>
                    <a:pt x="2001" y="1"/>
                  </a:moveTo>
                  <a:lnTo>
                    <a:pt x="2001" y="1"/>
                  </a:lnTo>
                  <a:lnTo>
                    <a:pt x="2001" y="1"/>
                  </a:lnTo>
                  <a:lnTo>
                    <a:pt x="2001" y="1"/>
                  </a:lnTo>
                  <a:lnTo>
                    <a:pt x="1941" y="1"/>
                  </a:lnTo>
                  <a:lnTo>
                    <a:pt x="1882" y="40"/>
                  </a:lnTo>
                  <a:lnTo>
                    <a:pt x="1842" y="100"/>
                  </a:lnTo>
                  <a:lnTo>
                    <a:pt x="1842" y="159"/>
                  </a:lnTo>
                  <a:lnTo>
                    <a:pt x="1842" y="159"/>
                  </a:lnTo>
                  <a:lnTo>
                    <a:pt x="1842" y="219"/>
                  </a:lnTo>
                  <a:lnTo>
                    <a:pt x="1862" y="258"/>
                  </a:lnTo>
                  <a:lnTo>
                    <a:pt x="1902" y="298"/>
                  </a:lnTo>
                  <a:lnTo>
                    <a:pt x="1961" y="318"/>
                  </a:lnTo>
                  <a:lnTo>
                    <a:pt x="1961" y="14680"/>
                  </a:lnTo>
                  <a:lnTo>
                    <a:pt x="0" y="16642"/>
                  </a:lnTo>
                  <a:lnTo>
                    <a:pt x="0" y="46615"/>
                  </a:lnTo>
                  <a:lnTo>
                    <a:pt x="79" y="46615"/>
                  </a:lnTo>
                  <a:lnTo>
                    <a:pt x="79" y="16662"/>
                  </a:lnTo>
                  <a:lnTo>
                    <a:pt x="2041" y="14700"/>
                  </a:lnTo>
                  <a:lnTo>
                    <a:pt x="2041" y="318"/>
                  </a:lnTo>
                  <a:lnTo>
                    <a:pt x="2041" y="318"/>
                  </a:lnTo>
                  <a:lnTo>
                    <a:pt x="2100" y="298"/>
                  </a:lnTo>
                  <a:lnTo>
                    <a:pt x="2140" y="258"/>
                  </a:lnTo>
                  <a:lnTo>
                    <a:pt x="2159" y="219"/>
                  </a:lnTo>
                  <a:lnTo>
                    <a:pt x="2179" y="159"/>
                  </a:lnTo>
                  <a:lnTo>
                    <a:pt x="2179" y="159"/>
                  </a:lnTo>
                  <a:lnTo>
                    <a:pt x="2159" y="100"/>
                  </a:lnTo>
                  <a:lnTo>
                    <a:pt x="2120" y="40"/>
                  </a:lnTo>
                  <a:lnTo>
                    <a:pt x="2060" y="1"/>
                  </a:lnTo>
                  <a:lnTo>
                    <a:pt x="2001"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26"/>
            <p:cNvSpPr/>
            <p:nvPr/>
          </p:nvSpPr>
          <p:spPr>
            <a:xfrm>
              <a:off x="979525" y="1779025"/>
              <a:ext cx="8450" cy="655775"/>
            </a:xfrm>
            <a:custGeom>
              <a:avLst/>
              <a:gdLst/>
              <a:ahLst/>
              <a:cxnLst/>
              <a:rect l="l" t="t" r="r" b="b"/>
              <a:pathLst>
                <a:path w="338" h="26231" extrusionOk="0">
                  <a:moveTo>
                    <a:pt x="100" y="1"/>
                  </a:moveTo>
                  <a:lnTo>
                    <a:pt x="40" y="41"/>
                  </a:lnTo>
                  <a:lnTo>
                    <a:pt x="1" y="100"/>
                  </a:lnTo>
                  <a:lnTo>
                    <a:pt x="1" y="159"/>
                  </a:lnTo>
                  <a:lnTo>
                    <a:pt x="1" y="219"/>
                  </a:lnTo>
                  <a:lnTo>
                    <a:pt x="40" y="258"/>
                  </a:lnTo>
                  <a:lnTo>
                    <a:pt x="80" y="298"/>
                  </a:lnTo>
                  <a:lnTo>
                    <a:pt x="120" y="318"/>
                  </a:lnTo>
                  <a:lnTo>
                    <a:pt x="120" y="26230"/>
                  </a:lnTo>
                  <a:lnTo>
                    <a:pt x="199" y="26230"/>
                  </a:lnTo>
                  <a:lnTo>
                    <a:pt x="199" y="318"/>
                  </a:lnTo>
                  <a:lnTo>
                    <a:pt x="258" y="298"/>
                  </a:lnTo>
                  <a:lnTo>
                    <a:pt x="298" y="258"/>
                  </a:lnTo>
                  <a:lnTo>
                    <a:pt x="318" y="219"/>
                  </a:lnTo>
                  <a:lnTo>
                    <a:pt x="337" y="159"/>
                  </a:lnTo>
                  <a:lnTo>
                    <a:pt x="318" y="100"/>
                  </a:lnTo>
                  <a:lnTo>
                    <a:pt x="278" y="41"/>
                  </a:lnTo>
                  <a:lnTo>
                    <a:pt x="219"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26"/>
            <p:cNvSpPr/>
            <p:nvPr/>
          </p:nvSpPr>
          <p:spPr>
            <a:xfrm>
              <a:off x="979525" y="1779025"/>
              <a:ext cx="8450" cy="655775"/>
            </a:xfrm>
            <a:custGeom>
              <a:avLst/>
              <a:gdLst/>
              <a:ahLst/>
              <a:cxnLst/>
              <a:rect l="l" t="t" r="r" b="b"/>
              <a:pathLst>
                <a:path w="338" h="26231" fill="none" extrusionOk="0">
                  <a:moveTo>
                    <a:pt x="159" y="1"/>
                  </a:moveTo>
                  <a:lnTo>
                    <a:pt x="159" y="1"/>
                  </a:lnTo>
                  <a:lnTo>
                    <a:pt x="100" y="1"/>
                  </a:lnTo>
                  <a:lnTo>
                    <a:pt x="40" y="41"/>
                  </a:lnTo>
                  <a:lnTo>
                    <a:pt x="1" y="100"/>
                  </a:lnTo>
                  <a:lnTo>
                    <a:pt x="1" y="159"/>
                  </a:lnTo>
                  <a:lnTo>
                    <a:pt x="1" y="159"/>
                  </a:lnTo>
                  <a:lnTo>
                    <a:pt x="1" y="219"/>
                  </a:lnTo>
                  <a:lnTo>
                    <a:pt x="40" y="258"/>
                  </a:lnTo>
                  <a:lnTo>
                    <a:pt x="80" y="298"/>
                  </a:lnTo>
                  <a:lnTo>
                    <a:pt x="120" y="318"/>
                  </a:lnTo>
                  <a:lnTo>
                    <a:pt x="120" y="26230"/>
                  </a:lnTo>
                  <a:lnTo>
                    <a:pt x="199" y="26230"/>
                  </a:lnTo>
                  <a:lnTo>
                    <a:pt x="199" y="318"/>
                  </a:lnTo>
                  <a:lnTo>
                    <a:pt x="199" y="318"/>
                  </a:lnTo>
                  <a:lnTo>
                    <a:pt x="258" y="298"/>
                  </a:lnTo>
                  <a:lnTo>
                    <a:pt x="298" y="258"/>
                  </a:lnTo>
                  <a:lnTo>
                    <a:pt x="318" y="219"/>
                  </a:lnTo>
                  <a:lnTo>
                    <a:pt x="337" y="159"/>
                  </a:lnTo>
                  <a:lnTo>
                    <a:pt x="337" y="159"/>
                  </a:lnTo>
                  <a:lnTo>
                    <a:pt x="318" y="100"/>
                  </a:lnTo>
                  <a:lnTo>
                    <a:pt x="278" y="41"/>
                  </a:lnTo>
                  <a:lnTo>
                    <a:pt x="219" y="1"/>
                  </a:lnTo>
                  <a:lnTo>
                    <a:pt x="159"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26"/>
            <p:cNvSpPr/>
            <p:nvPr/>
          </p:nvSpPr>
          <p:spPr>
            <a:xfrm>
              <a:off x="538750" y="1510100"/>
              <a:ext cx="54000" cy="924700"/>
            </a:xfrm>
            <a:custGeom>
              <a:avLst/>
              <a:gdLst/>
              <a:ahLst/>
              <a:cxnLst/>
              <a:rect l="l" t="t" r="r" b="b"/>
              <a:pathLst>
                <a:path w="2160" h="36988" extrusionOk="0">
                  <a:moveTo>
                    <a:pt x="159" y="1"/>
                  </a:moveTo>
                  <a:lnTo>
                    <a:pt x="99" y="21"/>
                  </a:lnTo>
                  <a:lnTo>
                    <a:pt x="40" y="40"/>
                  </a:lnTo>
                  <a:lnTo>
                    <a:pt x="0" y="100"/>
                  </a:lnTo>
                  <a:lnTo>
                    <a:pt x="0" y="159"/>
                  </a:lnTo>
                  <a:lnTo>
                    <a:pt x="0" y="219"/>
                  </a:lnTo>
                  <a:lnTo>
                    <a:pt x="40" y="278"/>
                  </a:lnTo>
                  <a:lnTo>
                    <a:pt x="79" y="298"/>
                  </a:lnTo>
                  <a:lnTo>
                    <a:pt x="119" y="318"/>
                  </a:lnTo>
                  <a:lnTo>
                    <a:pt x="119" y="3270"/>
                  </a:lnTo>
                  <a:lnTo>
                    <a:pt x="2080" y="5231"/>
                  </a:lnTo>
                  <a:lnTo>
                    <a:pt x="2080" y="36987"/>
                  </a:lnTo>
                  <a:lnTo>
                    <a:pt x="2159" y="36987"/>
                  </a:lnTo>
                  <a:lnTo>
                    <a:pt x="2159" y="5191"/>
                  </a:lnTo>
                  <a:lnTo>
                    <a:pt x="198" y="3230"/>
                  </a:lnTo>
                  <a:lnTo>
                    <a:pt x="198" y="318"/>
                  </a:lnTo>
                  <a:lnTo>
                    <a:pt x="258" y="298"/>
                  </a:lnTo>
                  <a:lnTo>
                    <a:pt x="297" y="278"/>
                  </a:lnTo>
                  <a:lnTo>
                    <a:pt x="317" y="219"/>
                  </a:lnTo>
                  <a:lnTo>
                    <a:pt x="337" y="159"/>
                  </a:lnTo>
                  <a:lnTo>
                    <a:pt x="317" y="100"/>
                  </a:lnTo>
                  <a:lnTo>
                    <a:pt x="277" y="40"/>
                  </a:lnTo>
                  <a:lnTo>
                    <a:pt x="218" y="21"/>
                  </a:lnTo>
                  <a:lnTo>
                    <a:pt x="159"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26"/>
            <p:cNvSpPr/>
            <p:nvPr/>
          </p:nvSpPr>
          <p:spPr>
            <a:xfrm>
              <a:off x="538750" y="1510100"/>
              <a:ext cx="54000" cy="924700"/>
            </a:xfrm>
            <a:custGeom>
              <a:avLst/>
              <a:gdLst/>
              <a:ahLst/>
              <a:cxnLst/>
              <a:rect l="l" t="t" r="r" b="b"/>
              <a:pathLst>
                <a:path w="2160" h="36988" fill="none" extrusionOk="0">
                  <a:moveTo>
                    <a:pt x="159" y="1"/>
                  </a:moveTo>
                  <a:lnTo>
                    <a:pt x="159" y="1"/>
                  </a:lnTo>
                  <a:lnTo>
                    <a:pt x="99" y="21"/>
                  </a:lnTo>
                  <a:lnTo>
                    <a:pt x="40" y="40"/>
                  </a:lnTo>
                  <a:lnTo>
                    <a:pt x="0" y="100"/>
                  </a:lnTo>
                  <a:lnTo>
                    <a:pt x="0" y="159"/>
                  </a:lnTo>
                  <a:lnTo>
                    <a:pt x="0" y="159"/>
                  </a:lnTo>
                  <a:lnTo>
                    <a:pt x="0" y="219"/>
                  </a:lnTo>
                  <a:lnTo>
                    <a:pt x="40" y="278"/>
                  </a:lnTo>
                  <a:lnTo>
                    <a:pt x="79" y="298"/>
                  </a:lnTo>
                  <a:lnTo>
                    <a:pt x="119" y="318"/>
                  </a:lnTo>
                  <a:lnTo>
                    <a:pt x="119" y="3270"/>
                  </a:lnTo>
                  <a:lnTo>
                    <a:pt x="2080" y="5231"/>
                  </a:lnTo>
                  <a:lnTo>
                    <a:pt x="2080" y="36987"/>
                  </a:lnTo>
                  <a:lnTo>
                    <a:pt x="2159" y="36987"/>
                  </a:lnTo>
                  <a:lnTo>
                    <a:pt x="2159" y="5191"/>
                  </a:lnTo>
                  <a:lnTo>
                    <a:pt x="198" y="3230"/>
                  </a:lnTo>
                  <a:lnTo>
                    <a:pt x="198" y="318"/>
                  </a:lnTo>
                  <a:lnTo>
                    <a:pt x="198" y="318"/>
                  </a:lnTo>
                  <a:lnTo>
                    <a:pt x="258" y="298"/>
                  </a:lnTo>
                  <a:lnTo>
                    <a:pt x="297" y="278"/>
                  </a:lnTo>
                  <a:lnTo>
                    <a:pt x="317" y="219"/>
                  </a:lnTo>
                  <a:lnTo>
                    <a:pt x="337" y="159"/>
                  </a:lnTo>
                  <a:lnTo>
                    <a:pt x="337" y="159"/>
                  </a:lnTo>
                  <a:lnTo>
                    <a:pt x="317" y="100"/>
                  </a:lnTo>
                  <a:lnTo>
                    <a:pt x="277" y="40"/>
                  </a:lnTo>
                  <a:lnTo>
                    <a:pt x="218" y="21"/>
                  </a:lnTo>
                  <a:lnTo>
                    <a:pt x="159"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26"/>
            <p:cNvSpPr/>
            <p:nvPr/>
          </p:nvSpPr>
          <p:spPr>
            <a:xfrm>
              <a:off x="516450" y="1278825"/>
              <a:ext cx="54025" cy="1155975"/>
            </a:xfrm>
            <a:custGeom>
              <a:avLst/>
              <a:gdLst/>
              <a:ahLst/>
              <a:cxnLst/>
              <a:rect l="l" t="t" r="r" b="b"/>
              <a:pathLst>
                <a:path w="2161" h="46239" extrusionOk="0">
                  <a:moveTo>
                    <a:pt x="159" y="0"/>
                  </a:moveTo>
                  <a:lnTo>
                    <a:pt x="100" y="20"/>
                  </a:lnTo>
                  <a:lnTo>
                    <a:pt x="40" y="60"/>
                  </a:lnTo>
                  <a:lnTo>
                    <a:pt x="1" y="99"/>
                  </a:lnTo>
                  <a:lnTo>
                    <a:pt x="1" y="179"/>
                  </a:lnTo>
                  <a:lnTo>
                    <a:pt x="1" y="218"/>
                  </a:lnTo>
                  <a:lnTo>
                    <a:pt x="20" y="278"/>
                  </a:lnTo>
                  <a:lnTo>
                    <a:pt x="60" y="297"/>
                  </a:lnTo>
                  <a:lnTo>
                    <a:pt x="119" y="337"/>
                  </a:lnTo>
                  <a:lnTo>
                    <a:pt x="119" y="12996"/>
                  </a:lnTo>
                  <a:lnTo>
                    <a:pt x="2081" y="14957"/>
                  </a:lnTo>
                  <a:lnTo>
                    <a:pt x="2081" y="46238"/>
                  </a:lnTo>
                  <a:lnTo>
                    <a:pt x="2160" y="46238"/>
                  </a:lnTo>
                  <a:lnTo>
                    <a:pt x="2160" y="14918"/>
                  </a:lnTo>
                  <a:lnTo>
                    <a:pt x="199" y="12956"/>
                  </a:lnTo>
                  <a:lnTo>
                    <a:pt x="199" y="337"/>
                  </a:lnTo>
                  <a:lnTo>
                    <a:pt x="258" y="297"/>
                  </a:lnTo>
                  <a:lnTo>
                    <a:pt x="298" y="278"/>
                  </a:lnTo>
                  <a:lnTo>
                    <a:pt x="318" y="218"/>
                  </a:lnTo>
                  <a:lnTo>
                    <a:pt x="318" y="179"/>
                  </a:lnTo>
                  <a:lnTo>
                    <a:pt x="318" y="99"/>
                  </a:lnTo>
                  <a:lnTo>
                    <a:pt x="278" y="60"/>
                  </a:lnTo>
                  <a:lnTo>
                    <a:pt x="219" y="20"/>
                  </a:lnTo>
                  <a:lnTo>
                    <a:pt x="159"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26"/>
            <p:cNvSpPr/>
            <p:nvPr/>
          </p:nvSpPr>
          <p:spPr>
            <a:xfrm>
              <a:off x="516450" y="1278825"/>
              <a:ext cx="54025" cy="1155975"/>
            </a:xfrm>
            <a:custGeom>
              <a:avLst/>
              <a:gdLst/>
              <a:ahLst/>
              <a:cxnLst/>
              <a:rect l="l" t="t" r="r" b="b"/>
              <a:pathLst>
                <a:path w="2161" h="46239" fill="none" extrusionOk="0">
                  <a:moveTo>
                    <a:pt x="159" y="0"/>
                  </a:moveTo>
                  <a:lnTo>
                    <a:pt x="159" y="0"/>
                  </a:lnTo>
                  <a:lnTo>
                    <a:pt x="100" y="20"/>
                  </a:lnTo>
                  <a:lnTo>
                    <a:pt x="40" y="60"/>
                  </a:lnTo>
                  <a:lnTo>
                    <a:pt x="1" y="99"/>
                  </a:lnTo>
                  <a:lnTo>
                    <a:pt x="1" y="179"/>
                  </a:lnTo>
                  <a:lnTo>
                    <a:pt x="1" y="179"/>
                  </a:lnTo>
                  <a:lnTo>
                    <a:pt x="1" y="218"/>
                  </a:lnTo>
                  <a:lnTo>
                    <a:pt x="20" y="278"/>
                  </a:lnTo>
                  <a:lnTo>
                    <a:pt x="60" y="297"/>
                  </a:lnTo>
                  <a:lnTo>
                    <a:pt x="119" y="337"/>
                  </a:lnTo>
                  <a:lnTo>
                    <a:pt x="119" y="12996"/>
                  </a:lnTo>
                  <a:lnTo>
                    <a:pt x="2081" y="14957"/>
                  </a:lnTo>
                  <a:lnTo>
                    <a:pt x="2081" y="46238"/>
                  </a:lnTo>
                  <a:lnTo>
                    <a:pt x="2160" y="46238"/>
                  </a:lnTo>
                  <a:lnTo>
                    <a:pt x="2160" y="14918"/>
                  </a:lnTo>
                  <a:lnTo>
                    <a:pt x="199" y="12956"/>
                  </a:lnTo>
                  <a:lnTo>
                    <a:pt x="199" y="337"/>
                  </a:lnTo>
                  <a:lnTo>
                    <a:pt x="199" y="337"/>
                  </a:lnTo>
                  <a:lnTo>
                    <a:pt x="258" y="297"/>
                  </a:lnTo>
                  <a:lnTo>
                    <a:pt x="298" y="278"/>
                  </a:lnTo>
                  <a:lnTo>
                    <a:pt x="318" y="218"/>
                  </a:lnTo>
                  <a:lnTo>
                    <a:pt x="318" y="179"/>
                  </a:lnTo>
                  <a:lnTo>
                    <a:pt x="318" y="179"/>
                  </a:lnTo>
                  <a:lnTo>
                    <a:pt x="318" y="99"/>
                  </a:lnTo>
                  <a:lnTo>
                    <a:pt x="278" y="60"/>
                  </a:lnTo>
                  <a:lnTo>
                    <a:pt x="219" y="20"/>
                  </a:lnTo>
                  <a:lnTo>
                    <a:pt x="159"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26"/>
            <p:cNvSpPr/>
            <p:nvPr/>
          </p:nvSpPr>
          <p:spPr>
            <a:xfrm>
              <a:off x="611550" y="1825100"/>
              <a:ext cx="8450" cy="609700"/>
            </a:xfrm>
            <a:custGeom>
              <a:avLst/>
              <a:gdLst/>
              <a:ahLst/>
              <a:cxnLst/>
              <a:rect l="l" t="t" r="r" b="b"/>
              <a:pathLst>
                <a:path w="338" h="24388" extrusionOk="0">
                  <a:moveTo>
                    <a:pt x="159" y="0"/>
                  </a:moveTo>
                  <a:lnTo>
                    <a:pt x="99" y="20"/>
                  </a:lnTo>
                  <a:lnTo>
                    <a:pt x="40" y="60"/>
                  </a:lnTo>
                  <a:lnTo>
                    <a:pt x="20" y="99"/>
                  </a:lnTo>
                  <a:lnTo>
                    <a:pt x="0" y="179"/>
                  </a:lnTo>
                  <a:lnTo>
                    <a:pt x="0" y="218"/>
                  </a:lnTo>
                  <a:lnTo>
                    <a:pt x="40" y="278"/>
                  </a:lnTo>
                  <a:lnTo>
                    <a:pt x="80" y="317"/>
                  </a:lnTo>
                  <a:lnTo>
                    <a:pt x="119" y="337"/>
                  </a:lnTo>
                  <a:lnTo>
                    <a:pt x="119" y="24387"/>
                  </a:lnTo>
                  <a:lnTo>
                    <a:pt x="198" y="24387"/>
                  </a:lnTo>
                  <a:lnTo>
                    <a:pt x="198" y="337"/>
                  </a:lnTo>
                  <a:lnTo>
                    <a:pt x="258" y="317"/>
                  </a:lnTo>
                  <a:lnTo>
                    <a:pt x="297" y="278"/>
                  </a:lnTo>
                  <a:lnTo>
                    <a:pt x="317" y="218"/>
                  </a:lnTo>
                  <a:lnTo>
                    <a:pt x="337" y="179"/>
                  </a:lnTo>
                  <a:lnTo>
                    <a:pt x="317" y="99"/>
                  </a:lnTo>
                  <a:lnTo>
                    <a:pt x="278" y="60"/>
                  </a:lnTo>
                  <a:lnTo>
                    <a:pt x="238" y="20"/>
                  </a:lnTo>
                  <a:lnTo>
                    <a:pt x="159"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26"/>
            <p:cNvSpPr/>
            <p:nvPr/>
          </p:nvSpPr>
          <p:spPr>
            <a:xfrm>
              <a:off x="611550" y="1825100"/>
              <a:ext cx="8450" cy="609700"/>
            </a:xfrm>
            <a:custGeom>
              <a:avLst/>
              <a:gdLst/>
              <a:ahLst/>
              <a:cxnLst/>
              <a:rect l="l" t="t" r="r" b="b"/>
              <a:pathLst>
                <a:path w="338" h="24388" fill="none" extrusionOk="0">
                  <a:moveTo>
                    <a:pt x="159" y="0"/>
                  </a:moveTo>
                  <a:lnTo>
                    <a:pt x="159" y="0"/>
                  </a:lnTo>
                  <a:lnTo>
                    <a:pt x="99" y="20"/>
                  </a:lnTo>
                  <a:lnTo>
                    <a:pt x="40" y="60"/>
                  </a:lnTo>
                  <a:lnTo>
                    <a:pt x="20" y="99"/>
                  </a:lnTo>
                  <a:lnTo>
                    <a:pt x="0" y="179"/>
                  </a:lnTo>
                  <a:lnTo>
                    <a:pt x="0" y="179"/>
                  </a:lnTo>
                  <a:lnTo>
                    <a:pt x="0" y="218"/>
                  </a:lnTo>
                  <a:lnTo>
                    <a:pt x="40" y="278"/>
                  </a:lnTo>
                  <a:lnTo>
                    <a:pt x="80" y="317"/>
                  </a:lnTo>
                  <a:lnTo>
                    <a:pt x="119" y="337"/>
                  </a:lnTo>
                  <a:lnTo>
                    <a:pt x="119" y="24387"/>
                  </a:lnTo>
                  <a:lnTo>
                    <a:pt x="198" y="24387"/>
                  </a:lnTo>
                  <a:lnTo>
                    <a:pt x="198" y="337"/>
                  </a:lnTo>
                  <a:lnTo>
                    <a:pt x="198" y="337"/>
                  </a:lnTo>
                  <a:lnTo>
                    <a:pt x="258" y="317"/>
                  </a:lnTo>
                  <a:lnTo>
                    <a:pt x="297" y="278"/>
                  </a:lnTo>
                  <a:lnTo>
                    <a:pt x="317" y="218"/>
                  </a:lnTo>
                  <a:lnTo>
                    <a:pt x="337" y="179"/>
                  </a:lnTo>
                  <a:lnTo>
                    <a:pt x="337" y="179"/>
                  </a:lnTo>
                  <a:lnTo>
                    <a:pt x="317" y="99"/>
                  </a:lnTo>
                  <a:lnTo>
                    <a:pt x="278" y="60"/>
                  </a:lnTo>
                  <a:lnTo>
                    <a:pt x="238" y="20"/>
                  </a:lnTo>
                  <a:lnTo>
                    <a:pt x="159"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26"/>
            <p:cNvSpPr/>
            <p:nvPr/>
          </p:nvSpPr>
          <p:spPr>
            <a:xfrm>
              <a:off x="926525" y="1733975"/>
              <a:ext cx="56000" cy="700825"/>
            </a:xfrm>
            <a:custGeom>
              <a:avLst/>
              <a:gdLst/>
              <a:ahLst/>
              <a:cxnLst/>
              <a:rect l="l" t="t" r="r" b="b"/>
              <a:pathLst>
                <a:path w="2240" h="28033" extrusionOk="0">
                  <a:moveTo>
                    <a:pt x="2061" y="0"/>
                  </a:moveTo>
                  <a:lnTo>
                    <a:pt x="2002" y="20"/>
                  </a:lnTo>
                  <a:lnTo>
                    <a:pt x="1942" y="40"/>
                  </a:lnTo>
                  <a:lnTo>
                    <a:pt x="1903" y="99"/>
                  </a:lnTo>
                  <a:lnTo>
                    <a:pt x="1903" y="159"/>
                  </a:lnTo>
                  <a:lnTo>
                    <a:pt x="1903" y="218"/>
                  </a:lnTo>
                  <a:lnTo>
                    <a:pt x="1923" y="258"/>
                  </a:lnTo>
                  <a:lnTo>
                    <a:pt x="1" y="2160"/>
                  </a:lnTo>
                  <a:lnTo>
                    <a:pt x="1" y="28032"/>
                  </a:lnTo>
                  <a:lnTo>
                    <a:pt x="80" y="28032"/>
                  </a:lnTo>
                  <a:lnTo>
                    <a:pt x="80" y="2199"/>
                  </a:lnTo>
                  <a:lnTo>
                    <a:pt x="1982" y="317"/>
                  </a:lnTo>
                  <a:lnTo>
                    <a:pt x="2022" y="337"/>
                  </a:lnTo>
                  <a:lnTo>
                    <a:pt x="2061" y="337"/>
                  </a:lnTo>
                  <a:lnTo>
                    <a:pt x="2121" y="317"/>
                  </a:lnTo>
                  <a:lnTo>
                    <a:pt x="2180" y="278"/>
                  </a:lnTo>
                  <a:lnTo>
                    <a:pt x="2220" y="238"/>
                  </a:lnTo>
                  <a:lnTo>
                    <a:pt x="2240" y="159"/>
                  </a:lnTo>
                  <a:lnTo>
                    <a:pt x="2220" y="99"/>
                  </a:lnTo>
                  <a:lnTo>
                    <a:pt x="2180" y="40"/>
                  </a:lnTo>
                  <a:lnTo>
                    <a:pt x="2121" y="20"/>
                  </a:lnTo>
                  <a:lnTo>
                    <a:pt x="2061"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26"/>
            <p:cNvSpPr/>
            <p:nvPr/>
          </p:nvSpPr>
          <p:spPr>
            <a:xfrm>
              <a:off x="926525" y="1733975"/>
              <a:ext cx="56000" cy="700825"/>
            </a:xfrm>
            <a:custGeom>
              <a:avLst/>
              <a:gdLst/>
              <a:ahLst/>
              <a:cxnLst/>
              <a:rect l="l" t="t" r="r" b="b"/>
              <a:pathLst>
                <a:path w="2240" h="28033" fill="none" extrusionOk="0">
                  <a:moveTo>
                    <a:pt x="2061" y="0"/>
                  </a:moveTo>
                  <a:lnTo>
                    <a:pt x="2061" y="0"/>
                  </a:lnTo>
                  <a:lnTo>
                    <a:pt x="2002" y="20"/>
                  </a:lnTo>
                  <a:lnTo>
                    <a:pt x="1942" y="40"/>
                  </a:lnTo>
                  <a:lnTo>
                    <a:pt x="1903" y="99"/>
                  </a:lnTo>
                  <a:lnTo>
                    <a:pt x="1903" y="159"/>
                  </a:lnTo>
                  <a:lnTo>
                    <a:pt x="1903" y="159"/>
                  </a:lnTo>
                  <a:lnTo>
                    <a:pt x="1903" y="218"/>
                  </a:lnTo>
                  <a:lnTo>
                    <a:pt x="1923" y="258"/>
                  </a:lnTo>
                  <a:lnTo>
                    <a:pt x="1" y="2160"/>
                  </a:lnTo>
                  <a:lnTo>
                    <a:pt x="1" y="28032"/>
                  </a:lnTo>
                  <a:lnTo>
                    <a:pt x="80" y="28032"/>
                  </a:lnTo>
                  <a:lnTo>
                    <a:pt x="80" y="2199"/>
                  </a:lnTo>
                  <a:lnTo>
                    <a:pt x="1982" y="317"/>
                  </a:lnTo>
                  <a:lnTo>
                    <a:pt x="1982" y="317"/>
                  </a:lnTo>
                  <a:lnTo>
                    <a:pt x="2022" y="337"/>
                  </a:lnTo>
                  <a:lnTo>
                    <a:pt x="2061" y="337"/>
                  </a:lnTo>
                  <a:lnTo>
                    <a:pt x="2061" y="337"/>
                  </a:lnTo>
                  <a:lnTo>
                    <a:pt x="2121" y="317"/>
                  </a:lnTo>
                  <a:lnTo>
                    <a:pt x="2180" y="278"/>
                  </a:lnTo>
                  <a:lnTo>
                    <a:pt x="2220" y="238"/>
                  </a:lnTo>
                  <a:lnTo>
                    <a:pt x="2240" y="159"/>
                  </a:lnTo>
                  <a:lnTo>
                    <a:pt x="2240" y="159"/>
                  </a:lnTo>
                  <a:lnTo>
                    <a:pt x="2220" y="99"/>
                  </a:lnTo>
                  <a:lnTo>
                    <a:pt x="2180" y="40"/>
                  </a:lnTo>
                  <a:lnTo>
                    <a:pt x="2121" y="20"/>
                  </a:lnTo>
                  <a:lnTo>
                    <a:pt x="2061"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26"/>
            <p:cNvSpPr/>
            <p:nvPr/>
          </p:nvSpPr>
          <p:spPr>
            <a:xfrm>
              <a:off x="472875" y="1899875"/>
              <a:ext cx="49550" cy="534925"/>
            </a:xfrm>
            <a:custGeom>
              <a:avLst/>
              <a:gdLst/>
              <a:ahLst/>
              <a:cxnLst/>
              <a:rect l="l" t="t" r="r" b="b"/>
              <a:pathLst>
                <a:path w="1982" h="21397" extrusionOk="0">
                  <a:moveTo>
                    <a:pt x="1744" y="1"/>
                  </a:moveTo>
                  <a:lnTo>
                    <a:pt x="1684" y="40"/>
                  </a:lnTo>
                  <a:lnTo>
                    <a:pt x="1664" y="100"/>
                  </a:lnTo>
                  <a:lnTo>
                    <a:pt x="1645" y="159"/>
                  </a:lnTo>
                  <a:lnTo>
                    <a:pt x="1645" y="199"/>
                  </a:lnTo>
                  <a:lnTo>
                    <a:pt x="1664" y="258"/>
                  </a:lnTo>
                  <a:lnTo>
                    <a:pt x="0" y="1922"/>
                  </a:lnTo>
                  <a:lnTo>
                    <a:pt x="0" y="3111"/>
                  </a:lnTo>
                  <a:lnTo>
                    <a:pt x="1763" y="4874"/>
                  </a:lnTo>
                  <a:lnTo>
                    <a:pt x="1763" y="21396"/>
                  </a:lnTo>
                  <a:lnTo>
                    <a:pt x="1862" y="21396"/>
                  </a:lnTo>
                  <a:lnTo>
                    <a:pt x="1862" y="4834"/>
                  </a:lnTo>
                  <a:lnTo>
                    <a:pt x="1862" y="2735"/>
                  </a:lnTo>
                  <a:lnTo>
                    <a:pt x="1902" y="2715"/>
                  </a:lnTo>
                  <a:lnTo>
                    <a:pt x="1942" y="2675"/>
                  </a:lnTo>
                  <a:lnTo>
                    <a:pt x="1962" y="2636"/>
                  </a:lnTo>
                  <a:lnTo>
                    <a:pt x="1981" y="2576"/>
                  </a:lnTo>
                  <a:lnTo>
                    <a:pt x="1962" y="2517"/>
                  </a:lnTo>
                  <a:lnTo>
                    <a:pt x="1922" y="2457"/>
                  </a:lnTo>
                  <a:lnTo>
                    <a:pt x="1882" y="2418"/>
                  </a:lnTo>
                  <a:lnTo>
                    <a:pt x="1744" y="2418"/>
                  </a:lnTo>
                  <a:lnTo>
                    <a:pt x="1684" y="2457"/>
                  </a:lnTo>
                  <a:lnTo>
                    <a:pt x="1664" y="2517"/>
                  </a:lnTo>
                  <a:lnTo>
                    <a:pt x="1645" y="2576"/>
                  </a:lnTo>
                  <a:lnTo>
                    <a:pt x="1645" y="2636"/>
                  </a:lnTo>
                  <a:lnTo>
                    <a:pt x="1684" y="2675"/>
                  </a:lnTo>
                  <a:lnTo>
                    <a:pt x="1724" y="2715"/>
                  </a:lnTo>
                  <a:lnTo>
                    <a:pt x="1763" y="2735"/>
                  </a:lnTo>
                  <a:lnTo>
                    <a:pt x="1763" y="4755"/>
                  </a:lnTo>
                  <a:lnTo>
                    <a:pt x="80" y="3071"/>
                  </a:lnTo>
                  <a:lnTo>
                    <a:pt x="80" y="1962"/>
                  </a:lnTo>
                  <a:lnTo>
                    <a:pt x="1744" y="298"/>
                  </a:lnTo>
                  <a:lnTo>
                    <a:pt x="1803" y="318"/>
                  </a:lnTo>
                  <a:lnTo>
                    <a:pt x="1882" y="318"/>
                  </a:lnTo>
                  <a:lnTo>
                    <a:pt x="1922" y="278"/>
                  </a:lnTo>
                  <a:lnTo>
                    <a:pt x="1962" y="219"/>
                  </a:lnTo>
                  <a:lnTo>
                    <a:pt x="1981" y="159"/>
                  </a:lnTo>
                  <a:lnTo>
                    <a:pt x="1962" y="100"/>
                  </a:lnTo>
                  <a:lnTo>
                    <a:pt x="1922" y="40"/>
                  </a:lnTo>
                  <a:lnTo>
                    <a:pt x="1882"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26"/>
            <p:cNvSpPr/>
            <p:nvPr/>
          </p:nvSpPr>
          <p:spPr>
            <a:xfrm>
              <a:off x="472875" y="1899875"/>
              <a:ext cx="49550" cy="534925"/>
            </a:xfrm>
            <a:custGeom>
              <a:avLst/>
              <a:gdLst/>
              <a:ahLst/>
              <a:cxnLst/>
              <a:rect l="l" t="t" r="r" b="b"/>
              <a:pathLst>
                <a:path w="1982" h="21397" fill="none" extrusionOk="0">
                  <a:moveTo>
                    <a:pt x="1803" y="1"/>
                  </a:moveTo>
                  <a:lnTo>
                    <a:pt x="1803" y="1"/>
                  </a:lnTo>
                  <a:lnTo>
                    <a:pt x="1744" y="1"/>
                  </a:lnTo>
                  <a:lnTo>
                    <a:pt x="1684" y="40"/>
                  </a:lnTo>
                  <a:lnTo>
                    <a:pt x="1664" y="100"/>
                  </a:lnTo>
                  <a:lnTo>
                    <a:pt x="1645" y="159"/>
                  </a:lnTo>
                  <a:lnTo>
                    <a:pt x="1645" y="159"/>
                  </a:lnTo>
                  <a:lnTo>
                    <a:pt x="1645" y="199"/>
                  </a:lnTo>
                  <a:lnTo>
                    <a:pt x="1664" y="258"/>
                  </a:lnTo>
                  <a:lnTo>
                    <a:pt x="0" y="1922"/>
                  </a:lnTo>
                  <a:lnTo>
                    <a:pt x="0" y="3111"/>
                  </a:lnTo>
                  <a:lnTo>
                    <a:pt x="1763" y="4874"/>
                  </a:lnTo>
                  <a:lnTo>
                    <a:pt x="1763" y="21396"/>
                  </a:lnTo>
                  <a:lnTo>
                    <a:pt x="1862" y="21396"/>
                  </a:lnTo>
                  <a:lnTo>
                    <a:pt x="1862" y="4834"/>
                  </a:lnTo>
                  <a:lnTo>
                    <a:pt x="1862" y="2735"/>
                  </a:lnTo>
                  <a:lnTo>
                    <a:pt x="1862" y="2735"/>
                  </a:lnTo>
                  <a:lnTo>
                    <a:pt x="1902" y="2715"/>
                  </a:lnTo>
                  <a:lnTo>
                    <a:pt x="1942" y="2675"/>
                  </a:lnTo>
                  <a:lnTo>
                    <a:pt x="1962" y="2636"/>
                  </a:lnTo>
                  <a:lnTo>
                    <a:pt x="1981" y="2576"/>
                  </a:lnTo>
                  <a:lnTo>
                    <a:pt x="1981" y="2576"/>
                  </a:lnTo>
                  <a:lnTo>
                    <a:pt x="1962" y="2517"/>
                  </a:lnTo>
                  <a:lnTo>
                    <a:pt x="1922" y="2457"/>
                  </a:lnTo>
                  <a:lnTo>
                    <a:pt x="1882" y="2418"/>
                  </a:lnTo>
                  <a:lnTo>
                    <a:pt x="1803" y="2418"/>
                  </a:lnTo>
                  <a:lnTo>
                    <a:pt x="1803" y="2418"/>
                  </a:lnTo>
                  <a:lnTo>
                    <a:pt x="1744" y="2418"/>
                  </a:lnTo>
                  <a:lnTo>
                    <a:pt x="1684" y="2457"/>
                  </a:lnTo>
                  <a:lnTo>
                    <a:pt x="1664" y="2517"/>
                  </a:lnTo>
                  <a:lnTo>
                    <a:pt x="1645" y="2576"/>
                  </a:lnTo>
                  <a:lnTo>
                    <a:pt x="1645" y="2576"/>
                  </a:lnTo>
                  <a:lnTo>
                    <a:pt x="1645" y="2636"/>
                  </a:lnTo>
                  <a:lnTo>
                    <a:pt x="1684" y="2675"/>
                  </a:lnTo>
                  <a:lnTo>
                    <a:pt x="1724" y="2715"/>
                  </a:lnTo>
                  <a:lnTo>
                    <a:pt x="1763" y="2735"/>
                  </a:lnTo>
                  <a:lnTo>
                    <a:pt x="1763" y="4755"/>
                  </a:lnTo>
                  <a:lnTo>
                    <a:pt x="80" y="3071"/>
                  </a:lnTo>
                  <a:lnTo>
                    <a:pt x="80" y="1962"/>
                  </a:lnTo>
                  <a:lnTo>
                    <a:pt x="1744" y="298"/>
                  </a:lnTo>
                  <a:lnTo>
                    <a:pt x="1744" y="298"/>
                  </a:lnTo>
                  <a:lnTo>
                    <a:pt x="1803" y="318"/>
                  </a:lnTo>
                  <a:lnTo>
                    <a:pt x="1803" y="318"/>
                  </a:lnTo>
                  <a:lnTo>
                    <a:pt x="1882" y="318"/>
                  </a:lnTo>
                  <a:lnTo>
                    <a:pt x="1922" y="278"/>
                  </a:lnTo>
                  <a:lnTo>
                    <a:pt x="1962" y="219"/>
                  </a:lnTo>
                  <a:lnTo>
                    <a:pt x="1981" y="159"/>
                  </a:lnTo>
                  <a:lnTo>
                    <a:pt x="1981" y="159"/>
                  </a:lnTo>
                  <a:lnTo>
                    <a:pt x="1962" y="100"/>
                  </a:lnTo>
                  <a:lnTo>
                    <a:pt x="1922" y="40"/>
                  </a:lnTo>
                  <a:lnTo>
                    <a:pt x="1882" y="1"/>
                  </a:lnTo>
                  <a:lnTo>
                    <a:pt x="1803"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26"/>
            <p:cNvSpPr/>
            <p:nvPr/>
          </p:nvSpPr>
          <p:spPr>
            <a:xfrm>
              <a:off x="635825" y="1904825"/>
              <a:ext cx="8425" cy="529975"/>
            </a:xfrm>
            <a:custGeom>
              <a:avLst/>
              <a:gdLst/>
              <a:ahLst/>
              <a:cxnLst/>
              <a:rect l="l" t="t" r="r" b="b"/>
              <a:pathLst>
                <a:path w="337" h="21199" extrusionOk="0">
                  <a:moveTo>
                    <a:pt x="119" y="1"/>
                  </a:moveTo>
                  <a:lnTo>
                    <a:pt x="59" y="40"/>
                  </a:lnTo>
                  <a:lnTo>
                    <a:pt x="20" y="100"/>
                  </a:lnTo>
                  <a:lnTo>
                    <a:pt x="0" y="159"/>
                  </a:lnTo>
                  <a:lnTo>
                    <a:pt x="20" y="219"/>
                  </a:lnTo>
                  <a:lnTo>
                    <a:pt x="40" y="258"/>
                  </a:lnTo>
                  <a:lnTo>
                    <a:pt x="79" y="298"/>
                  </a:lnTo>
                  <a:lnTo>
                    <a:pt x="139" y="318"/>
                  </a:lnTo>
                  <a:lnTo>
                    <a:pt x="139" y="21198"/>
                  </a:lnTo>
                  <a:lnTo>
                    <a:pt x="218" y="21198"/>
                  </a:lnTo>
                  <a:lnTo>
                    <a:pt x="218" y="318"/>
                  </a:lnTo>
                  <a:lnTo>
                    <a:pt x="277" y="298"/>
                  </a:lnTo>
                  <a:lnTo>
                    <a:pt x="317" y="258"/>
                  </a:lnTo>
                  <a:lnTo>
                    <a:pt x="337" y="219"/>
                  </a:lnTo>
                  <a:lnTo>
                    <a:pt x="337" y="159"/>
                  </a:lnTo>
                  <a:lnTo>
                    <a:pt x="337" y="100"/>
                  </a:lnTo>
                  <a:lnTo>
                    <a:pt x="297" y="40"/>
                  </a:lnTo>
                  <a:lnTo>
                    <a:pt x="238"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26"/>
            <p:cNvSpPr/>
            <p:nvPr/>
          </p:nvSpPr>
          <p:spPr>
            <a:xfrm>
              <a:off x="635825" y="1904825"/>
              <a:ext cx="8425" cy="529975"/>
            </a:xfrm>
            <a:custGeom>
              <a:avLst/>
              <a:gdLst/>
              <a:ahLst/>
              <a:cxnLst/>
              <a:rect l="l" t="t" r="r" b="b"/>
              <a:pathLst>
                <a:path w="337" h="21199" fill="none" extrusionOk="0">
                  <a:moveTo>
                    <a:pt x="178" y="1"/>
                  </a:moveTo>
                  <a:lnTo>
                    <a:pt x="178" y="1"/>
                  </a:lnTo>
                  <a:lnTo>
                    <a:pt x="119" y="1"/>
                  </a:lnTo>
                  <a:lnTo>
                    <a:pt x="59" y="40"/>
                  </a:lnTo>
                  <a:lnTo>
                    <a:pt x="20" y="100"/>
                  </a:lnTo>
                  <a:lnTo>
                    <a:pt x="0" y="159"/>
                  </a:lnTo>
                  <a:lnTo>
                    <a:pt x="0" y="159"/>
                  </a:lnTo>
                  <a:lnTo>
                    <a:pt x="20" y="219"/>
                  </a:lnTo>
                  <a:lnTo>
                    <a:pt x="40" y="258"/>
                  </a:lnTo>
                  <a:lnTo>
                    <a:pt x="79" y="298"/>
                  </a:lnTo>
                  <a:lnTo>
                    <a:pt x="139" y="318"/>
                  </a:lnTo>
                  <a:lnTo>
                    <a:pt x="139" y="21198"/>
                  </a:lnTo>
                  <a:lnTo>
                    <a:pt x="218" y="21198"/>
                  </a:lnTo>
                  <a:lnTo>
                    <a:pt x="218" y="318"/>
                  </a:lnTo>
                  <a:lnTo>
                    <a:pt x="218" y="318"/>
                  </a:lnTo>
                  <a:lnTo>
                    <a:pt x="277" y="298"/>
                  </a:lnTo>
                  <a:lnTo>
                    <a:pt x="317" y="258"/>
                  </a:lnTo>
                  <a:lnTo>
                    <a:pt x="337" y="219"/>
                  </a:lnTo>
                  <a:lnTo>
                    <a:pt x="337" y="159"/>
                  </a:lnTo>
                  <a:lnTo>
                    <a:pt x="337" y="159"/>
                  </a:lnTo>
                  <a:lnTo>
                    <a:pt x="337" y="100"/>
                  </a:lnTo>
                  <a:lnTo>
                    <a:pt x="297" y="40"/>
                  </a:lnTo>
                  <a:lnTo>
                    <a:pt x="238" y="1"/>
                  </a:lnTo>
                  <a:lnTo>
                    <a:pt x="178"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26"/>
            <p:cNvSpPr/>
            <p:nvPr/>
          </p:nvSpPr>
          <p:spPr>
            <a:xfrm>
              <a:off x="469900" y="1333800"/>
              <a:ext cx="78275" cy="1101000"/>
            </a:xfrm>
            <a:custGeom>
              <a:avLst/>
              <a:gdLst/>
              <a:ahLst/>
              <a:cxnLst/>
              <a:rect l="l" t="t" r="r" b="b"/>
              <a:pathLst>
                <a:path w="3131" h="44040" extrusionOk="0">
                  <a:moveTo>
                    <a:pt x="179" y="0"/>
                  </a:moveTo>
                  <a:lnTo>
                    <a:pt x="119" y="20"/>
                  </a:lnTo>
                  <a:lnTo>
                    <a:pt x="60" y="60"/>
                  </a:lnTo>
                  <a:lnTo>
                    <a:pt x="20" y="119"/>
                  </a:lnTo>
                  <a:lnTo>
                    <a:pt x="0" y="178"/>
                  </a:lnTo>
                  <a:lnTo>
                    <a:pt x="20" y="238"/>
                  </a:lnTo>
                  <a:lnTo>
                    <a:pt x="40" y="278"/>
                  </a:lnTo>
                  <a:lnTo>
                    <a:pt x="80" y="317"/>
                  </a:lnTo>
                  <a:lnTo>
                    <a:pt x="139" y="337"/>
                  </a:lnTo>
                  <a:lnTo>
                    <a:pt x="139" y="1684"/>
                  </a:lnTo>
                  <a:lnTo>
                    <a:pt x="1090" y="2635"/>
                  </a:lnTo>
                  <a:lnTo>
                    <a:pt x="1090" y="11272"/>
                  </a:lnTo>
                  <a:lnTo>
                    <a:pt x="3051" y="13234"/>
                  </a:lnTo>
                  <a:lnTo>
                    <a:pt x="3051" y="44039"/>
                  </a:lnTo>
                  <a:lnTo>
                    <a:pt x="3131" y="44039"/>
                  </a:lnTo>
                  <a:lnTo>
                    <a:pt x="3131" y="13194"/>
                  </a:lnTo>
                  <a:lnTo>
                    <a:pt x="1169" y="11233"/>
                  </a:lnTo>
                  <a:lnTo>
                    <a:pt x="1169" y="2595"/>
                  </a:lnTo>
                  <a:lnTo>
                    <a:pt x="218" y="1644"/>
                  </a:lnTo>
                  <a:lnTo>
                    <a:pt x="218" y="337"/>
                  </a:lnTo>
                  <a:lnTo>
                    <a:pt x="278" y="317"/>
                  </a:lnTo>
                  <a:lnTo>
                    <a:pt x="317" y="278"/>
                  </a:lnTo>
                  <a:lnTo>
                    <a:pt x="337" y="238"/>
                  </a:lnTo>
                  <a:lnTo>
                    <a:pt x="337" y="178"/>
                  </a:lnTo>
                  <a:lnTo>
                    <a:pt x="337" y="119"/>
                  </a:lnTo>
                  <a:lnTo>
                    <a:pt x="298" y="60"/>
                  </a:lnTo>
                  <a:lnTo>
                    <a:pt x="238" y="20"/>
                  </a:lnTo>
                  <a:lnTo>
                    <a:pt x="179"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26"/>
            <p:cNvSpPr/>
            <p:nvPr/>
          </p:nvSpPr>
          <p:spPr>
            <a:xfrm>
              <a:off x="469900" y="1333800"/>
              <a:ext cx="78275" cy="1101000"/>
            </a:xfrm>
            <a:custGeom>
              <a:avLst/>
              <a:gdLst/>
              <a:ahLst/>
              <a:cxnLst/>
              <a:rect l="l" t="t" r="r" b="b"/>
              <a:pathLst>
                <a:path w="3131" h="44040" fill="none" extrusionOk="0">
                  <a:moveTo>
                    <a:pt x="179" y="0"/>
                  </a:moveTo>
                  <a:lnTo>
                    <a:pt x="179" y="0"/>
                  </a:lnTo>
                  <a:lnTo>
                    <a:pt x="119" y="20"/>
                  </a:lnTo>
                  <a:lnTo>
                    <a:pt x="60" y="60"/>
                  </a:lnTo>
                  <a:lnTo>
                    <a:pt x="20" y="119"/>
                  </a:lnTo>
                  <a:lnTo>
                    <a:pt x="0" y="178"/>
                  </a:lnTo>
                  <a:lnTo>
                    <a:pt x="0" y="178"/>
                  </a:lnTo>
                  <a:lnTo>
                    <a:pt x="20" y="238"/>
                  </a:lnTo>
                  <a:lnTo>
                    <a:pt x="40" y="278"/>
                  </a:lnTo>
                  <a:lnTo>
                    <a:pt x="80" y="317"/>
                  </a:lnTo>
                  <a:lnTo>
                    <a:pt x="139" y="337"/>
                  </a:lnTo>
                  <a:lnTo>
                    <a:pt x="139" y="1684"/>
                  </a:lnTo>
                  <a:lnTo>
                    <a:pt x="1090" y="2635"/>
                  </a:lnTo>
                  <a:lnTo>
                    <a:pt x="1090" y="11272"/>
                  </a:lnTo>
                  <a:lnTo>
                    <a:pt x="3051" y="13234"/>
                  </a:lnTo>
                  <a:lnTo>
                    <a:pt x="3051" y="44039"/>
                  </a:lnTo>
                  <a:lnTo>
                    <a:pt x="3131" y="44039"/>
                  </a:lnTo>
                  <a:lnTo>
                    <a:pt x="3131" y="13194"/>
                  </a:lnTo>
                  <a:lnTo>
                    <a:pt x="1169" y="11233"/>
                  </a:lnTo>
                  <a:lnTo>
                    <a:pt x="1169" y="2595"/>
                  </a:lnTo>
                  <a:lnTo>
                    <a:pt x="218" y="1644"/>
                  </a:lnTo>
                  <a:lnTo>
                    <a:pt x="218" y="337"/>
                  </a:lnTo>
                  <a:lnTo>
                    <a:pt x="218" y="337"/>
                  </a:lnTo>
                  <a:lnTo>
                    <a:pt x="278" y="317"/>
                  </a:lnTo>
                  <a:lnTo>
                    <a:pt x="317" y="278"/>
                  </a:lnTo>
                  <a:lnTo>
                    <a:pt x="337" y="238"/>
                  </a:lnTo>
                  <a:lnTo>
                    <a:pt x="337" y="178"/>
                  </a:lnTo>
                  <a:lnTo>
                    <a:pt x="337" y="178"/>
                  </a:lnTo>
                  <a:lnTo>
                    <a:pt x="337" y="119"/>
                  </a:lnTo>
                  <a:lnTo>
                    <a:pt x="298" y="60"/>
                  </a:lnTo>
                  <a:lnTo>
                    <a:pt x="238" y="20"/>
                  </a:lnTo>
                  <a:lnTo>
                    <a:pt x="179"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26"/>
            <p:cNvSpPr/>
            <p:nvPr/>
          </p:nvSpPr>
          <p:spPr>
            <a:xfrm>
              <a:off x="868600" y="1090625"/>
              <a:ext cx="77775" cy="1344175"/>
            </a:xfrm>
            <a:custGeom>
              <a:avLst/>
              <a:gdLst/>
              <a:ahLst/>
              <a:cxnLst/>
              <a:rect l="l" t="t" r="r" b="b"/>
              <a:pathLst>
                <a:path w="3111" h="53767" extrusionOk="0">
                  <a:moveTo>
                    <a:pt x="2952" y="0"/>
                  </a:moveTo>
                  <a:lnTo>
                    <a:pt x="2892" y="20"/>
                  </a:lnTo>
                  <a:lnTo>
                    <a:pt x="2833" y="60"/>
                  </a:lnTo>
                  <a:lnTo>
                    <a:pt x="2793" y="99"/>
                  </a:lnTo>
                  <a:lnTo>
                    <a:pt x="2774" y="178"/>
                  </a:lnTo>
                  <a:lnTo>
                    <a:pt x="2793" y="218"/>
                  </a:lnTo>
                  <a:lnTo>
                    <a:pt x="2813" y="278"/>
                  </a:lnTo>
                  <a:lnTo>
                    <a:pt x="2853" y="317"/>
                  </a:lnTo>
                  <a:lnTo>
                    <a:pt x="2912" y="337"/>
                  </a:lnTo>
                  <a:lnTo>
                    <a:pt x="2912" y="1644"/>
                  </a:lnTo>
                  <a:lnTo>
                    <a:pt x="1961" y="2595"/>
                  </a:lnTo>
                  <a:lnTo>
                    <a:pt x="1961" y="11233"/>
                  </a:lnTo>
                  <a:lnTo>
                    <a:pt x="0" y="13194"/>
                  </a:lnTo>
                  <a:lnTo>
                    <a:pt x="0" y="53766"/>
                  </a:lnTo>
                  <a:lnTo>
                    <a:pt x="79" y="53766"/>
                  </a:lnTo>
                  <a:lnTo>
                    <a:pt x="79" y="13234"/>
                  </a:lnTo>
                  <a:lnTo>
                    <a:pt x="2041" y="11272"/>
                  </a:lnTo>
                  <a:lnTo>
                    <a:pt x="2041" y="2635"/>
                  </a:lnTo>
                  <a:lnTo>
                    <a:pt x="2991" y="1684"/>
                  </a:lnTo>
                  <a:lnTo>
                    <a:pt x="2991" y="337"/>
                  </a:lnTo>
                  <a:lnTo>
                    <a:pt x="3051" y="317"/>
                  </a:lnTo>
                  <a:lnTo>
                    <a:pt x="3091" y="278"/>
                  </a:lnTo>
                  <a:lnTo>
                    <a:pt x="3110" y="218"/>
                  </a:lnTo>
                  <a:lnTo>
                    <a:pt x="3110" y="178"/>
                  </a:lnTo>
                  <a:lnTo>
                    <a:pt x="3110" y="99"/>
                  </a:lnTo>
                  <a:lnTo>
                    <a:pt x="3071" y="60"/>
                  </a:lnTo>
                  <a:lnTo>
                    <a:pt x="3011" y="20"/>
                  </a:lnTo>
                  <a:lnTo>
                    <a:pt x="2952"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26"/>
            <p:cNvSpPr/>
            <p:nvPr/>
          </p:nvSpPr>
          <p:spPr>
            <a:xfrm>
              <a:off x="868600" y="1090625"/>
              <a:ext cx="77775" cy="1344175"/>
            </a:xfrm>
            <a:custGeom>
              <a:avLst/>
              <a:gdLst/>
              <a:ahLst/>
              <a:cxnLst/>
              <a:rect l="l" t="t" r="r" b="b"/>
              <a:pathLst>
                <a:path w="3111" h="53767" fill="none" extrusionOk="0">
                  <a:moveTo>
                    <a:pt x="2952" y="0"/>
                  </a:moveTo>
                  <a:lnTo>
                    <a:pt x="2952" y="0"/>
                  </a:lnTo>
                  <a:lnTo>
                    <a:pt x="2892" y="20"/>
                  </a:lnTo>
                  <a:lnTo>
                    <a:pt x="2833" y="60"/>
                  </a:lnTo>
                  <a:lnTo>
                    <a:pt x="2793" y="99"/>
                  </a:lnTo>
                  <a:lnTo>
                    <a:pt x="2774" y="178"/>
                  </a:lnTo>
                  <a:lnTo>
                    <a:pt x="2774" y="178"/>
                  </a:lnTo>
                  <a:lnTo>
                    <a:pt x="2793" y="218"/>
                  </a:lnTo>
                  <a:lnTo>
                    <a:pt x="2813" y="278"/>
                  </a:lnTo>
                  <a:lnTo>
                    <a:pt x="2853" y="317"/>
                  </a:lnTo>
                  <a:lnTo>
                    <a:pt x="2912" y="337"/>
                  </a:lnTo>
                  <a:lnTo>
                    <a:pt x="2912" y="1644"/>
                  </a:lnTo>
                  <a:lnTo>
                    <a:pt x="1961" y="2595"/>
                  </a:lnTo>
                  <a:lnTo>
                    <a:pt x="1961" y="11233"/>
                  </a:lnTo>
                  <a:lnTo>
                    <a:pt x="0" y="13194"/>
                  </a:lnTo>
                  <a:lnTo>
                    <a:pt x="0" y="53766"/>
                  </a:lnTo>
                  <a:lnTo>
                    <a:pt x="79" y="53766"/>
                  </a:lnTo>
                  <a:lnTo>
                    <a:pt x="79" y="13234"/>
                  </a:lnTo>
                  <a:lnTo>
                    <a:pt x="2041" y="11272"/>
                  </a:lnTo>
                  <a:lnTo>
                    <a:pt x="2041" y="2635"/>
                  </a:lnTo>
                  <a:lnTo>
                    <a:pt x="2991" y="1684"/>
                  </a:lnTo>
                  <a:lnTo>
                    <a:pt x="2991" y="337"/>
                  </a:lnTo>
                  <a:lnTo>
                    <a:pt x="2991" y="337"/>
                  </a:lnTo>
                  <a:lnTo>
                    <a:pt x="3051" y="317"/>
                  </a:lnTo>
                  <a:lnTo>
                    <a:pt x="3091" y="278"/>
                  </a:lnTo>
                  <a:lnTo>
                    <a:pt x="3110" y="218"/>
                  </a:lnTo>
                  <a:lnTo>
                    <a:pt x="3110" y="178"/>
                  </a:lnTo>
                  <a:lnTo>
                    <a:pt x="3110" y="178"/>
                  </a:lnTo>
                  <a:lnTo>
                    <a:pt x="3110" y="99"/>
                  </a:lnTo>
                  <a:lnTo>
                    <a:pt x="3071" y="60"/>
                  </a:lnTo>
                  <a:lnTo>
                    <a:pt x="3011" y="20"/>
                  </a:lnTo>
                  <a:lnTo>
                    <a:pt x="2952"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26"/>
            <p:cNvSpPr/>
            <p:nvPr/>
          </p:nvSpPr>
          <p:spPr>
            <a:xfrm>
              <a:off x="894350" y="1656700"/>
              <a:ext cx="49550" cy="778100"/>
            </a:xfrm>
            <a:custGeom>
              <a:avLst/>
              <a:gdLst/>
              <a:ahLst/>
              <a:cxnLst/>
              <a:rect l="l" t="t" r="r" b="b"/>
              <a:pathLst>
                <a:path w="1982" h="31124" extrusionOk="0">
                  <a:moveTo>
                    <a:pt x="159" y="1"/>
                  </a:moveTo>
                  <a:lnTo>
                    <a:pt x="99" y="21"/>
                  </a:lnTo>
                  <a:lnTo>
                    <a:pt x="40" y="40"/>
                  </a:lnTo>
                  <a:lnTo>
                    <a:pt x="20" y="100"/>
                  </a:lnTo>
                  <a:lnTo>
                    <a:pt x="0" y="159"/>
                  </a:lnTo>
                  <a:lnTo>
                    <a:pt x="20" y="238"/>
                  </a:lnTo>
                  <a:lnTo>
                    <a:pt x="40" y="278"/>
                  </a:lnTo>
                  <a:lnTo>
                    <a:pt x="99" y="318"/>
                  </a:lnTo>
                  <a:lnTo>
                    <a:pt x="159" y="337"/>
                  </a:lnTo>
                  <a:lnTo>
                    <a:pt x="218" y="337"/>
                  </a:lnTo>
                  <a:lnTo>
                    <a:pt x="258" y="318"/>
                  </a:lnTo>
                  <a:lnTo>
                    <a:pt x="1902" y="1962"/>
                  </a:lnTo>
                  <a:lnTo>
                    <a:pt x="1902" y="3071"/>
                  </a:lnTo>
                  <a:lnTo>
                    <a:pt x="218" y="4755"/>
                  </a:lnTo>
                  <a:lnTo>
                    <a:pt x="218" y="2735"/>
                  </a:lnTo>
                  <a:lnTo>
                    <a:pt x="258" y="2715"/>
                  </a:lnTo>
                  <a:lnTo>
                    <a:pt x="297" y="2675"/>
                  </a:lnTo>
                  <a:lnTo>
                    <a:pt x="317" y="2616"/>
                  </a:lnTo>
                  <a:lnTo>
                    <a:pt x="337" y="2576"/>
                  </a:lnTo>
                  <a:lnTo>
                    <a:pt x="317" y="2497"/>
                  </a:lnTo>
                  <a:lnTo>
                    <a:pt x="278" y="2457"/>
                  </a:lnTo>
                  <a:lnTo>
                    <a:pt x="238" y="2418"/>
                  </a:lnTo>
                  <a:lnTo>
                    <a:pt x="159" y="2398"/>
                  </a:lnTo>
                  <a:lnTo>
                    <a:pt x="99" y="2418"/>
                  </a:lnTo>
                  <a:lnTo>
                    <a:pt x="40" y="2457"/>
                  </a:lnTo>
                  <a:lnTo>
                    <a:pt x="20" y="2497"/>
                  </a:lnTo>
                  <a:lnTo>
                    <a:pt x="0" y="2576"/>
                  </a:lnTo>
                  <a:lnTo>
                    <a:pt x="0" y="2616"/>
                  </a:lnTo>
                  <a:lnTo>
                    <a:pt x="40" y="2675"/>
                  </a:lnTo>
                  <a:lnTo>
                    <a:pt x="79" y="2715"/>
                  </a:lnTo>
                  <a:lnTo>
                    <a:pt x="119" y="2735"/>
                  </a:lnTo>
                  <a:lnTo>
                    <a:pt x="119" y="31123"/>
                  </a:lnTo>
                  <a:lnTo>
                    <a:pt x="218" y="31123"/>
                  </a:lnTo>
                  <a:lnTo>
                    <a:pt x="218" y="4874"/>
                  </a:lnTo>
                  <a:lnTo>
                    <a:pt x="1981" y="3091"/>
                  </a:lnTo>
                  <a:lnTo>
                    <a:pt x="1981" y="1922"/>
                  </a:lnTo>
                  <a:lnTo>
                    <a:pt x="317" y="258"/>
                  </a:lnTo>
                  <a:lnTo>
                    <a:pt x="337" y="219"/>
                  </a:lnTo>
                  <a:lnTo>
                    <a:pt x="337" y="159"/>
                  </a:lnTo>
                  <a:lnTo>
                    <a:pt x="317" y="100"/>
                  </a:lnTo>
                  <a:lnTo>
                    <a:pt x="278" y="40"/>
                  </a:lnTo>
                  <a:lnTo>
                    <a:pt x="238" y="21"/>
                  </a:lnTo>
                  <a:lnTo>
                    <a:pt x="159"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26"/>
            <p:cNvSpPr/>
            <p:nvPr/>
          </p:nvSpPr>
          <p:spPr>
            <a:xfrm>
              <a:off x="894350" y="1656700"/>
              <a:ext cx="49550" cy="778100"/>
            </a:xfrm>
            <a:custGeom>
              <a:avLst/>
              <a:gdLst/>
              <a:ahLst/>
              <a:cxnLst/>
              <a:rect l="l" t="t" r="r" b="b"/>
              <a:pathLst>
                <a:path w="1982" h="31124" fill="none" extrusionOk="0">
                  <a:moveTo>
                    <a:pt x="159" y="1"/>
                  </a:moveTo>
                  <a:lnTo>
                    <a:pt x="159" y="1"/>
                  </a:lnTo>
                  <a:lnTo>
                    <a:pt x="159" y="1"/>
                  </a:lnTo>
                  <a:lnTo>
                    <a:pt x="159" y="1"/>
                  </a:lnTo>
                  <a:lnTo>
                    <a:pt x="99" y="21"/>
                  </a:lnTo>
                  <a:lnTo>
                    <a:pt x="40" y="40"/>
                  </a:lnTo>
                  <a:lnTo>
                    <a:pt x="20" y="100"/>
                  </a:lnTo>
                  <a:lnTo>
                    <a:pt x="0" y="159"/>
                  </a:lnTo>
                  <a:lnTo>
                    <a:pt x="0" y="159"/>
                  </a:lnTo>
                  <a:lnTo>
                    <a:pt x="20" y="238"/>
                  </a:lnTo>
                  <a:lnTo>
                    <a:pt x="40" y="278"/>
                  </a:lnTo>
                  <a:lnTo>
                    <a:pt x="99" y="318"/>
                  </a:lnTo>
                  <a:lnTo>
                    <a:pt x="159" y="337"/>
                  </a:lnTo>
                  <a:lnTo>
                    <a:pt x="159" y="337"/>
                  </a:lnTo>
                  <a:lnTo>
                    <a:pt x="218" y="337"/>
                  </a:lnTo>
                  <a:lnTo>
                    <a:pt x="258" y="318"/>
                  </a:lnTo>
                  <a:lnTo>
                    <a:pt x="1902" y="1962"/>
                  </a:lnTo>
                  <a:lnTo>
                    <a:pt x="1902" y="3071"/>
                  </a:lnTo>
                  <a:lnTo>
                    <a:pt x="218" y="4755"/>
                  </a:lnTo>
                  <a:lnTo>
                    <a:pt x="218" y="2735"/>
                  </a:lnTo>
                  <a:lnTo>
                    <a:pt x="218" y="2735"/>
                  </a:lnTo>
                  <a:lnTo>
                    <a:pt x="258" y="2715"/>
                  </a:lnTo>
                  <a:lnTo>
                    <a:pt x="297" y="2675"/>
                  </a:lnTo>
                  <a:lnTo>
                    <a:pt x="317" y="2616"/>
                  </a:lnTo>
                  <a:lnTo>
                    <a:pt x="337" y="2576"/>
                  </a:lnTo>
                  <a:lnTo>
                    <a:pt x="337" y="2576"/>
                  </a:lnTo>
                  <a:lnTo>
                    <a:pt x="317" y="2497"/>
                  </a:lnTo>
                  <a:lnTo>
                    <a:pt x="278" y="2457"/>
                  </a:lnTo>
                  <a:lnTo>
                    <a:pt x="238" y="2418"/>
                  </a:lnTo>
                  <a:lnTo>
                    <a:pt x="159" y="2398"/>
                  </a:lnTo>
                  <a:lnTo>
                    <a:pt x="159" y="2398"/>
                  </a:lnTo>
                  <a:lnTo>
                    <a:pt x="99" y="2418"/>
                  </a:lnTo>
                  <a:lnTo>
                    <a:pt x="40" y="2457"/>
                  </a:lnTo>
                  <a:lnTo>
                    <a:pt x="20" y="2497"/>
                  </a:lnTo>
                  <a:lnTo>
                    <a:pt x="0" y="2576"/>
                  </a:lnTo>
                  <a:lnTo>
                    <a:pt x="0" y="2576"/>
                  </a:lnTo>
                  <a:lnTo>
                    <a:pt x="0" y="2616"/>
                  </a:lnTo>
                  <a:lnTo>
                    <a:pt x="40" y="2675"/>
                  </a:lnTo>
                  <a:lnTo>
                    <a:pt x="79" y="2715"/>
                  </a:lnTo>
                  <a:lnTo>
                    <a:pt x="119" y="2735"/>
                  </a:lnTo>
                  <a:lnTo>
                    <a:pt x="119" y="31123"/>
                  </a:lnTo>
                  <a:lnTo>
                    <a:pt x="218" y="31123"/>
                  </a:lnTo>
                  <a:lnTo>
                    <a:pt x="218" y="4874"/>
                  </a:lnTo>
                  <a:lnTo>
                    <a:pt x="1981" y="3091"/>
                  </a:lnTo>
                  <a:lnTo>
                    <a:pt x="1981" y="1922"/>
                  </a:lnTo>
                  <a:lnTo>
                    <a:pt x="317" y="258"/>
                  </a:lnTo>
                  <a:lnTo>
                    <a:pt x="317" y="258"/>
                  </a:lnTo>
                  <a:lnTo>
                    <a:pt x="337" y="219"/>
                  </a:lnTo>
                  <a:lnTo>
                    <a:pt x="337" y="159"/>
                  </a:lnTo>
                  <a:lnTo>
                    <a:pt x="337" y="159"/>
                  </a:lnTo>
                  <a:lnTo>
                    <a:pt x="317" y="100"/>
                  </a:lnTo>
                  <a:lnTo>
                    <a:pt x="278" y="40"/>
                  </a:lnTo>
                  <a:lnTo>
                    <a:pt x="238" y="21"/>
                  </a:lnTo>
                  <a:lnTo>
                    <a:pt x="159"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26"/>
            <p:cNvSpPr/>
            <p:nvPr/>
          </p:nvSpPr>
          <p:spPr>
            <a:xfrm>
              <a:off x="614525" y="1073275"/>
              <a:ext cx="187725" cy="1361525"/>
            </a:xfrm>
            <a:custGeom>
              <a:avLst/>
              <a:gdLst/>
              <a:ahLst/>
              <a:cxnLst/>
              <a:rect l="l" t="t" r="r" b="b"/>
              <a:pathLst>
                <a:path w="7509" h="54461" extrusionOk="0">
                  <a:moveTo>
                    <a:pt x="5488" y="1"/>
                  </a:moveTo>
                  <a:lnTo>
                    <a:pt x="5428" y="21"/>
                  </a:lnTo>
                  <a:lnTo>
                    <a:pt x="5369" y="60"/>
                  </a:lnTo>
                  <a:lnTo>
                    <a:pt x="5349" y="120"/>
                  </a:lnTo>
                  <a:lnTo>
                    <a:pt x="5329" y="179"/>
                  </a:lnTo>
                  <a:lnTo>
                    <a:pt x="5329" y="239"/>
                  </a:lnTo>
                  <a:lnTo>
                    <a:pt x="5369" y="278"/>
                  </a:lnTo>
                  <a:lnTo>
                    <a:pt x="5408" y="318"/>
                  </a:lnTo>
                  <a:lnTo>
                    <a:pt x="5448" y="338"/>
                  </a:lnTo>
                  <a:lnTo>
                    <a:pt x="5448" y="8143"/>
                  </a:lnTo>
                  <a:lnTo>
                    <a:pt x="7409" y="10104"/>
                  </a:lnTo>
                  <a:lnTo>
                    <a:pt x="7409" y="17216"/>
                  </a:lnTo>
                  <a:lnTo>
                    <a:pt x="5448" y="19177"/>
                  </a:lnTo>
                  <a:lnTo>
                    <a:pt x="5448" y="27122"/>
                  </a:lnTo>
                  <a:lnTo>
                    <a:pt x="3011" y="29558"/>
                  </a:lnTo>
                  <a:lnTo>
                    <a:pt x="3011" y="34412"/>
                  </a:lnTo>
                  <a:lnTo>
                    <a:pt x="4418" y="35818"/>
                  </a:lnTo>
                  <a:lnTo>
                    <a:pt x="4418" y="39206"/>
                  </a:lnTo>
                  <a:lnTo>
                    <a:pt x="2060" y="36849"/>
                  </a:lnTo>
                  <a:lnTo>
                    <a:pt x="2060" y="28904"/>
                  </a:lnTo>
                  <a:lnTo>
                    <a:pt x="79" y="26943"/>
                  </a:lnTo>
                  <a:lnTo>
                    <a:pt x="79" y="19831"/>
                  </a:lnTo>
                  <a:lnTo>
                    <a:pt x="2060" y="17870"/>
                  </a:lnTo>
                  <a:lnTo>
                    <a:pt x="2060" y="10065"/>
                  </a:lnTo>
                  <a:lnTo>
                    <a:pt x="2100" y="10045"/>
                  </a:lnTo>
                  <a:lnTo>
                    <a:pt x="2140" y="10005"/>
                  </a:lnTo>
                  <a:lnTo>
                    <a:pt x="2179" y="9966"/>
                  </a:lnTo>
                  <a:lnTo>
                    <a:pt x="2179" y="9906"/>
                  </a:lnTo>
                  <a:lnTo>
                    <a:pt x="2160" y="9847"/>
                  </a:lnTo>
                  <a:lnTo>
                    <a:pt x="2140" y="9787"/>
                  </a:lnTo>
                  <a:lnTo>
                    <a:pt x="2080" y="9748"/>
                  </a:lnTo>
                  <a:lnTo>
                    <a:pt x="1942" y="9748"/>
                  </a:lnTo>
                  <a:lnTo>
                    <a:pt x="1902" y="9787"/>
                  </a:lnTo>
                  <a:lnTo>
                    <a:pt x="1862" y="9847"/>
                  </a:lnTo>
                  <a:lnTo>
                    <a:pt x="1843" y="9906"/>
                  </a:lnTo>
                  <a:lnTo>
                    <a:pt x="1862" y="9966"/>
                  </a:lnTo>
                  <a:lnTo>
                    <a:pt x="1882" y="10005"/>
                  </a:lnTo>
                  <a:lnTo>
                    <a:pt x="1922" y="10045"/>
                  </a:lnTo>
                  <a:lnTo>
                    <a:pt x="1961" y="10065"/>
                  </a:lnTo>
                  <a:lnTo>
                    <a:pt x="1961" y="17830"/>
                  </a:lnTo>
                  <a:lnTo>
                    <a:pt x="0" y="19792"/>
                  </a:lnTo>
                  <a:lnTo>
                    <a:pt x="0" y="26983"/>
                  </a:lnTo>
                  <a:lnTo>
                    <a:pt x="1961" y="28944"/>
                  </a:lnTo>
                  <a:lnTo>
                    <a:pt x="1961" y="36888"/>
                  </a:lnTo>
                  <a:lnTo>
                    <a:pt x="4418" y="39325"/>
                  </a:lnTo>
                  <a:lnTo>
                    <a:pt x="4418" y="54460"/>
                  </a:lnTo>
                  <a:lnTo>
                    <a:pt x="4497" y="54460"/>
                  </a:lnTo>
                  <a:lnTo>
                    <a:pt x="4497" y="39285"/>
                  </a:lnTo>
                  <a:lnTo>
                    <a:pt x="4497" y="33540"/>
                  </a:lnTo>
                  <a:lnTo>
                    <a:pt x="7508" y="30529"/>
                  </a:lnTo>
                  <a:lnTo>
                    <a:pt x="7508" y="20505"/>
                  </a:lnTo>
                  <a:lnTo>
                    <a:pt x="7409" y="20505"/>
                  </a:lnTo>
                  <a:lnTo>
                    <a:pt x="7409" y="30509"/>
                  </a:lnTo>
                  <a:lnTo>
                    <a:pt x="4497" y="33421"/>
                  </a:lnTo>
                  <a:lnTo>
                    <a:pt x="4497" y="32530"/>
                  </a:lnTo>
                  <a:lnTo>
                    <a:pt x="6518" y="30529"/>
                  </a:lnTo>
                  <a:lnTo>
                    <a:pt x="6518" y="23694"/>
                  </a:lnTo>
                  <a:lnTo>
                    <a:pt x="6439" y="23694"/>
                  </a:lnTo>
                  <a:lnTo>
                    <a:pt x="6439" y="30509"/>
                  </a:lnTo>
                  <a:lnTo>
                    <a:pt x="4418" y="32510"/>
                  </a:lnTo>
                  <a:lnTo>
                    <a:pt x="4418" y="35700"/>
                  </a:lnTo>
                  <a:lnTo>
                    <a:pt x="3091" y="34392"/>
                  </a:lnTo>
                  <a:lnTo>
                    <a:pt x="3091" y="29598"/>
                  </a:lnTo>
                  <a:lnTo>
                    <a:pt x="5547" y="27161"/>
                  </a:lnTo>
                  <a:lnTo>
                    <a:pt x="5547" y="19217"/>
                  </a:lnTo>
                  <a:lnTo>
                    <a:pt x="7508" y="17256"/>
                  </a:lnTo>
                  <a:lnTo>
                    <a:pt x="7508" y="10065"/>
                  </a:lnTo>
                  <a:lnTo>
                    <a:pt x="5547" y="8103"/>
                  </a:lnTo>
                  <a:lnTo>
                    <a:pt x="5547" y="338"/>
                  </a:lnTo>
                  <a:lnTo>
                    <a:pt x="5587" y="318"/>
                  </a:lnTo>
                  <a:lnTo>
                    <a:pt x="5626" y="278"/>
                  </a:lnTo>
                  <a:lnTo>
                    <a:pt x="5646" y="239"/>
                  </a:lnTo>
                  <a:lnTo>
                    <a:pt x="5666" y="179"/>
                  </a:lnTo>
                  <a:lnTo>
                    <a:pt x="5646" y="120"/>
                  </a:lnTo>
                  <a:lnTo>
                    <a:pt x="5607" y="60"/>
                  </a:lnTo>
                  <a:lnTo>
                    <a:pt x="5567" y="21"/>
                  </a:lnTo>
                  <a:lnTo>
                    <a:pt x="5488"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26"/>
            <p:cNvSpPr/>
            <p:nvPr/>
          </p:nvSpPr>
          <p:spPr>
            <a:xfrm>
              <a:off x="614525" y="1073275"/>
              <a:ext cx="187725" cy="1361525"/>
            </a:xfrm>
            <a:custGeom>
              <a:avLst/>
              <a:gdLst/>
              <a:ahLst/>
              <a:cxnLst/>
              <a:rect l="l" t="t" r="r" b="b"/>
              <a:pathLst>
                <a:path w="7509" h="54461" fill="none" extrusionOk="0">
                  <a:moveTo>
                    <a:pt x="5488" y="1"/>
                  </a:moveTo>
                  <a:lnTo>
                    <a:pt x="5488" y="1"/>
                  </a:lnTo>
                  <a:lnTo>
                    <a:pt x="5428" y="21"/>
                  </a:lnTo>
                  <a:lnTo>
                    <a:pt x="5369" y="60"/>
                  </a:lnTo>
                  <a:lnTo>
                    <a:pt x="5349" y="120"/>
                  </a:lnTo>
                  <a:lnTo>
                    <a:pt x="5329" y="179"/>
                  </a:lnTo>
                  <a:lnTo>
                    <a:pt x="5329" y="179"/>
                  </a:lnTo>
                  <a:lnTo>
                    <a:pt x="5329" y="239"/>
                  </a:lnTo>
                  <a:lnTo>
                    <a:pt x="5369" y="278"/>
                  </a:lnTo>
                  <a:lnTo>
                    <a:pt x="5408" y="318"/>
                  </a:lnTo>
                  <a:lnTo>
                    <a:pt x="5448" y="338"/>
                  </a:lnTo>
                  <a:lnTo>
                    <a:pt x="5448" y="8143"/>
                  </a:lnTo>
                  <a:lnTo>
                    <a:pt x="7409" y="10104"/>
                  </a:lnTo>
                  <a:lnTo>
                    <a:pt x="7409" y="17216"/>
                  </a:lnTo>
                  <a:lnTo>
                    <a:pt x="5448" y="19177"/>
                  </a:lnTo>
                  <a:lnTo>
                    <a:pt x="5448" y="27122"/>
                  </a:lnTo>
                  <a:lnTo>
                    <a:pt x="3011" y="29558"/>
                  </a:lnTo>
                  <a:lnTo>
                    <a:pt x="3011" y="34412"/>
                  </a:lnTo>
                  <a:lnTo>
                    <a:pt x="4418" y="35818"/>
                  </a:lnTo>
                  <a:lnTo>
                    <a:pt x="4418" y="39206"/>
                  </a:lnTo>
                  <a:lnTo>
                    <a:pt x="2060" y="36849"/>
                  </a:lnTo>
                  <a:lnTo>
                    <a:pt x="2060" y="28904"/>
                  </a:lnTo>
                  <a:lnTo>
                    <a:pt x="79" y="26943"/>
                  </a:lnTo>
                  <a:lnTo>
                    <a:pt x="79" y="19831"/>
                  </a:lnTo>
                  <a:lnTo>
                    <a:pt x="2060" y="17870"/>
                  </a:lnTo>
                  <a:lnTo>
                    <a:pt x="2060" y="10065"/>
                  </a:lnTo>
                  <a:lnTo>
                    <a:pt x="2060" y="10065"/>
                  </a:lnTo>
                  <a:lnTo>
                    <a:pt x="2100" y="10045"/>
                  </a:lnTo>
                  <a:lnTo>
                    <a:pt x="2140" y="10005"/>
                  </a:lnTo>
                  <a:lnTo>
                    <a:pt x="2179" y="9966"/>
                  </a:lnTo>
                  <a:lnTo>
                    <a:pt x="2179" y="9906"/>
                  </a:lnTo>
                  <a:lnTo>
                    <a:pt x="2179" y="9906"/>
                  </a:lnTo>
                  <a:lnTo>
                    <a:pt x="2160" y="9847"/>
                  </a:lnTo>
                  <a:lnTo>
                    <a:pt x="2140" y="9787"/>
                  </a:lnTo>
                  <a:lnTo>
                    <a:pt x="2080" y="9748"/>
                  </a:lnTo>
                  <a:lnTo>
                    <a:pt x="2021" y="9748"/>
                  </a:lnTo>
                  <a:lnTo>
                    <a:pt x="2021" y="9748"/>
                  </a:lnTo>
                  <a:lnTo>
                    <a:pt x="1942" y="9748"/>
                  </a:lnTo>
                  <a:lnTo>
                    <a:pt x="1902" y="9787"/>
                  </a:lnTo>
                  <a:lnTo>
                    <a:pt x="1862" y="9847"/>
                  </a:lnTo>
                  <a:lnTo>
                    <a:pt x="1843" y="9906"/>
                  </a:lnTo>
                  <a:lnTo>
                    <a:pt x="1843" y="9906"/>
                  </a:lnTo>
                  <a:lnTo>
                    <a:pt x="1862" y="9966"/>
                  </a:lnTo>
                  <a:lnTo>
                    <a:pt x="1882" y="10005"/>
                  </a:lnTo>
                  <a:lnTo>
                    <a:pt x="1922" y="10045"/>
                  </a:lnTo>
                  <a:lnTo>
                    <a:pt x="1961" y="10065"/>
                  </a:lnTo>
                  <a:lnTo>
                    <a:pt x="1961" y="17830"/>
                  </a:lnTo>
                  <a:lnTo>
                    <a:pt x="0" y="19792"/>
                  </a:lnTo>
                  <a:lnTo>
                    <a:pt x="0" y="26983"/>
                  </a:lnTo>
                  <a:lnTo>
                    <a:pt x="1961" y="28944"/>
                  </a:lnTo>
                  <a:lnTo>
                    <a:pt x="1961" y="36888"/>
                  </a:lnTo>
                  <a:lnTo>
                    <a:pt x="4418" y="39325"/>
                  </a:lnTo>
                  <a:lnTo>
                    <a:pt x="4418" y="54460"/>
                  </a:lnTo>
                  <a:lnTo>
                    <a:pt x="4497" y="54460"/>
                  </a:lnTo>
                  <a:lnTo>
                    <a:pt x="4497" y="39285"/>
                  </a:lnTo>
                  <a:lnTo>
                    <a:pt x="4497" y="33540"/>
                  </a:lnTo>
                  <a:lnTo>
                    <a:pt x="7508" y="30529"/>
                  </a:lnTo>
                  <a:lnTo>
                    <a:pt x="7508" y="20505"/>
                  </a:lnTo>
                  <a:lnTo>
                    <a:pt x="7409" y="20505"/>
                  </a:lnTo>
                  <a:lnTo>
                    <a:pt x="7409" y="30509"/>
                  </a:lnTo>
                  <a:lnTo>
                    <a:pt x="4497" y="33421"/>
                  </a:lnTo>
                  <a:lnTo>
                    <a:pt x="4497" y="32530"/>
                  </a:lnTo>
                  <a:lnTo>
                    <a:pt x="6518" y="30529"/>
                  </a:lnTo>
                  <a:lnTo>
                    <a:pt x="6518" y="23694"/>
                  </a:lnTo>
                  <a:lnTo>
                    <a:pt x="6439" y="23694"/>
                  </a:lnTo>
                  <a:lnTo>
                    <a:pt x="6439" y="30509"/>
                  </a:lnTo>
                  <a:lnTo>
                    <a:pt x="4418" y="32510"/>
                  </a:lnTo>
                  <a:lnTo>
                    <a:pt x="4418" y="35700"/>
                  </a:lnTo>
                  <a:lnTo>
                    <a:pt x="3091" y="34392"/>
                  </a:lnTo>
                  <a:lnTo>
                    <a:pt x="3091" y="29598"/>
                  </a:lnTo>
                  <a:lnTo>
                    <a:pt x="5547" y="27161"/>
                  </a:lnTo>
                  <a:lnTo>
                    <a:pt x="5547" y="19217"/>
                  </a:lnTo>
                  <a:lnTo>
                    <a:pt x="7508" y="17256"/>
                  </a:lnTo>
                  <a:lnTo>
                    <a:pt x="7508" y="10065"/>
                  </a:lnTo>
                  <a:lnTo>
                    <a:pt x="5547" y="8103"/>
                  </a:lnTo>
                  <a:lnTo>
                    <a:pt x="5547" y="338"/>
                  </a:lnTo>
                  <a:lnTo>
                    <a:pt x="5547" y="338"/>
                  </a:lnTo>
                  <a:lnTo>
                    <a:pt x="5587" y="318"/>
                  </a:lnTo>
                  <a:lnTo>
                    <a:pt x="5626" y="278"/>
                  </a:lnTo>
                  <a:lnTo>
                    <a:pt x="5646" y="239"/>
                  </a:lnTo>
                  <a:lnTo>
                    <a:pt x="5666" y="179"/>
                  </a:lnTo>
                  <a:lnTo>
                    <a:pt x="5666" y="179"/>
                  </a:lnTo>
                  <a:lnTo>
                    <a:pt x="5646" y="120"/>
                  </a:lnTo>
                  <a:lnTo>
                    <a:pt x="5607" y="60"/>
                  </a:lnTo>
                  <a:lnTo>
                    <a:pt x="5567" y="21"/>
                  </a:lnTo>
                  <a:lnTo>
                    <a:pt x="5488"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26"/>
            <p:cNvSpPr/>
            <p:nvPr/>
          </p:nvSpPr>
          <p:spPr>
            <a:xfrm>
              <a:off x="771025" y="1035650"/>
              <a:ext cx="129275" cy="1399150"/>
            </a:xfrm>
            <a:custGeom>
              <a:avLst/>
              <a:gdLst/>
              <a:ahLst/>
              <a:cxnLst/>
              <a:rect l="l" t="t" r="r" b="b"/>
              <a:pathLst>
                <a:path w="5171" h="55966" extrusionOk="0">
                  <a:moveTo>
                    <a:pt x="4953" y="0"/>
                  </a:moveTo>
                  <a:lnTo>
                    <a:pt x="4894" y="40"/>
                  </a:lnTo>
                  <a:lnTo>
                    <a:pt x="4854" y="99"/>
                  </a:lnTo>
                  <a:lnTo>
                    <a:pt x="4834" y="159"/>
                  </a:lnTo>
                  <a:lnTo>
                    <a:pt x="4854" y="218"/>
                  </a:lnTo>
                  <a:lnTo>
                    <a:pt x="4874" y="258"/>
                  </a:lnTo>
                  <a:lnTo>
                    <a:pt x="4913" y="297"/>
                  </a:lnTo>
                  <a:lnTo>
                    <a:pt x="4973" y="317"/>
                  </a:lnTo>
                  <a:lnTo>
                    <a:pt x="4973" y="12956"/>
                  </a:lnTo>
                  <a:lnTo>
                    <a:pt x="3012" y="14918"/>
                  </a:lnTo>
                  <a:lnTo>
                    <a:pt x="3012" y="32014"/>
                  </a:lnTo>
                  <a:lnTo>
                    <a:pt x="0" y="35006"/>
                  </a:lnTo>
                  <a:lnTo>
                    <a:pt x="0" y="55965"/>
                  </a:lnTo>
                  <a:lnTo>
                    <a:pt x="80" y="55965"/>
                  </a:lnTo>
                  <a:lnTo>
                    <a:pt x="80" y="35045"/>
                  </a:lnTo>
                  <a:lnTo>
                    <a:pt x="3091" y="32034"/>
                  </a:lnTo>
                  <a:lnTo>
                    <a:pt x="3091" y="14957"/>
                  </a:lnTo>
                  <a:lnTo>
                    <a:pt x="5052" y="12996"/>
                  </a:lnTo>
                  <a:lnTo>
                    <a:pt x="5052" y="317"/>
                  </a:lnTo>
                  <a:lnTo>
                    <a:pt x="5092" y="297"/>
                  </a:lnTo>
                  <a:lnTo>
                    <a:pt x="5131" y="258"/>
                  </a:lnTo>
                  <a:lnTo>
                    <a:pt x="5171" y="218"/>
                  </a:lnTo>
                  <a:lnTo>
                    <a:pt x="5171" y="159"/>
                  </a:lnTo>
                  <a:lnTo>
                    <a:pt x="5171" y="99"/>
                  </a:lnTo>
                  <a:lnTo>
                    <a:pt x="5131" y="40"/>
                  </a:lnTo>
                  <a:lnTo>
                    <a:pt x="5072"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26"/>
            <p:cNvSpPr/>
            <p:nvPr/>
          </p:nvSpPr>
          <p:spPr>
            <a:xfrm>
              <a:off x="771025" y="1035650"/>
              <a:ext cx="129275" cy="1399150"/>
            </a:xfrm>
            <a:custGeom>
              <a:avLst/>
              <a:gdLst/>
              <a:ahLst/>
              <a:cxnLst/>
              <a:rect l="l" t="t" r="r" b="b"/>
              <a:pathLst>
                <a:path w="5171" h="55966" fill="none" extrusionOk="0">
                  <a:moveTo>
                    <a:pt x="5012" y="0"/>
                  </a:moveTo>
                  <a:lnTo>
                    <a:pt x="5012" y="0"/>
                  </a:lnTo>
                  <a:lnTo>
                    <a:pt x="4953" y="0"/>
                  </a:lnTo>
                  <a:lnTo>
                    <a:pt x="4894" y="40"/>
                  </a:lnTo>
                  <a:lnTo>
                    <a:pt x="4854" y="99"/>
                  </a:lnTo>
                  <a:lnTo>
                    <a:pt x="4834" y="159"/>
                  </a:lnTo>
                  <a:lnTo>
                    <a:pt x="4834" y="159"/>
                  </a:lnTo>
                  <a:lnTo>
                    <a:pt x="4854" y="218"/>
                  </a:lnTo>
                  <a:lnTo>
                    <a:pt x="4874" y="258"/>
                  </a:lnTo>
                  <a:lnTo>
                    <a:pt x="4913" y="297"/>
                  </a:lnTo>
                  <a:lnTo>
                    <a:pt x="4973" y="317"/>
                  </a:lnTo>
                  <a:lnTo>
                    <a:pt x="4973" y="12956"/>
                  </a:lnTo>
                  <a:lnTo>
                    <a:pt x="3012" y="14918"/>
                  </a:lnTo>
                  <a:lnTo>
                    <a:pt x="3012" y="32014"/>
                  </a:lnTo>
                  <a:lnTo>
                    <a:pt x="0" y="35006"/>
                  </a:lnTo>
                  <a:lnTo>
                    <a:pt x="0" y="55965"/>
                  </a:lnTo>
                  <a:lnTo>
                    <a:pt x="80" y="55965"/>
                  </a:lnTo>
                  <a:lnTo>
                    <a:pt x="80" y="35045"/>
                  </a:lnTo>
                  <a:lnTo>
                    <a:pt x="3091" y="32034"/>
                  </a:lnTo>
                  <a:lnTo>
                    <a:pt x="3091" y="14957"/>
                  </a:lnTo>
                  <a:lnTo>
                    <a:pt x="5052" y="12996"/>
                  </a:lnTo>
                  <a:lnTo>
                    <a:pt x="5052" y="317"/>
                  </a:lnTo>
                  <a:lnTo>
                    <a:pt x="5052" y="317"/>
                  </a:lnTo>
                  <a:lnTo>
                    <a:pt x="5092" y="297"/>
                  </a:lnTo>
                  <a:lnTo>
                    <a:pt x="5131" y="258"/>
                  </a:lnTo>
                  <a:lnTo>
                    <a:pt x="5171" y="218"/>
                  </a:lnTo>
                  <a:lnTo>
                    <a:pt x="5171" y="159"/>
                  </a:lnTo>
                  <a:lnTo>
                    <a:pt x="5171" y="159"/>
                  </a:lnTo>
                  <a:lnTo>
                    <a:pt x="5171" y="99"/>
                  </a:lnTo>
                  <a:lnTo>
                    <a:pt x="5131" y="40"/>
                  </a:lnTo>
                  <a:lnTo>
                    <a:pt x="5072" y="0"/>
                  </a:lnTo>
                  <a:lnTo>
                    <a:pt x="5012"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26"/>
            <p:cNvSpPr/>
            <p:nvPr/>
          </p:nvSpPr>
          <p:spPr>
            <a:xfrm>
              <a:off x="747750" y="1264950"/>
              <a:ext cx="130275" cy="1169850"/>
            </a:xfrm>
            <a:custGeom>
              <a:avLst/>
              <a:gdLst/>
              <a:ahLst/>
              <a:cxnLst/>
              <a:rect l="l" t="t" r="r" b="b"/>
              <a:pathLst>
                <a:path w="5211" h="46794" extrusionOk="0">
                  <a:moveTo>
                    <a:pt x="5052" y="1"/>
                  </a:moveTo>
                  <a:lnTo>
                    <a:pt x="4973" y="20"/>
                  </a:lnTo>
                  <a:lnTo>
                    <a:pt x="4933" y="60"/>
                  </a:lnTo>
                  <a:lnTo>
                    <a:pt x="4893" y="100"/>
                  </a:lnTo>
                  <a:lnTo>
                    <a:pt x="4874" y="179"/>
                  </a:lnTo>
                  <a:lnTo>
                    <a:pt x="4874" y="218"/>
                  </a:lnTo>
                  <a:lnTo>
                    <a:pt x="4893" y="258"/>
                  </a:lnTo>
                  <a:lnTo>
                    <a:pt x="4953" y="317"/>
                  </a:lnTo>
                  <a:lnTo>
                    <a:pt x="4953" y="3349"/>
                  </a:lnTo>
                  <a:lnTo>
                    <a:pt x="2992" y="5310"/>
                  </a:lnTo>
                  <a:lnTo>
                    <a:pt x="2992" y="22882"/>
                  </a:lnTo>
                  <a:lnTo>
                    <a:pt x="0" y="25873"/>
                  </a:lnTo>
                  <a:lnTo>
                    <a:pt x="0" y="46793"/>
                  </a:lnTo>
                  <a:lnTo>
                    <a:pt x="99" y="46793"/>
                  </a:lnTo>
                  <a:lnTo>
                    <a:pt x="99" y="25913"/>
                  </a:lnTo>
                  <a:lnTo>
                    <a:pt x="3091" y="22921"/>
                  </a:lnTo>
                  <a:lnTo>
                    <a:pt x="3091" y="5349"/>
                  </a:lnTo>
                  <a:lnTo>
                    <a:pt x="5052" y="3388"/>
                  </a:lnTo>
                  <a:lnTo>
                    <a:pt x="5052" y="337"/>
                  </a:lnTo>
                  <a:lnTo>
                    <a:pt x="5111" y="317"/>
                  </a:lnTo>
                  <a:lnTo>
                    <a:pt x="5171" y="298"/>
                  </a:lnTo>
                  <a:lnTo>
                    <a:pt x="5191" y="238"/>
                  </a:lnTo>
                  <a:lnTo>
                    <a:pt x="5210" y="179"/>
                  </a:lnTo>
                  <a:lnTo>
                    <a:pt x="5191" y="100"/>
                  </a:lnTo>
                  <a:lnTo>
                    <a:pt x="5171" y="60"/>
                  </a:lnTo>
                  <a:lnTo>
                    <a:pt x="5111" y="20"/>
                  </a:lnTo>
                  <a:lnTo>
                    <a:pt x="5052"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26"/>
            <p:cNvSpPr/>
            <p:nvPr/>
          </p:nvSpPr>
          <p:spPr>
            <a:xfrm>
              <a:off x="747750" y="1264950"/>
              <a:ext cx="130275" cy="1169850"/>
            </a:xfrm>
            <a:custGeom>
              <a:avLst/>
              <a:gdLst/>
              <a:ahLst/>
              <a:cxnLst/>
              <a:rect l="l" t="t" r="r" b="b"/>
              <a:pathLst>
                <a:path w="5211" h="46794" fill="none" extrusionOk="0">
                  <a:moveTo>
                    <a:pt x="5052" y="1"/>
                  </a:moveTo>
                  <a:lnTo>
                    <a:pt x="5052" y="1"/>
                  </a:lnTo>
                  <a:lnTo>
                    <a:pt x="5052" y="1"/>
                  </a:lnTo>
                  <a:lnTo>
                    <a:pt x="5052" y="1"/>
                  </a:lnTo>
                  <a:lnTo>
                    <a:pt x="4973" y="20"/>
                  </a:lnTo>
                  <a:lnTo>
                    <a:pt x="4933" y="60"/>
                  </a:lnTo>
                  <a:lnTo>
                    <a:pt x="4893" y="100"/>
                  </a:lnTo>
                  <a:lnTo>
                    <a:pt x="4874" y="179"/>
                  </a:lnTo>
                  <a:lnTo>
                    <a:pt x="4874" y="179"/>
                  </a:lnTo>
                  <a:lnTo>
                    <a:pt x="4874" y="218"/>
                  </a:lnTo>
                  <a:lnTo>
                    <a:pt x="4893" y="258"/>
                  </a:lnTo>
                  <a:lnTo>
                    <a:pt x="4953" y="317"/>
                  </a:lnTo>
                  <a:lnTo>
                    <a:pt x="4953" y="3349"/>
                  </a:lnTo>
                  <a:lnTo>
                    <a:pt x="2992" y="5310"/>
                  </a:lnTo>
                  <a:lnTo>
                    <a:pt x="2992" y="22882"/>
                  </a:lnTo>
                  <a:lnTo>
                    <a:pt x="0" y="25873"/>
                  </a:lnTo>
                  <a:lnTo>
                    <a:pt x="0" y="46793"/>
                  </a:lnTo>
                  <a:lnTo>
                    <a:pt x="99" y="46793"/>
                  </a:lnTo>
                  <a:lnTo>
                    <a:pt x="99" y="25913"/>
                  </a:lnTo>
                  <a:lnTo>
                    <a:pt x="3091" y="22921"/>
                  </a:lnTo>
                  <a:lnTo>
                    <a:pt x="3091" y="5349"/>
                  </a:lnTo>
                  <a:lnTo>
                    <a:pt x="5052" y="3388"/>
                  </a:lnTo>
                  <a:lnTo>
                    <a:pt x="5052" y="337"/>
                  </a:lnTo>
                  <a:lnTo>
                    <a:pt x="5052" y="337"/>
                  </a:lnTo>
                  <a:lnTo>
                    <a:pt x="5111" y="317"/>
                  </a:lnTo>
                  <a:lnTo>
                    <a:pt x="5171" y="298"/>
                  </a:lnTo>
                  <a:lnTo>
                    <a:pt x="5191" y="238"/>
                  </a:lnTo>
                  <a:lnTo>
                    <a:pt x="5210" y="179"/>
                  </a:lnTo>
                  <a:lnTo>
                    <a:pt x="5210" y="179"/>
                  </a:lnTo>
                  <a:lnTo>
                    <a:pt x="5191" y="100"/>
                  </a:lnTo>
                  <a:lnTo>
                    <a:pt x="5171" y="60"/>
                  </a:lnTo>
                  <a:lnTo>
                    <a:pt x="5111" y="20"/>
                  </a:lnTo>
                  <a:lnTo>
                    <a:pt x="5052"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64" name="Google Shape;2064;p26"/>
          <p:cNvGrpSpPr/>
          <p:nvPr/>
        </p:nvGrpSpPr>
        <p:grpSpPr>
          <a:xfrm rot="7200144">
            <a:off x="7429715" y="385676"/>
            <a:ext cx="3689443" cy="3228255"/>
            <a:chOff x="1067625" y="-1658125"/>
            <a:chExt cx="2887550" cy="2526600"/>
          </a:xfrm>
        </p:grpSpPr>
        <p:sp>
          <p:nvSpPr>
            <p:cNvPr id="2065" name="Google Shape;2065;p26"/>
            <p:cNvSpPr/>
            <p:nvPr/>
          </p:nvSpPr>
          <p:spPr>
            <a:xfrm>
              <a:off x="1067625" y="-1658125"/>
              <a:ext cx="2887550" cy="2526600"/>
            </a:xfrm>
            <a:custGeom>
              <a:avLst/>
              <a:gdLst/>
              <a:ahLst/>
              <a:cxnLst/>
              <a:rect l="l" t="t" r="r" b="b"/>
              <a:pathLst>
                <a:path w="115502" h="101064" extrusionOk="0">
                  <a:moveTo>
                    <a:pt x="49765" y="12202"/>
                  </a:moveTo>
                  <a:lnTo>
                    <a:pt x="49893" y="12585"/>
                  </a:lnTo>
                  <a:lnTo>
                    <a:pt x="50148" y="12905"/>
                  </a:lnTo>
                  <a:lnTo>
                    <a:pt x="50468" y="13097"/>
                  </a:lnTo>
                  <a:lnTo>
                    <a:pt x="50659" y="13160"/>
                  </a:lnTo>
                  <a:lnTo>
                    <a:pt x="50851" y="13224"/>
                  </a:lnTo>
                  <a:lnTo>
                    <a:pt x="51107" y="13160"/>
                  </a:lnTo>
                  <a:lnTo>
                    <a:pt x="51298" y="13097"/>
                  </a:lnTo>
                  <a:lnTo>
                    <a:pt x="56601" y="22232"/>
                  </a:lnTo>
                  <a:lnTo>
                    <a:pt x="56409" y="22423"/>
                  </a:lnTo>
                  <a:lnTo>
                    <a:pt x="56281" y="22615"/>
                  </a:lnTo>
                  <a:lnTo>
                    <a:pt x="56153" y="22871"/>
                  </a:lnTo>
                  <a:lnTo>
                    <a:pt x="56153" y="23126"/>
                  </a:lnTo>
                  <a:lnTo>
                    <a:pt x="56153" y="23382"/>
                  </a:lnTo>
                  <a:lnTo>
                    <a:pt x="56281" y="23637"/>
                  </a:lnTo>
                  <a:lnTo>
                    <a:pt x="56409" y="23829"/>
                  </a:lnTo>
                  <a:lnTo>
                    <a:pt x="56601" y="24021"/>
                  </a:lnTo>
                  <a:lnTo>
                    <a:pt x="51298" y="33156"/>
                  </a:lnTo>
                  <a:lnTo>
                    <a:pt x="51107" y="33092"/>
                  </a:lnTo>
                  <a:lnTo>
                    <a:pt x="50659" y="33092"/>
                  </a:lnTo>
                  <a:lnTo>
                    <a:pt x="50468" y="33156"/>
                  </a:lnTo>
                  <a:lnTo>
                    <a:pt x="50148" y="33347"/>
                  </a:lnTo>
                  <a:lnTo>
                    <a:pt x="49893" y="33667"/>
                  </a:lnTo>
                  <a:lnTo>
                    <a:pt x="49765" y="34050"/>
                  </a:lnTo>
                  <a:lnTo>
                    <a:pt x="39224" y="34050"/>
                  </a:lnTo>
                  <a:lnTo>
                    <a:pt x="39097" y="33667"/>
                  </a:lnTo>
                  <a:lnTo>
                    <a:pt x="38841" y="33347"/>
                  </a:lnTo>
                  <a:lnTo>
                    <a:pt x="38522" y="33156"/>
                  </a:lnTo>
                  <a:lnTo>
                    <a:pt x="38330" y="33092"/>
                  </a:lnTo>
                  <a:lnTo>
                    <a:pt x="37883" y="33092"/>
                  </a:lnTo>
                  <a:lnTo>
                    <a:pt x="37691" y="33156"/>
                  </a:lnTo>
                  <a:lnTo>
                    <a:pt x="32261" y="23765"/>
                  </a:lnTo>
                  <a:lnTo>
                    <a:pt x="32517" y="23637"/>
                  </a:lnTo>
                  <a:lnTo>
                    <a:pt x="32708" y="23382"/>
                  </a:lnTo>
                  <a:lnTo>
                    <a:pt x="32836" y="23126"/>
                  </a:lnTo>
                  <a:lnTo>
                    <a:pt x="32836" y="22807"/>
                  </a:lnTo>
                  <a:lnTo>
                    <a:pt x="32836" y="22615"/>
                  </a:lnTo>
                  <a:lnTo>
                    <a:pt x="32772" y="22360"/>
                  </a:lnTo>
                  <a:lnTo>
                    <a:pt x="32644" y="22168"/>
                  </a:lnTo>
                  <a:lnTo>
                    <a:pt x="32517" y="22040"/>
                  </a:lnTo>
                  <a:lnTo>
                    <a:pt x="37691" y="13097"/>
                  </a:lnTo>
                  <a:lnTo>
                    <a:pt x="37883" y="13160"/>
                  </a:lnTo>
                  <a:lnTo>
                    <a:pt x="38138" y="13224"/>
                  </a:lnTo>
                  <a:lnTo>
                    <a:pt x="38330" y="13160"/>
                  </a:lnTo>
                  <a:lnTo>
                    <a:pt x="38522" y="13097"/>
                  </a:lnTo>
                  <a:lnTo>
                    <a:pt x="38841" y="12905"/>
                  </a:lnTo>
                  <a:lnTo>
                    <a:pt x="39097" y="12585"/>
                  </a:lnTo>
                  <a:lnTo>
                    <a:pt x="39224" y="12202"/>
                  </a:lnTo>
                  <a:close/>
                  <a:moveTo>
                    <a:pt x="87967" y="12202"/>
                  </a:moveTo>
                  <a:lnTo>
                    <a:pt x="88031" y="12585"/>
                  </a:lnTo>
                  <a:lnTo>
                    <a:pt x="88287" y="12905"/>
                  </a:lnTo>
                  <a:lnTo>
                    <a:pt x="88606" y="13097"/>
                  </a:lnTo>
                  <a:lnTo>
                    <a:pt x="88798" y="13160"/>
                  </a:lnTo>
                  <a:lnTo>
                    <a:pt x="88989" y="13224"/>
                  </a:lnTo>
                  <a:lnTo>
                    <a:pt x="89245" y="13160"/>
                  </a:lnTo>
                  <a:lnTo>
                    <a:pt x="89437" y="13097"/>
                  </a:lnTo>
                  <a:lnTo>
                    <a:pt x="94803" y="22360"/>
                  </a:lnTo>
                  <a:lnTo>
                    <a:pt x="94675" y="22487"/>
                  </a:lnTo>
                  <a:lnTo>
                    <a:pt x="94547" y="22679"/>
                  </a:lnTo>
                  <a:lnTo>
                    <a:pt x="94483" y="22934"/>
                  </a:lnTo>
                  <a:lnTo>
                    <a:pt x="94483" y="23126"/>
                  </a:lnTo>
                  <a:lnTo>
                    <a:pt x="94483" y="23382"/>
                  </a:lnTo>
                  <a:lnTo>
                    <a:pt x="94547" y="23573"/>
                  </a:lnTo>
                  <a:lnTo>
                    <a:pt x="94675" y="23765"/>
                  </a:lnTo>
                  <a:lnTo>
                    <a:pt x="94803" y="23893"/>
                  </a:lnTo>
                  <a:lnTo>
                    <a:pt x="91864" y="29003"/>
                  </a:lnTo>
                  <a:lnTo>
                    <a:pt x="89437" y="33156"/>
                  </a:lnTo>
                  <a:lnTo>
                    <a:pt x="89245" y="33092"/>
                  </a:lnTo>
                  <a:lnTo>
                    <a:pt x="88798" y="33092"/>
                  </a:lnTo>
                  <a:lnTo>
                    <a:pt x="88606" y="33156"/>
                  </a:lnTo>
                  <a:lnTo>
                    <a:pt x="88287" y="33347"/>
                  </a:lnTo>
                  <a:lnTo>
                    <a:pt x="88031" y="33667"/>
                  </a:lnTo>
                  <a:lnTo>
                    <a:pt x="87967" y="34050"/>
                  </a:lnTo>
                  <a:lnTo>
                    <a:pt x="77363" y="34050"/>
                  </a:lnTo>
                  <a:lnTo>
                    <a:pt x="77235" y="33667"/>
                  </a:lnTo>
                  <a:lnTo>
                    <a:pt x="77043" y="33347"/>
                  </a:lnTo>
                  <a:lnTo>
                    <a:pt x="76660" y="33156"/>
                  </a:lnTo>
                  <a:lnTo>
                    <a:pt x="76468" y="33092"/>
                  </a:lnTo>
                  <a:lnTo>
                    <a:pt x="76085" y="33092"/>
                  </a:lnTo>
                  <a:lnTo>
                    <a:pt x="75829" y="33156"/>
                  </a:lnTo>
                  <a:lnTo>
                    <a:pt x="70527" y="24021"/>
                  </a:lnTo>
                  <a:lnTo>
                    <a:pt x="70719" y="23829"/>
                  </a:lnTo>
                  <a:lnTo>
                    <a:pt x="70910" y="23637"/>
                  </a:lnTo>
                  <a:lnTo>
                    <a:pt x="70974" y="23382"/>
                  </a:lnTo>
                  <a:lnTo>
                    <a:pt x="71038" y="23126"/>
                  </a:lnTo>
                  <a:lnTo>
                    <a:pt x="70974" y="22871"/>
                  </a:lnTo>
                  <a:lnTo>
                    <a:pt x="70910" y="22615"/>
                  </a:lnTo>
                  <a:lnTo>
                    <a:pt x="70719" y="22423"/>
                  </a:lnTo>
                  <a:lnTo>
                    <a:pt x="70527" y="22232"/>
                  </a:lnTo>
                  <a:lnTo>
                    <a:pt x="75702" y="13352"/>
                  </a:lnTo>
                  <a:lnTo>
                    <a:pt x="75829" y="13097"/>
                  </a:lnTo>
                  <a:lnTo>
                    <a:pt x="76085" y="13160"/>
                  </a:lnTo>
                  <a:lnTo>
                    <a:pt x="76277" y="13224"/>
                  </a:lnTo>
                  <a:lnTo>
                    <a:pt x="76468" y="13160"/>
                  </a:lnTo>
                  <a:lnTo>
                    <a:pt x="76660" y="13097"/>
                  </a:lnTo>
                  <a:lnTo>
                    <a:pt x="77043" y="12905"/>
                  </a:lnTo>
                  <a:lnTo>
                    <a:pt x="77235" y="12585"/>
                  </a:lnTo>
                  <a:lnTo>
                    <a:pt x="77363" y="12202"/>
                  </a:lnTo>
                  <a:close/>
                  <a:moveTo>
                    <a:pt x="68866" y="23254"/>
                  </a:moveTo>
                  <a:lnTo>
                    <a:pt x="68994" y="23637"/>
                  </a:lnTo>
                  <a:lnTo>
                    <a:pt x="69186" y="23957"/>
                  </a:lnTo>
                  <a:lnTo>
                    <a:pt x="69569" y="24148"/>
                  </a:lnTo>
                  <a:lnTo>
                    <a:pt x="69761" y="24212"/>
                  </a:lnTo>
                  <a:lnTo>
                    <a:pt x="70144" y="24212"/>
                  </a:lnTo>
                  <a:lnTo>
                    <a:pt x="70399" y="24084"/>
                  </a:lnTo>
                  <a:lnTo>
                    <a:pt x="75702" y="33284"/>
                  </a:lnTo>
                  <a:lnTo>
                    <a:pt x="75510" y="33411"/>
                  </a:lnTo>
                  <a:lnTo>
                    <a:pt x="75318" y="33667"/>
                  </a:lnTo>
                  <a:lnTo>
                    <a:pt x="75255" y="33858"/>
                  </a:lnTo>
                  <a:lnTo>
                    <a:pt x="75191" y="34178"/>
                  </a:lnTo>
                  <a:lnTo>
                    <a:pt x="75255" y="34433"/>
                  </a:lnTo>
                  <a:lnTo>
                    <a:pt x="75318" y="34625"/>
                  </a:lnTo>
                  <a:lnTo>
                    <a:pt x="75510" y="34881"/>
                  </a:lnTo>
                  <a:lnTo>
                    <a:pt x="75702" y="35008"/>
                  </a:lnTo>
                  <a:lnTo>
                    <a:pt x="75446" y="35392"/>
                  </a:lnTo>
                  <a:lnTo>
                    <a:pt x="70463" y="44080"/>
                  </a:lnTo>
                  <a:lnTo>
                    <a:pt x="70080" y="44080"/>
                  </a:lnTo>
                  <a:lnTo>
                    <a:pt x="69888" y="44144"/>
                  </a:lnTo>
                  <a:lnTo>
                    <a:pt x="69505" y="44335"/>
                  </a:lnTo>
                  <a:lnTo>
                    <a:pt x="69313" y="44655"/>
                  </a:lnTo>
                  <a:lnTo>
                    <a:pt x="69186" y="45038"/>
                  </a:lnTo>
                  <a:lnTo>
                    <a:pt x="58325" y="45038"/>
                  </a:lnTo>
                  <a:lnTo>
                    <a:pt x="58198" y="44655"/>
                  </a:lnTo>
                  <a:lnTo>
                    <a:pt x="57942" y="44335"/>
                  </a:lnTo>
                  <a:lnTo>
                    <a:pt x="57623" y="44144"/>
                  </a:lnTo>
                  <a:lnTo>
                    <a:pt x="57431" y="44080"/>
                  </a:lnTo>
                  <a:lnTo>
                    <a:pt x="56984" y="44080"/>
                  </a:lnTo>
                  <a:lnTo>
                    <a:pt x="56792" y="44208"/>
                  </a:lnTo>
                  <a:lnTo>
                    <a:pt x="51490" y="35008"/>
                  </a:lnTo>
                  <a:lnTo>
                    <a:pt x="51682" y="34881"/>
                  </a:lnTo>
                  <a:lnTo>
                    <a:pt x="51809" y="34625"/>
                  </a:lnTo>
                  <a:lnTo>
                    <a:pt x="51873" y="34433"/>
                  </a:lnTo>
                  <a:lnTo>
                    <a:pt x="51937" y="34178"/>
                  </a:lnTo>
                  <a:lnTo>
                    <a:pt x="51873" y="33858"/>
                  </a:lnTo>
                  <a:lnTo>
                    <a:pt x="51809" y="33667"/>
                  </a:lnTo>
                  <a:lnTo>
                    <a:pt x="51682" y="33411"/>
                  </a:lnTo>
                  <a:lnTo>
                    <a:pt x="51490" y="33284"/>
                  </a:lnTo>
                  <a:lnTo>
                    <a:pt x="56792" y="24084"/>
                  </a:lnTo>
                  <a:lnTo>
                    <a:pt x="56984" y="24148"/>
                  </a:lnTo>
                  <a:lnTo>
                    <a:pt x="57239" y="24212"/>
                  </a:lnTo>
                  <a:lnTo>
                    <a:pt x="57431" y="24148"/>
                  </a:lnTo>
                  <a:lnTo>
                    <a:pt x="57623" y="24148"/>
                  </a:lnTo>
                  <a:lnTo>
                    <a:pt x="57942" y="23893"/>
                  </a:lnTo>
                  <a:lnTo>
                    <a:pt x="58198" y="23637"/>
                  </a:lnTo>
                  <a:lnTo>
                    <a:pt x="58262" y="23254"/>
                  </a:lnTo>
                  <a:close/>
                  <a:moveTo>
                    <a:pt x="87967" y="34242"/>
                  </a:moveTo>
                  <a:lnTo>
                    <a:pt x="88031" y="34625"/>
                  </a:lnTo>
                  <a:lnTo>
                    <a:pt x="88287" y="34944"/>
                  </a:lnTo>
                  <a:lnTo>
                    <a:pt x="88606" y="35136"/>
                  </a:lnTo>
                  <a:lnTo>
                    <a:pt x="88798" y="35200"/>
                  </a:lnTo>
                  <a:lnTo>
                    <a:pt x="89245" y="35200"/>
                  </a:lnTo>
                  <a:lnTo>
                    <a:pt x="89437" y="35136"/>
                  </a:lnTo>
                  <a:lnTo>
                    <a:pt x="91034" y="37819"/>
                  </a:lnTo>
                  <a:lnTo>
                    <a:pt x="94803" y="44399"/>
                  </a:lnTo>
                  <a:lnTo>
                    <a:pt x="94675" y="44527"/>
                  </a:lnTo>
                  <a:lnTo>
                    <a:pt x="94547" y="44719"/>
                  </a:lnTo>
                  <a:lnTo>
                    <a:pt x="94483" y="44910"/>
                  </a:lnTo>
                  <a:lnTo>
                    <a:pt x="94483" y="45166"/>
                  </a:lnTo>
                  <a:lnTo>
                    <a:pt x="94483" y="45357"/>
                  </a:lnTo>
                  <a:lnTo>
                    <a:pt x="94547" y="45613"/>
                  </a:lnTo>
                  <a:lnTo>
                    <a:pt x="94675" y="45805"/>
                  </a:lnTo>
                  <a:lnTo>
                    <a:pt x="94803" y="45932"/>
                  </a:lnTo>
                  <a:lnTo>
                    <a:pt x="89437" y="55195"/>
                  </a:lnTo>
                  <a:lnTo>
                    <a:pt x="89245" y="55132"/>
                  </a:lnTo>
                  <a:lnTo>
                    <a:pt x="88989" y="55068"/>
                  </a:lnTo>
                  <a:lnTo>
                    <a:pt x="88798" y="55132"/>
                  </a:lnTo>
                  <a:lnTo>
                    <a:pt x="88606" y="55195"/>
                  </a:lnTo>
                  <a:lnTo>
                    <a:pt x="88287" y="55387"/>
                  </a:lnTo>
                  <a:lnTo>
                    <a:pt x="88031" y="55706"/>
                  </a:lnTo>
                  <a:lnTo>
                    <a:pt x="87967" y="56090"/>
                  </a:lnTo>
                  <a:lnTo>
                    <a:pt x="77363" y="56090"/>
                  </a:lnTo>
                  <a:lnTo>
                    <a:pt x="77235" y="55706"/>
                  </a:lnTo>
                  <a:lnTo>
                    <a:pt x="77043" y="55387"/>
                  </a:lnTo>
                  <a:lnTo>
                    <a:pt x="76660" y="55195"/>
                  </a:lnTo>
                  <a:lnTo>
                    <a:pt x="76468" y="55132"/>
                  </a:lnTo>
                  <a:lnTo>
                    <a:pt x="76277" y="55068"/>
                  </a:lnTo>
                  <a:lnTo>
                    <a:pt x="76085" y="55132"/>
                  </a:lnTo>
                  <a:lnTo>
                    <a:pt x="75893" y="55195"/>
                  </a:lnTo>
                  <a:lnTo>
                    <a:pt x="75702" y="55259"/>
                  </a:lnTo>
                  <a:lnTo>
                    <a:pt x="75510" y="55387"/>
                  </a:lnTo>
                  <a:lnTo>
                    <a:pt x="75382" y="55579"/>
                  </a:lnTo>
                  <a:lnTo>
                    <a:pt x="75318" y="55770"/>
                  </a:lnTo>
                  <a:lnTo>
                    <a:pt x="75255" y="55962"/>
                  </a:lnTo>
                  <a:lnTo>
                    <a:pt x="75191" y="56154"/>
                  </a:lnTo>
                  <a:lnTo>
                    <a:pt x="75255" y="56409"/>
                  </a:lnTo>
                  <a:lnTo>
                    <a:pt x="75318" y="56665"/>
                  </a:lnTo>
                  <a:lnTo>
                    <a:pt x="75510" y="56920"/>
                  </a:lnTo>
                  <a:lnTo>
                    <a:pt x="75702" y="57048"/>
                  </a:lnTo>
                  <a:lnTo>
                    <a:pt x="70336" y="66311"/>
                  </a:lnTo>
                  <a:lnTo>
                    <a:pt x="70144" y="66247"/>
                  </a:lnTo>
                  <a:lnTo>
                    <a:pt x="69888" y="66247"/>
                  </a:lnTo>
                  <a:lnTo>
                    <a:pt x="69505" y="66311"/>
                  </a:lnTo>
                  <a:lnTo>
                    <a:pt x="69186" y="66503"/>
                  </a:lnTo>
                  <a:lnTo>
                    <a:pt x="68994" y="66758"/>
                  </a:lnTo>
                  <a:lnTo>
                    <a:pt x="68866" y="67078"/>
                  </a:lnTo>
                  <a:lnTo>
                    <a:pt x="58325" y="67078"/>
                  </a:lnTo>
                  <a:lnTo>
                    <a:pt x="58198" y="66758"/>
                  </a:lnTo>
                  <a:lnTo>
                    <a:pt x="57942" y="66503"/>
                  </a:lnTo>
                  <a:lnTo>
                    <a:pt x="57623" y="66311"/>
                  </a:lnTo>
                  <a:lnTo>
                    <a:pt x="57303" y="66247"/>
                  </a:lnTo>
                  <a:lnTo>
                    <a:pt x="57048" y="66247"/>
                  </a:lnTo>
                  <a:lnTo>
                    <a:pt x="56856" y="66311"/>
                  </a:lnTo>
                  <a:lnTo>
                    <a:pt x="56664" y="66439"/>
                  </a:lnTo>
                  <a:lnTo>
                    <a:pt x="56537" y="66567"/>
                  </a:lnTo>
                  <a:lnTo>
                    <a:pt x="56409" y="66694"/>
                  </a:lnTo>
                  <a:lnTo>
                    <a:pt x="56281" y="66886"/>
                  </a:lnTo>
                  <a:lnTo>
                    <a:pt x="56217" y="67078"/>
                  </a:lnTo>
                  <a:lnTo>
                    <a:pt x="56217" y="67333"/>
                  </a:lnTo>
                  <a:lnTo>
                    <a:pt x="56217" y="67525"/>
                  </a:lnTo>
                  <a:lnTo>
                    <a:pt x="56281" y="67780"/>
                  </a:lnTo>
                  <a:lnTo>
                    <a:pt x="56409" y="67972"/>
                  </a:lnTo>
                  <a:lnTo>
                    <a:pt x="56537" y="68100"/>
                  </a:lnTo>
                  <a:lnTo>
                    <a:pt x="53534" y="73402"/>
                  </a:lnTo>
                  <a:lnTo>
                    <a:pt x="51298" y="77235"/>
                  </a:lnTo>
                  <a:lnTo>
                    <a:pt x="51107" y="77171"/>
                  </a:lnTo>
                  <a:lnTo>
                    <a:pt x="50851" y="77107"/>
                  </a:lnTo>
                  <a:lnTo>
                    <a:pt x="50659" y="77171"/>
                  </a:lnTo>
                  <a:lnTo>
                    <a:pt x="50468" y="77171"/>
                  </a:lnTo>
                  <a:lnTo>
                    <a:pt x="50148" y="77427"/>
                  </a:lnTo>
                  <a:lnTo>
                    <a:pt x="49893" y="77682"/>
                  </a:lnTo>
                  <a:lnTo>
                    <a:pt x="49765" y="78065"/>
                  </a:lnTo>
                  <a:lnTo>
                    <a:pt x="39224" y="78065"/>
                  </a:lnTo>
                  <a:lnTo>
                    <a:pt x="39160" y="77682"/>
                  </a:lnTo>
                  <a:lnTo>
                    <a:pt x="38905" y="77427"/>
                  </a:lnTo>
                  <a:lnTo>
                    <a:pt x="38586" y="77171"/>
                  </a:lnTo>
                  <a:lnTo>
                    <a:pt x="38394" y="77171"/>
                  </a:lnTo>
                  <a:lnTo>
                    <a:pt x="38202" y="77107"/>
                  </a:lnTo>
                  <a:lnTo>
                    <a:pt x="37947" y="77171"/>
                  </a:lnTo>
                  <a:lnTo>
                    <a:pt x="37691" y="77235"/>
                  </a:lnTo>
                  <a:lnTo>
                    <a:pt x="32389" y="68036"/>
                  </a:lnTo>
                  <a:lnTo>
                    <a:pt x="32580" y="67908"/>
                  </a:lnTo>
                  <a:lnTo>
                    <a:pt x="32708" y="67716"/>
                  </a:lnTo>
                  <a:lnTo>
                    <a:pt x="32836" y="67461"/>
                  </a:lnTo>
                  <a:lnTo>
                    <a:pt x="32836" y="67205"/>
                  </a:lnTo>
                  <a:lnTo>
                    <a:pt x="32836" y="66950"/>
                  </a:lnTo>
                  <a:lnTo>
                    <a:pt x="32708" y="66694"/>
                  </a:lnTo>
                  <a:lnTo>
                    <a:pt x="32580" y="66503"/>
                  </a:lnTo>
                  <a:lnTo>
                    <a:pt x="32389" y="66311"/>
                  </a:lnTo>
                  <a:lnTo>
                    <a:pt x="37691" y="57176"/>
                  </a:lnTo>
                  <a:lnTo>
                    <a:pt x="37883" y="57240"/>
                  </a:lnTo>
                  <a:lnTo>
                    <a:pt x="38330" y="57240"/>
                  </a:lnTo>
                  <a:lnTo>
                    <a:pt x="38586" y="57176"/>
                  </a:lnTo>
                  <a:lnTo>
                    <a:pt x="38713" y="57048"/>
                  </a:lnTo>
                  <a:lnTo>
                    <a:pt x="38905" y="56920"/>
                  </a:lnTo>
                  <a:lnTo>
                    <a:pt x="39033" y="56792"/>
                  </a:lnTo>
                  <a:lnTo>
                    <a:pt x="39160" y="56601"/>
                  </a:lnTo>
                  <a:lnTo>
                    <a:pt x="39224" y="56409"/>
                  </a:lnTo>
                  <a:lnTo>
                    <a:pt x="39224" y="56154"/>
                  </a:lnTo>
                  <a:lnTo>
                    <a:pt x="39224" y="55962"/>
                  </a:lnTo>
                  <a:lnTo>
                    <a:pt x="39160" y="55770"/>
                  </a:lnTo>
                  <a:lnTo>
                    <a:pt x="39033" y="55579"/>
                  </a:lnTo>
                  <a:lnTo>
                    <a:pt x="38905" y="55387"/>
                  </a:lnTo>
                  <a:lnTo>
                    <a:pt x="38713" y="55259"/>
                  </a:lnTo>
                  <a:lnTo>
                    <a:pt x="38586" y="55195"/>
                  </a:lnTo>
                  <a:lnTo>
                    <a:pt x="38330" y="55132"/>
                  </a:lnTo>
                  <a:lnTo>
                    <a:pt x="38138" y="55068"/>
                  </a:lnTo>
                  <a:lnTo>
                    <a:pt x="37947" y="55132"/>
                  </a:lnTo>
                  <a:lnTo>
                    <a:pt x="37691" y="55195"/>
                  </a:lnTo>
                  <a:lnTo>
                    <a:pt x="37563" y="55259"/>
                  </a:lnTo>
                  <a:lnTo>
                    <a:pt x="37372" y="55387"/>
                  </a:lnTo>
                  <a:lnTo>
                    <a:pt x="37244" y="55579"/>
                  </a:lnTo>
                  <a:lnTo>
                    <a:pt x="37116" y="55770"/>
                  </a:lnTo>
                  <a:lnTo>
                    <a:pt x="37052" y="55962"/>
                  </a:lnTo>
                  <a:lnTo>
                    <a:pt x="37052" y="56154"/>
                  </a:lnTo>
                  <a:lnTo>
                    <a:pt x="37116" y="56409"/>
                  </a:lnTo>
                  <a:lnTo>
                    <a:pt x="37180" y="56665"/>
                  </a:lnTo>
                  <a:lnTo>
                    <a:pt x="37308" y="56856"/>
                  </a:lnTo>
                  <a:lnTo>
                    <a:pt x="37499" y="57048"/>
                  </a:lnTo>
                  <a:lnTo>
                    <a:pt x="32197" y="66183"/>
                  </a:lnTo>
                  <a:lnTo>
                    <a:pt x="32006" y="66119"/>
                  </a:lnTo>
                  <a:lnTo>
                    <a:pt x="31558" y="66119"/>
                  </a:lnTo>
                  <a:lnTo>
                    <a:pt x="31367" y="66183"/>
                  </a:lnTo>
                  <a:lnTo>
                    <a:pt x="31047" y="66375"/>
                  </a:lnTo>
                  <a:lnTo>
                    <a:pt x="30792" y="66694"/>
                  </a:lnTo>
                  <a:lnTo>
                    <a:pt x="30728" y="67078"/>
                  </a:lnTo>
                  <a:lnTo>
                    <a:pt x="20187" y="67078"/>
                  </a:lnTo>
                  <a:lnTo>
                    <a:pt x="20059" y="66694"/>
                  </a:lnTo>
                  <a:lnTo>
                    <a:pt x="19804" y="66375"/>
                  </a:lnTo>
                  <a:lnTo>
                    <a:pt x="19484" y="66183"/>
                  </a:lnTo>
                  <a:lnTo>
                    <a:pt x="19293" y="66119"/>
                  </a:lnTo>
                  <a:lnTo>
                    <a:pt x="18846" y="66119"/>
                  </a:lnTo>
                  <a:lnTo>
                    <a:pt x="18590" y="66247"/>
                  </a:lnTo>
                  <a:lnTo>
                    <a:pt x="13288" y="57048"/>
                  </a:lnTo>
                  <a:lnTo>
                    <a:pt x="13543" y="56856"/>
                  </a:lnTo>
                  <a:lnTo>
                    <a:pt x="13735" y="56601"/>
                  </a:lnTo>
                  <a:lnTo>
                    <a:pt x="13863" y="56345"/>
                  </a:lnTo>
                  <a:lnTo>
                    <a:pt x="13927" y="56026"/>
                  </a:lnTo>
                  <a:lnTo>
                    <a:pt x="13927" y="55770"/>
                  </a:lnTo>
                  <a:lnTo>
                    <a:pt x="13799" y="55515"/>
                  </a:lnTo>
                  <a:lnTo>
                    <a:pt x="13607" y="55259"/>
                  </a:lnTo>
                  <a:lnTo>
                    <a:pt x="13415" y="55132"/>
                  </a:lnTo>
                  <a:lnTo>
                    <a:pt x="18654" y="46060"/>
                  </a:lnTo>
                  <a:lnTo>
                    <a:pt x="18973" y="46124"/>
                  </a:lnTo>
                  <a:lnTo>
                    <a:pt x="19357" y="46060"/>
                  </a:lnTo>
                  <a:lnTo>
                    <a:pt x="19676" y="45868"/>
                  </a:lnTo>
                  <a:lnTo>
                    <a:pt x="19932" y="45613"/>
                  </a:lnTo>
                  <a:lnTo>
                    <a:pt x="20059" y="45230"/>
                  </a:lnTo>
                  <a:lnTo>
                    <a:pt x="30728" y="45230"/>
                  </a:lnTo>
                  <a:lnTo>
                    <a:pt x="30792" y="45613"/>
                  </a:lnTo>
                  <a:lnTo>
                    <a:pt x="31047" y="45932"/>
                  </a:lnTo>
                  <a:lnTo>
                    <a:pt x="31367" y="46124"/>
                  </a:lnTo>
                  <a:lnTo>
                    <a:pt x="31558" y="46188"/>
                  </a:lnTo>
                  <a:lnTo>
                    <a:pt x="31750" y="46252"/>
                  </a:lnTo>
                  <a:lnTo>
                    <a:pt x="32006" y="46188"/>
                  </a:lnTo>
                  <a:lnTo>
                    <a:pt x="32197" y="46124"/>
                  </a:lnTo>
                  <a:lnTo>
                    <a:pt x="32389" y="46060"/>
                  </a:lnTo>
                  <a:lnTo>
                    <a:pt x="32517" y="45932"/>
                  </a:lnTo>
                  <a:lnTo>
                    <a:pt x="32644" y="45741"/>
                  </a:lnTo>
                  <a:lnTo>
                    <a:pt x="32772" y="45549"/>
                  </a:lnTo>
                  <a:lnTo>
                    <a:pt x="32836" y="45357"/>
                  </a:lnTo>
                  <a:lnTo>
                    <a:pt x="32836" y="45166"/>
                  </a:lnTo>
                  <a:lnTo>
                    <a:pt x="32836" y="44910"/>
                  </a:lnTo>
                  <a:lnTo>
                    <a:pt x="32708" y="44655"/>
                  </a:lnTo>
                  <a:lnTo>
                    <a:pt x="32580" y="44463"/>
                  </a:lnTo>
                  <a:lnTo>
                    <a:pt x="32389" y="44271"/>
                  </a:lnTo>
                  <a:lnTo>
                    <a:pt x="37372" y="35647"/>
                  </a:lnTo>
                  <a:lnTo>
                    <a:pt x="37691" y="35136"/>
                  </a:lnTo>
                  <a:lnTo>
                    <a:pt x="37883" y="35200"/>
                  </a:lnTo>
                  <a:lnTo>
                    <a:pt x="38330" y="35200"/>
                  </a:lnTo>
                  <a:lnTo>
                    <a:pt x="38522" y="35136"/>
                  </a:lnTo>
                  <a:lnTo>
                    <a:pt x="38841" y="34944"/>
                  </a:lnTo>
                  <a:lnTo>
                    <a:pt x="39097" y="34625"/>
                  </a:lnTo>
                  <a:lnTo>
                    <a:pt x="39224" y="34242"/>
                  </a:lnTo>
                  <a:lnTo>
                    <a:pt x="49765" y="34242"/>
                  </a:lnTo>
                  <a:lnTo>
                    <a:pt x="49893" y="34625"/>
                  </a:lnTo>
                  <a:lnTo>
                    <a:pt x="50148" y="34944"/>
                  </a:lnTo>
                  <a:lnTo>
                    <a:pt x="50468" y="35136"/>
                  </a:lnTo>
                  <a:lnTo>
                    <a:pt x="50659" y="35200"/>
                  </a:lnTo>
                  <a:lnTo>
                    <a:pt x="51107" y="35200"/>
                  </a:lnTo>
                  <a:lnTo>
                    <a:pt x="51298" y="35136"/>
                  </a:lnTo>
                  <a:lnTo>
                    <a:pt x="56601" y="44271"/>
                  </a:lnTo>
                  <a:lnTo>
                    <a:pt x="56409" y="44463"/>
                  </a:lnTo>
                  <a:lnTo>
                    <a:pt x="56281" y="44655"/>
                  </a:lnTo>
                  <a:lnTo>
                    <a:pt x="56153" y="44910"/>
                  </a:lnTo>
                  <a:lnTo>
                    <a:pt x="56153" y="45166"/>
                  </a:lnTo>
                  <a:lnTo>
                    <a:pt x="56153" y="45357"/>
                  </a:lnTo>
                  <a:lnTo>
                    <a:pt x="56217" y="45613"/>
                  </a:lnTo>
                  <a:lnTo>
                    <a:pt x="56345" y="45741"/>
                  </a:lnTo>
                  <a:lnTo>
                    <a:pt x="56473" y="45932"/>
                  </a:lnTo>
                  <a:lnTo>
                    <a:pt x="56601" y="46060"/>
                  </a:lnTo>
                  <a:lnTo>
                    <a:pt x="56792" y="46188"/>
                  </a:lnTo>
                  <a:lnTo>
                    <a:pt x="56984" y="46252"/>
                  </a:lnTo>
                  <a:lnTo>
                    <a:pt x="57431" y="46252"/>
                  </a:lnTo>
                  <a:lnTo>
                    <a:pt x="57623" y="46188"/>
                  </a:lnTo>
                  <a:lnTo>
                    <a:pt x="57942" y="45932"/>
                  </a:lnTo>
                  <a:lnTo>
                    <a:pt x="58198" y="45677"/>
                  </a:lnTo>
                  <a:lnTo>
                    <a:pt x="58325" y="45230"/>
                  </a:lnTo>
                  <a:lnTo>
                    <a:pt x="69186" y="45230"/>
                  </a:lnTo>
                  <a:lnTo>
                    <a:pt x="69313" y="45677"/>
                  </a:lnTo>
                  <a:lnTo>
                    <a:pt x="69505" y="45932"/>
                  </a:lnTo>
                  <a:lnTo>
                    <a:pt x="69888" y="46188"/>
                  </a:lnTo>
                  <a:lnTo>
                    <a:pt x="70080" y="46252"/>
                  </a:lnTo>
                  <a:lnTo>
                    <a:pt x="70463" y="46252"/>
                  </a:lnTo>
                  <a:lnTo>
                    <a:pt x="70655" y="46188"/>
                  </a:lnTo>
                  <a:lnTo>
                    <a:pt x="70847" y="46060"/>
                  </a:lnTo>
                  <a:lnTo>
                    <a:pt x="71038" y="45932"/>
                  </a:lnTo>
                  <a:lnTo>
                    <a:pt x="71166" y="45741"/>
                  </a:lnTo>
                  <a:lnTo>
                    <a:pt x="71230" y="45613"/>
                  </a:lnTo>
                  <a:lnTo>
                    <a:pt x="71294" y="45357"/>
                  </a:lnTo>
                  <a:lnTo>
                    <a:pt x="71358" y="45166"/>
                  </a:lnTo>
                  <a:lnTo>
                    <a:pt x="71294" y="44846"/>
                  </a:lnTo>
                  <a:lnTo>
                    <a:pt x="71166" y="44527"/>
                  </a:lnTo>
                  <a:lnTo>
                    <a:pt x="70910" y="44335"/>
                  </a:lnTo>
                  <a:lnTo>
                    <a:pt x="70655" y="44144"/>
                  </a:lnTo>
                  <a:lnTo>
                    <a:pt x="71294" y="43058"/>
                  </a:lnTo>
                  <a:lnTo>
                    <a:pt x="75829" y="35136"/>
                  </a:lnTo>
                  <a:lnTo>
                    <a:pt x="76085" y="35200"/>
                  </a:lnTo>
                  <a:lnTo>
                    <a:pt x="76468" y="35200"/>
                  </a:lnTo>
                  <a:lnTo>
                    <a:pt x="76660" y="35136"/>
                  </a:lnTo>
                  <a:lnTo>
                    <a:pt x="77043" y="34944"/>
                  </a:lnTo>
                  <a:lnTo>
                    <a:pt x="77235" y="34625"/>
                  </a:lnTo>
                  <a:lnTo>
                    <a:pt x="77363" y="34242"/>
                  </a:lnTo>
                  <a:close/>
                  <a:moveTo>
                    <a:pt x="69952" y="1"/>
                  </a:moveTo>
                  <a:lnTo>
                    <a:pt x="69761" y="64"/>
                  </a:lnTo>
                  <a:lnTo>
                    <a:pt x="69569" y="128"/>
                  </a:lnTo>
                  <a:lnTo>
                    <a:pt x="69186" y="320"/>
                  </a:lnTo>
                  <a:lnTo>
                    <a:pt x="68994" y="639"/>
                  </a:lnTo>
                  <a:lnTo>
                    <a:pt x="68866" y="1023"/>
                  </a:lnTo>
                  <a:lnTo>
                    <a:pt x="57239" y="1023"/>
                  </a:lnTo>
                  <a:lnTo>
                    <a:pt x="57239" y="1214"/>
                  </a:lnTo>
                  <a:lnTo>
                    <a:pt x="68866" y="1214"/>
                  </a:lnTo>
                  <a:lnTo>
                    <a:pt x="68994" y="1598"/>
                  </a:lnTo>
                  <a:lnTo>
                    <a:pt x="69186" y="1917"/>
                  </a:lnTo>
                  <a:lnTo>
                    <a:pt x="69569" y="2109"/>
                  </a:lnTo>
                  <a:lnTo>
                    <a:pt x="69761" y="2173"/>
                  </a:lnTo>
                  <a:lnTo>
                    <a:pt x="70144" y="2173"/>
                  </a:lnTo>
                  <a:lnTo>
                    <a:pt x="70399" y="2109"/>
                  </a:lnTo>
                  <a:lnTo>
                    <a:pt x="75702" y="11244"/>
                  </a:lnTo>
                  <a:lnTo>
                    <a:pt x="75510" y="11436"/>
                  </a:lnTo>
                  <a:lnTo>
                    <a:pt x="75318" y="11627"/>
                  </a:lnTo>
                  <a:lnTo>
                    <a:pt x="75255" y="11883"/>
                  </a:lnTo>
                  <a:lnTo>
                    <a:pt x="75191" y="12138"/>
                  </a:lnTo>
                  <a:lnTo>
                    <a:pt x="75255" y="12394"/>
                  </a:lnTo>
                  <a:lnTo>
                    <a:pt x="75318" y="12649"/>
                  </a:lnTo>
                  <a:lnTo>
                    <a:pt x="75510" y="12841"/>
                  </a:lnTo>
                  <a:lnTo>
                    <a:pt x="75702" y="12969"/>
                  </a:lnTo>
                  <a:lnTo>
                    <a:pt x="73019" y="17568"/>
                  </a:lnTo>
                  <a:lnTo>
                    <a:pt x="70399" y="22168"/>
                  </a:lnTo>
                  <a:lnTo>
                    <a:pt x="70144" y="22104"/>
                  </a:lnTo>
                  <a:lnTo>
                    <a:pt x="69952" y="22040"/>
                  </a:lnTo>
                  <a:lnTo>
                    <a:pt x="69761" y="22040"/>
                  </a:lnTo>
                  <a:lnTo>
                    <a:pt x="69505" y="22104"/>
                  </a:lnTo>
                  <a:lnTo>
                    <a:pt x="69186" y="22360"/>
                  </a:lnTo>
                  <a:lnTo>
                    <a:pt x="68994" y="22679"/>
                  </a:lnTo>
                  <a:lnTo>
                    <a:pt x="68866" y="23062"/>
                  </a:lnTo>
                  <a:lnTo>
                    <a:pt x="58262" y="23062"/>
                  </a:lnTo>
                  <a:lnTo>
                    <a:pt x="58262" y="22807"/>
                  </a:lnTo>
                  <a:lnTo>
                    <a:pt x="58198" y="22615"/>
                  </a:lnTo>
                  <a:lnTo>
                    <a:pt x="57942" y="22296"/>
                  </a:lnTo>
                  <a:lnTo>
                    <a:pt x="57623" y="22104"/>
                  </a:lnTo>
                  <a:lnTo>
                    <a:pt x="57431" y="22040"/>
                  </a:lnTo>
                  <a:lnTo>
                    <a:pt x="56984" y="22040"/>
                  </a:lnTo>
                  <a:lnTo>
                    <a:pt x="56728" y="22168"/>
                  </a:lnTo>
                  <a:lnTo>
                    <a:pt x="55706" y="20379"/>
                  </a:lnTo>
                  <a:lnTo>
                    <a:pt x="51490" y="12969"/>
                  </a:lnTo>
                  <a:lnTo>
                    <a:pt x="51682" y="12841"/>
                  </a:lnTo>
                  <a:lnTo>
                    <a:pt x="51809" y="12649"/>
                  </a:lnTo>
                  <a:lnTo>
                    <a:pt x="51873" y="12394"/>
                  </a:lnTo>
                  <a:lnTo>
                    <a:pt x="51937" y="12138"/>
                  </a:lnTo>
                  <a:lnTo>
                    <a:pt x="51937" y="11883"/>
                  </a:lnTo>
                  <a:lnTo>
                    <a:pt x="51873" y="11691"/>
                  </a:lnTo>
                  <a:lnTo>
                    <a:pt x="51745" y="11499"/>
                  </a:lnTo>
                  <a:lnTo>
                    <a:pt x="51618" y="11372"/>
                  </a:lnTo>
                  <a:lnTo>
                    <a:pt x="51490" y="11244"/>
                  </a:lnTo>
                  <a:lnTo>
                    <a:pt x="51298" y="11116"/>
                  </a:lnTo>
                  <a:lnTo>
                    <a:pt x="51043" y="11052"/>
                  </a:lnTo>
                  <a:lnTo>
                    <a:pt x="50659" y="11052"/>
                  </a:lnTo>
                  <a:lnTo>
                    <a:pt x="50468" y="11116"/>
                  </a:lnTo>
                  <a:lnTo>
                    <a:pt x="50148" y="11308"/>
                  </a:lnTo>
                  <a:lnTo>
                    <a:pt x="49893" y="11627"/>
                  </a:lnTo>
                  <a:lnTo>
                    <a:pt x="49765" y="12011"/>
                  </a:lnTo>
                  <a:lnTo>
                    <a:pt x="39224" y="12011"/>
                  </a:lnTo>
                  <a:lnTo>
                    <a:pt x="39097" y="11627"/>
                  </a:lnTo>
                  <a:lnTo>
                    <a:pt x="38841" y="11308"/>
                  </a:lnTo>
                  <a:lnTo>
                    <a:pt x="38522" y="11116"/>
                  </a:lnTo>
                  <a:lnTo>
                    <a:pt x="38330" y="11052"/>
                  </a:lnTo>
                  <a:lnTo>
                    <a:pt x="37883" y="11052"/>
                  </a:lnTo>
                  <a:lnTo>
                    <a:pt x="37691" y="11116"/>
                  </a:lnTo>
                  <a:lnTo>
                    <a:pt x="31878" y="1023"/>
                  </a:lnTo>
                  <a:lnTo>
                    <a:pt x="31686" y="1150"/>
                  </a:lnTo>
                  <a:lnTo>
                    <a:pt x="37499" y="11244"/>
                  </a:lnTo>
                  <a:lnTo>
                    <a:pt x="37308" y="11436"/>
                  </a:lnTo>
                  <a:lnTo>
                    <a:pt x="37180" y="11627"/>
                  </a:lnTo>
                  <a:lnTo>
                    <a:pt x="37116" y="11883"/>
                  </a:lnTo>
                  <a:lnTo>
                    <a:pt x="37052" y="12138"/>
                  </a:lnTo>
                  <a:lnTo>
                    <a:pt x="37116" y="12394"/>
                  </a:lnTo>
                  <a:lnTo>
                    <a:pt x="37180" y="12649"/>
                  </a:lnTo>
                  <a:lnTo>
                    <a:pt x="37308" y="12841"/>
                  </a:lnTo>
                  <a:lnTo>
                    <a:pt x="37499" y="12969"/>
                  </a:lnTo>
                  <a:lnTo>
                    <a:pt x="32389" y="21912"/>
                  </a:lnTo>
                  <a:lnTo>
                    <a:pt x="32069" y="21785"/>
                  </a:lnTo>
                  <a:lnTo>
                    <a:pt x="31750" y="21721"/>
                  </a:lnTo>
                  <a:lnTo>
                    <a:pt x="31558" y="21721"/>
                  </a:lnTo>
                  <a:lnTo>
                    <a:pt x="31367" y="21785"/>
                  </a:lnTo>
                  <a:lnTo>
                    <a:pt x="31175" y="21912"/>
                  </a:lnTo>
                  <a:lnTo>
                    <a:pt x="30983" y="22040"/>
                  </a:lnTo>
                  <a:lnTo>
                    <a:pt x="30856" y="22232"/>
                  </a:lnTo>
                  <a:lnTo>
                    <a:pt x="30792" y="22360"/>
                  </a:lnTo>
                  <a:lnTo>
                    <a:pt x="30728" y="22615"/>
                  </a:lnTo>
                  <a:lnTo>
                    <a:pt x="30728" y="22807"/>
                  </a:lnTo>
                  <a:lnTo>
                    <a:pt x="30728" y="23062"/>
                  </a:lnTo>
                  <a:lnTo>
                    <a:pt x="19037" y="23062"/>
                  </a:lnTo>
                  <a:lnTo>
                    <a:pt x="19037" y="23254"/>
                  </a:lnTo>
                  <a:lnTo>
                    <a:pt x="30792" y="23254"/>
                  </a:lnTo>
                  <a:lnTo>
                    <a:pt x="30920" y="23509"/>
                  </a:lnTo>
                  <a:lnTo>
                    <a:pt x="31175" y="23701"/>
                  </a:lnTo>
                  <a:lnTo>
                    <a:pt x="31431" y="23829"/>
                  </a:lnTo>
                  <a:lnTo>
                    <a:pt x="31750" y="23893"/>
                  </a:lnTo>
                  <a:lnTo>
                    <a:pt x="32069" y="23829"/>
                  </a:lnTo>
                  <a:lnTo>
                    <a:pt x="37499" y="33284"/>
                  </a:lnTo>
                  <a:lnTo>
                    <a:pt x="37308" y="33411"/>
                  </a:lnTo>
                  <a:lnTo>
                    <a:pt x="37180" y="33667"/>
                  </a:lnTo>
                  <a:lnTo>
                    <a:pt x="37116" y="33858"/>
                  </a:lnTo>
                  <a:lnTo>
                    <a:pt x="37052" y="34178"/>
                  </a:lnTo>
                  <a:lnTo>
                    <a:pt x="37116" y="34433"/>
                  </a:lnTo>
                  <a:lnTo>
                    <a:pt x="37180" y="34625"/>
                  </a:lnTo>
                  <a:lnTo>
                    <a:pt x="37308" y="34881"/>
                  </a:lnTo>
                  <a:lnTo>
                    <a:pt x="37499" y="35008"/>
                  </a:lnTo>
                  <a:lnTo>
                    <a:pt x="32580" y="43633"/>
                  </a:lnTo>
                  <a:lnTo>
                    <a:pt x="32261" y="44144"/>
                  </a:lnTo>
                  <a:lnTo>
                    <a:pt x="32006" y="44080"/>
                  </a:lnTo>
                  <a:lnTo>
                    <a:pt x="31558" y="44080"/>
                  </a:lnTo>
                  <a:lnTo>
                    <a:pt x="31367" y="44144"/>
                  </a:lnTo>
                  <a:lnTo>
                    <a:pt x="31047" y="44335"/>
                  </a:lnTo>
                  <a:lnTo>
                    <a:pt x="30792" y="44655"/>
                  </a:lnTo>
                  <a:lnTo>
                    <a:pt x="30728" y="45038"/>
                  </a:lnTo>
                  <a:lnTo>
                    <a:pt x="20059" y="45038"/>
                  </a:lnTo>
                  <a:lnTo>
                    <a:pt x="20059" y="44846"/>
                  </a:lnTo>
                  <a:lnTo>
                    <a:pt x="19995" y="44655"/>
                  </a:lnTo>
                  <a:lnTo>
                    <a:pt x="19868" y="44463"/>
                  </a:lnTo>
                  <a:lnTo>
                    <a:pt x="19740" y="44271"/>
                  </a:lnTo>
                  <a:lnTo>
                    <a:pt x="19612" y="44144"/>
                  </a:lnTo>
                  <a:lnTo>
                    <a:pt x="19421" y="44080"/>
                  </a:lnTo>
                  <a:lnTo>
                    <a:pt x="19229" y="44016"/>
                  </a:lnTo>
                  <a:lnTo>
                    <a:pt x="18973" y="43952"/>
                  </a:lnTo>
                  <a:lnTo>
                    <a:pt x="18782" y="44016"/>
                  </a:lnTo>
                  <a:lnTo>
                    <a:pt x="18526" y="44080"/>
                  </a:lnTo>
                  <a:lnTo>
                    <a:pt x="12777" y="34114"/>
                  </a:lnTo>
                  <a:lnTo>
                    <a:pt x="12585" y="34178"/>
                  </a:lnTo>
                  <a:lnTo>
                    <a:pt x="18398" y="44144"/>
                  </a:lnTo>
                  <a:lnTo>
                    <a:pt x="18207" y="44335"/>
                  </a:lnTo>
                  <a:lnTo>
                    <a:pt x="18015" y="44527"/>
                  </a:lnTo>
                  <a:lnTo>
                    <a:pt x="17951" y="44782"/>
                  </a:lnTo>
                  <a:lnTo>
                    <a:pt x="17887" y="45038"/>
                  </a:lnTo>
                  <a:lnTo>
                    <a:pt x="17951" y="45357"/>
                  </a:lnTo>
                  <a:lnTo>
                    <a:pt x="18079" y="45613"/>
                  </a:lnTo>
                  <a:lnTo>
                    <a:pt x="18207" y="45805"/>
                  </a:lnTo>
                  <a:lnTo>
                    <a:pt x="18462" y="45996"/>
                  </a:lnTo>
                  <a:lnTo>
                    <a:pt x="13224" y="55004"/>
                  </a:lnTo>
                  <a:lnTo>
                    <a:pt x="12841" y="54940"/>
                  </a:lnTo>
                  <a:lnTo>
                    <a:pt x="12649" y="55004"/>
                  </a:lnTo>
                  <a:lnTo>
                    <a:pt x="12457" y="55068"/>
                  </a:lnTo>
                  <a:lnTo>
                    <a:pt x="12266" y="55132"/>
                  </a:lnTo>
                  <a:lnTo>
                    <a:pt x="12074" y="55259"/>
                  </a:lnTo>
                  <a:lnTo>
                    <a:pt x="11946" y="55451"/>
                  </a:lnTo>
                  <a:lnTo>
                    <a:pt x="11882" y="55643"/>
                  </a:lnTo>
                  <a:lnTo>
                    <a:pt x="11818" y="55834"/>
                  </a:lnTo>
                  <a:lnTo>
                    <a:pt x="11755" y="56026"/>
                  </a:lnTo>
                  <a:lnTo>
                    <a:pt x="11755" y="56090"/>
                  </a:lnTo>
                  <a:lnTo>
                    <a:pt x="0" y="56090"/>
                  </a:lnTo>
                  <a:lnTo>
                    <a:pt x="0" y="56281"/>
                  </a:lnTo>
                  <a:lnTo>
                    <a:pt x="11818" y="56281"/>
                  </a:lnTo>
                  <a:lnTo>
                    <a:pt x="11946" y="56601"/>
                  </a:lnTo>
                  <a:lnTo>
                    <a:pt x="12138" y="56856"/>
                  </a:lnTo>
                  <a:lnTo>
                    <a:pt x="12457" y="57048"/>
                  </a:lnTo>
                  <a:lnTo>
                    <a:pt x="12841" y="57112"/>
                  </a:lnTo>
                  <a:lnTo>
                    <a:pt x="13096" y="57112"/>
                  </a:lnTo>
                  <a:lnTo>
                    <a:pt x="18462" y="66311"/>
                  </a:lnTo>
                  <a:lnTo>
                    <a:pt x="18271" y="66503"/>
                  </a:lnTo>
                  <a:lnTo>
                    <a:pt x="18143" y="66694"/>
                  </a:lnTo>
                  <a:lnTo>
                    <a:pt x="18015" y="66950"/>
                  </a:lnTo>
                  <a:lnTo>
                    <a:pt x="18015" y="67205"/>
                  </a:lnTo>
                  <a:lnTo>
                    <a:pt x="18015" y="67397"/>
                  </a:lnTo>
                  <a:lnTo>
                    <a:pt x="18079" y="67589"/>
                  </a:lnTo>
                  <a:lnTo>
                    <a:pt x="18207" y="67780"/>
                  </a:lnTo>
                  <a:lnTo>
                    <a:pt x="18335" y="67972"/>
                  </a:lnTo>
                  <a:lnTo>
                    <a:pt x="18462" y="68100"/>
                  </a:lnTo>
                  <a:lnTo>
                    <a:pt x="18654" y="68164"/>
                  </a:lnTo>
                  <a:lnTo>
                    <a:pt x="18846" y="68228"/>
                  </a:lnTo>
                  <a:lnTo>
                    <a:pt x="19101" y="68291"/>
                  </a:lnTo>
                  <a:lnTo>
                    <a:pt x="19293" y="68228"/>
                  </a:lnTo>
                  <a:lnTo>
                    <a:pt x="19484" y="68228"/>
                  </a:lnTo>
                  <a:lnTo>
                    <a:pt x="19804" y="67972"/>
                  </a:lnTo>
                  <a:lnTo>
                    <a:pt x="20059" y="67653"/>
                  </a:lnTo>
                  <a:lnTo>
                    <a:pt x="20187" y="67269"/>
                  </a:lnTo>
                  <a:lnTo>
                    <a:pt x="30728" y="67269"/>
                  </a:lnTo>
                  <a:lnTo>
                    <a:pt x="30792" y="67653"/>
                  </a:lnTo>
                  <a:lnTo>
                    <a:pt x="31047" y="67972"/>
                  </a:lnTo>
                  <a:lnTo>
                    <a:pt x="31367" y="68228"/>
                  </a:lnTo>
                  <a:lnTo>
                    <a:pt x="31558" y="68228"/>
                  </a:lnTo>
                  <a:lnTo>
                    <a:pt x="31750" y="68291"/>
                  </a:lnTo>
                  <a:lnTo>
                    <a:pt x="32006" y="68228"/>
                  </a:lnTo>
                  <a:lnTo>
                    <a:pt x="32197" y="68164"/>
                  </a:lnTo>
                  <a:lnTo>
                    <a:pt x="37499" y="77363"/>
                  </a:lnTo>
                  <a:lnTo>
                    <a:pt x="37372" y="77491"/>
                  </a:lnTo>
                  <a:lnTo>
                    <a:pt x="37244" y="77746"/>
                  </a:lnTo>
                  <a:lnTo>
                    <a:pt x="37116" y="77938"/>
                  </a:lnTo>
                  <a:lnTo>
                    <a:pt x="37116" y="78193"/>
                  </a:lnTo>
                  <a:lnTo>
                    <a:pt x="37116" y="78449"/>
                  </a:lnTo>
                  <a:lnTo>
                    <a:pt x="37244" y="78704"/>
                  </a:lnTo>
                  <a:lnTo>
                    <a:pt x="37372" y="78896"/>
                  </a:lnTo>
                  <a:lnTo>
                    <a:pt x="37499" y="79088"/>
                  </a:lnTo>
                  <a:lnTo>
                    <a:pt x="35072" y="83240"/>
                  </a:lnTo>
                  <a:lnTo>
                    <a:pt x="31750" y="89117"/>
                  </a:lnTo>
                  <a:lnTo>
                    <a:pt x="19037" y="89117"/>
                  </a:lnTo>
                  <a:lnTo>
                    <a:pt x="19037" y="89309"/>
                  </a:lnTo>
                  <a:lnTo>
                    <a:pt x="31750" y="89309"/>
                  </a:lnTo>
                  <a:lnTo>
                    <a:pt x="37436" y="99211"/>
                  </a:lnTo>
                  <a:lnTo>
                    <a:pt x="37308" y="99339"/>
                  </a:lnTo>
                  <a:lnTo>
                    <a:pt x="37180" y="99530"/>
                  </a:lnTo>
                  <a:lnTo>
                    <a:pt x="37116" y="99722"/>
                  </a:lnTo>
                  <a:lnTo>
                    <a:pt x="37116" y="99977"/>
                  </a:lnTo>
                  <a:lnTo>
                    <a:pt x="37116" y="100169"/>
                  </a:lnTo>
                  <a:lnTo>
                    <a:pt x="37180" y="100361"/>
                  </a:lnTo>
                  <a:lnTo>
                    <a:pt x="37308" y="100552"/>
                  </a:lnTo>
                  <a:lnTo>
                    <a:pt x="37436" y="100744"/>
                  </a:lnTo>
                  <a:lnTo>
                    <a:pt x="37563" y="100872"/>
                  </a:lnTo>
                  <a:lnTo>
                    <a:pt x="37755" y="100936"/>
                  </a:lnTo>
                  <a:lnTo>
                    <a:pt x="37947" y="100999"/>
                  </a:lnTo>
                  <a:lnTo>
                    <a:pt x="38202" y="101063"/>
                  </a:lnTo>
                  <a:lnTo>
                    <a:pt x="38394" y="100999"/>
                  </a:lnTo>
                  <a:lnTo>
                    <a:pt x="38586" y="100936"/>
                  </a:lnTo>
                  <a:lnTo>
                    <a:pt x="38777" y="100872"/>
                  </a:lnTo>
                  <a:lnTo>
                    <a:pt x="38969" y="100744"/>
                  </a:lnTo>
                  <a:lnTo>
                    <a:pt x="39097" y="100552"/>
                  </a:lnTo>
                  <a:lnTo>
                    <a:pt x="39160" y="100361"/>
                  </a:lnTo>
                  <a:lnTo>
                    <a:pt x="39224" y="100169"/>
                  </a:lnTo>
                  <a:lnTo>
                    <a:pt x="39288" y="99977"/>
                  </a:lnTo>
                  <a:lnTo>
                    <a:pt x="39224" y="99722"/>
                  </a:lnTo>
                  <a:lnTo>
                    <a:pt x="39160" y="99530"/>
                  </a:lnTo>
                  <a:lnTo>
                    <a:pt x="39097" y="99339"/>
                  </a:lnTo>
                  <a:lnTo>
                    <a:pt x="38969" y="99211"/>
                  </a:lnTo>
                  <a:lnTo>
                    <a:pt x="38777" y="99083"/>
                  </a:lnTo>
                  <a:lnTo>
                    <a:pt x="38586" y="98955"/>
                  </a:lnTo>
                  <a:lnTo>
                    <a:pt x="38394" y="98891"/>
                  </a:lnTo>
                  <a:lnTo>
                    <a:pt x="38202" y="98891"/>
                  </a:lnTo>
                  <a:lnTo>
                    <a:pt x="37883" y="98955"/>
                  </a:lnTo>
                  <a:lnTo>
                    <a:pt x="37563" y="99083"/>
                  </a:lnTo>
                  <a:lnTo>
                    <a:pt x="31878" y="89181"/>
                  </a:lnTo>
                  <a:lnTo>
                    <a:pt x="34689" y="84326"/>
                  </a:lnTo>
                  <a:lnTo>
                    <a:pt x="37691" y="79151"/>
                  </a:lnTo>
                  <a:lnTo>
                    <a:pt x="37947" y="79279"/>
                  </a:lnTo>
                  <a:lnTo>
                    <a:pt x="38394" y="79279"/>
                  </a:lnTo>
                  <a:lnTo>
                    <a:pt x="38586" y="79215"/>
                  </a:lnTo>
                  <a:lnTo>
                    <a:pt x="38905" y="79024"/>
                  </a:lnTo>
                  <a:lnTo>
                    <a:pt x="39160" y="78704"/>
                  </a:lnTo>
                  <a:lnTo>
                    <a:pt x="39224" y="78321"/>
                  </a:lnTo>
                  <a:lnTo>
                    <a:pt x="49765" y="78321"/>
                  </a:lnTo>
                  <a:lnTo>
                    <a:pt x="49893" y="78704"/>
                  </a:lnTo>
                  <a:lnTo>
                    <a:pt x="50148" y="79024"/>
                  </a:lnTo>
                  <a:lnTo>
                    <a:pt x="50468" y="79215"/>
                  </a:lnTo>
                  <a:lnTo>
                    <a:pt x="50659" y="79279"/>
                  </a:lnTo>
                  <a:lnTo>
                    <a:pt x="51107" y="79279"/>
                  </a:lnTo>
                  <a:lnTo>
                    <a:pt x="51298" y="79151"/>
                  </a:lnTo>
                  <a:lnTo>
                    <a:pt x="56601" y="88415"/>
                  </a:lnTo>
                  <a:lnTo>
                    <a:pt x="56473" y="88542"/>
                  </a:lnTo>
                  <a:lnTo>
                    <a:pt x="56345" y="88734"/>
                  </a:lnTo>
                  <a:lnTo>
                    <a:pt x="56217" y="88989"/>
                  </a:lnTo>
                  <a:lnTo>
                    <a:pt x="56217" y="89245"/>
                  </a:lnTo>
                  <a:lnTo>
                    <a:pt x="56217" y="89437"/>
                  </a:lnTo>
                  <a:lnTo>
                    <a:pt x="56281" y="89692"/>
                  </a:lnTo>
                  <a:lnTo>
                    <a:pt x="56409" y="89820"/>
                  </a:lnTo>
                  <a:lnTo>
                    <a:pt x="56537" y="90012"/>
                  </a:lnTo>
                  <a:lnTo>
                    <a:pt x="56664" y="90139"/>
                  </a:lnTo>
                  <a:lnTo>
                    <a:pt x="56856" y="90267"/>
                  </a:lnTo>
                  <a:lnTo>
                    <a:pt x="57048" y="90331"/>
                  </a:lnTo>
                  <a:lnTo>
                    <a:pt x="57495" y="90331"/>
                  </a:lnTo>
                  <a:lnTo>
                    <a:pt x="57687" y="90267"/>
                  </a:lnTo>
                  <a:lnTo>
                    <a:pt x="57878" y="90139"/>
                  </a:lnTo>
                  <a:lnTo>
                    <a:pt x="58070" y="90012"/>
                  </a:lnTo>
                  <a:lnTo>
                    <a:pt x="58198" y="89820"/>
                  </a:lnTo>
                  <a:lnTo>
                    <a:pt x="58262" y="89692"/>
                  </a:lnTo>
                  <a:lnTo>
                    <a:pt x="58325" y="89437"/>
                  </a:lnTo>
                  <a:lnTo>
                    <a:pt x="58389" y="89245"/>
                  </a:lnTo>
                  <a:lnTo>
                    <a:pt x="58325" y="89053"/>
                  </a:lnTo>
                  <a:lnTo>
                    <a:pt x="58262" y="88798"/>
                  </a:lnTo>
                  <a:lnTo>
                    <a:pt x="58198" y="88670"/>
                  </a:lnTo>
                  <a:lnTo>
                    <a:pt x="58070" y="88478"/>
                  </a:lnTo>
                  <a:lnTo>
                    <a:pt x="57878" y="88351"/>
                  </a:lnTo>
                  <a:lnTo>
                    <a:pt x="57687" y="88223"/>
                  </a:lnTo>
                  <a:lnTo>
                    <a:pt x="57495" y="88159"/>
                  </a:lnTo>
                  <a:lnTo>
                    <a:pt x="57303" y="88159"/>
                  </a:lnTo>
                  <a:lnTo>
                    <a:pt x="57048" y="88223"/>
                  </a:lnTo>
                  <a:lnTo>
                    <a:pt x="56792" y="88287"/>
                  </a:lnTo>
                  <a:lnTo>
                    <a:pt x="51490" y="79088"/>
                  </a:lnTo>
                  <a:lnTo>
                    <a:pt x="51682" y="78896"/>
                  </a:lnTo>
                  <a:lnTo>
                    <a:pt x="51809" y="78704"/>
                  </a:lnTo>
                  <a:lnTo>
                    <a:pt x="51873" y="78449"/>
                  </a:lnTo>
                  <a:lnTo>
                    <a:pt x="51937" y="78193"/>
                  </a:lnTo>
                  <a:lnTo>
                    <a:pt x="51873" y="77938"/>
                  </a:lnTo>
                  <a:lnTo>
                    <a:pt x="51809" y="77682"/>
                  </a:lnTo>
                  <a:lnTo>
                    <a:pt x="51682" y="77491"/>
                  </a:lnTo>
                  <a:lnTo>
                    <a:pt x="51490" y="77299"/>
                  </a:lnTo>
                  <a:lnTo>
                    <a:pt x="56728" y="68228"/>
                  </a:lnTo>
                  <a:lnTo>
                    <a:pt x="56984" y="68355"/>
                  </a:lnTo>
                  <a:lnTo>
                    <a:pt x="57303" y="68419"/>
                  </a:lnTo>
                  <a:lnTo>
                    <a:pt x="57495" y="68355"/>
                  </a:lnTo>
                  <a:lnTo>
                    <a:pt x="57687" y="68291"/>
                  </a:lnTo>
                  <a:lnTo>
                    <a:pt x="57878" y="68228"/>
                  </a:lnTo>
                  <a:lnTo>
                    <a:pt x="58070" y="68100"/>
                  </a:lnTo>
                  <a:lnTo>
                    <a:pt x="58198" y="67908"/>
                  </a:lnTo>
                  <a:lnTo>
                    <a:pt x="58262" y="67716"/>
                  </a:lnTo>
                  <a:lnTo>
                    <a:pt x="58325" y="67525"/>
                  </a:lnTo>
                  <a:lnTo>
                    <a:pt x="58389" y="67333"/>
                  </a:lnTo>
                  <a:lnTo>
                    <a:pt x="58389" y="67269"/>
                  </a:lnTo>
                  <a:lnTo>
                    <a:pt x="68802" y="67269"/>
                  </a:lnTo>
                  <a:lnTo>
                    <a:pt x="68802" y="67333"/>
                  </a:lnTo>
                  <a:lnTo>
                    <a:pt x="68802" y="67525"/>
                  </a:lnTo>
                  <a:lnTo>
                    <a:pt x="68866" y="67716"/>
                  </a:lnTo>
                  <a:lnTo>
                    <a:pt x="68994" y="67908"/>
                  </a:lnTo>
                  <a:lnTo>
                    <a:pt x="69122" y="68100"/>
                  </a:lnTo>
                  <a:lnTo>
                    <a:pt x="69313" y="68228"/>
                  </a:lnTo>
                  <a:lnTo>
                    <a:pt x="69441" y="68291"/>
                  </a:lnTo>
                  <a:lnTo>
                    <a:pt x="69697" y="68355"/>
                  </a:lnTo>
                  <a:lnTo>
                    <a:pt x="69888" y="68419"/>
                  </a:lnTo>
                  <a:lnTo>
                    <a:pt x="70208" y="68355"/>
                  </a:lnTo>
                  <a:lnTo>
                    <a:pt x="70463" y="68228"/>
                  </a:lnTo>
                  <a:lnTo>
                    <a:pt x="75638" y="77235"/>
                  </a:lnTo>
                  <a:lnTo>
                    <a:pt x="75318" y="77363"/>
                  </a:lnTo>
                  <a:lnTo>
                    <a:pt x="75127" y="77618"/>
                  </a:lnTo>
                  <a:lnTo>
                    <a:pt x="74999" y="77874"/>
                  </a:lnTo>
                  <a:lnTo>
                    <a:pt x="74935" y="78193"/>
                  </a:lnTo>
                  <a:lnTo>
                    <a:pt x="74999" y="78513"/>
                  </a:lnTo>
                  <a:lnTo>
                    <a:pt x="75127" y="78832"/>
                  </a:lnTo>
                  <a:lnTo>
                    <a:pt x="75318" y="79024"/>
                  </a:lnTo>
                  <a:lnTo>
                    <a:pt x="75574" y="79215"/>
                  </a:lnTo>
                  <a:lnTo>
                    <a:pt x="70399" y="88223"/>
                  </a:lnTo>
                  <a:lnTo>
                    <a:pt x="70144" y="88159"/>
                  </a:lnTo>
                  <a:lnTo>
                    <a:pt x="69888" y="88159"/>
                  </a:lnTo>
                  <a:lnTo>
                    <a:pt x="69697" y="88223"/>
                  </a:lnTo>
                  <a:lnTo>
                    <a:pt x="69505" y="88351"/>
                  </a:lnTo>
                  <a:lnTo>
                    <a:pt x="69377" y="88478"/>
                  </a:lnTo>
                  <a:lnTo>
                    <a:pt x="69186" y="88670"/>
                  </a:lnTo>
                  <a:lnTo>
                    <a:pt x="69122" y="88798"/>
                  </a:lnTo>
                  <a:lnTo>
                    <a:pt x="69058" y="89053"/>
                  </a:lnTo>
                  <a:lnTo>
                    <a:pt x="69058" y="89245"/>
                  </a:lnTo>
                  <a:lnTo>
                    <a:pt x="69058" y="89437"/>
                  </a:lnTo>
                  <a:lnTo>
                    <a:pt x="69122" y="89692"/>
                  </a:lnTo>
                  <a:lnTo>
                    <a:pt x="69186" y="89820"/>
                  </a:lnTo>
                  <a:lnTo>
                    <a:pt x="69377" y="90012"/>
                  </a:lnTo>
                  <a:lnTo>
                    <a:pt x="69505" y="90139"/>
                  </a:lnTo>
                  <a:lnTo>
                    <a:pt x="69697" y="90267"/>
                  </a:lnTo>
                  <a:lnTo>
                    <a:pt x="69888" y="90331"/>
                  </a:lnTo>
                  <a:lnTo>
                    <a:pt x="70336" y="90331"/>
                  </a:lnTo>
                  <a:lnTo>
                    <a:pt x="70527" y="90267"/>
                  </a:lnTo>
                  <a:lnTo>
                    <a:pt x="70719" y="90139"/>
                  </a:lnTo>
                  <a:lnTo>
                    <a:pt x="70847" y="90012"/>
                  </a:lnTo>
                  <a:lnTo>
                    <a:pt x="71038" y="89820"/>
                  </a:lnTo>
                  <a:lnTo>
                    <a:pt x="71102" y="89692"/>
                  </a:lnTo>
                  <a:lnTo>
                    <a:pt x="71166" y="89437"/>
                  </a:lnTo>
                  <a:lnTo>
                    <a:pt x="71166" y="89245"/>
                  </a:lnTo>
                  <a:lnTo>
                    <a:pt x="71166" y="88926"/>
                  </a:lnTo>
                  <a:lnTo>
                    <a:pt x="71038" y="88670"/>
                  </a:lnTo>
                  <a:lnTo>
                    <a:pt x="70847" y="88415"/>
                  </a:lnTo>
                  <a:lnTo>
                    <a:pt x="70591" y="88287"/>
                  </a:lnTo>
                  <a:lnTo>
                    <a:pt x="75766" y="79279"/>
                  </a:lnTo>
                  <a:lnTo>
                    <a:pt x="76277" y="79279"/>
                  </a:lnTo>
                  <a:lnTo>
                    <a:pt x="76468" y="79215"/>
                  </a:lnTo>
                  <a:lnTo>
                    <a:pt x="76660" y="79088"/>
                  </a:lnTo>
                  <a:lnTo>
                    <a:pt x="76788" y="78960"/>
                  </a:lnTo>
                  <a:lnTo>
                    <a:pt x="76915" y="78832"/>
                  </a:lnTo>
                  <a:lnTo>
                    <a:pt x="77043" y="78640"/>
                  </a:lnTo>
                  <a:lnTo>
                    <a:pt x="77107" y="78449"/>
                  </a:lnTo>
                  <a:lnTo>
                    <a:pt x="77107" y="78193"/>
                  </a:lnTo>
                  <a:lnTo>
                    <a:pt x="77107" y="78002"/>
                  </a:lnTo>
                  <a:lnTo>
                    <a:pt x="77043" y="77810"/>
                  </a:lnTo>
                  <a:lnTo>
                    <a:pt x="76915" y="77618"/>
                  </a:lnTo>
                  <a:lnTo>
                    <a:pt x="76788" y="77427"/>
                  </a:lnTo>
                  <a:lnTo>
                    <a:pt x="76660" y="77299"/>
                  </a:lnTo>
                  <a:lnTo>
                    <a:pt x="76468" y="77235"/>
                  </a:lnTo>
                  <a:lnTo>
                    <a:pt x="76277" y="77171"/>
                  </a:lnTo>
                  <a:lnTo>
                    <a:pt x="76021" y="77107"/>
                  </a:lnTo>
                  <a:lnTo>
                    <a:pt x="75829" y="77171"/>
                  </a:lnTo>
                  <a:lnTo>
                    <a:pt x="70591" y="68164"/>
                  </a:lnTo>
                  <a:lnTo>
                    <a:pt x="70783" y="67972"/>
                  </a:lnTo>
                  <a:lnTo>
                    <a:pt x="70847" y="67780"/>
                  </a:lnTo>
                  <a:lnTo>
                    <a:pt x="70974" y="67589"/>
                  </a:lnTo>
                  <a:lnTo>
                    <a:pt x="70974" y="67333"/>
                  </a:lnTo>
                  <a:lnTo>
                    <a:pt x="70910" y="67078"/>
                  </a:lnTo>
                  <a:lnTo>
                    <a:pt x="70847" y="66822"/>
                  </a:lnTo>
                  <a:lnTo>
                    <a:pt x="70719" y="66567"/>
                  </a:lnTo>
                  <a:lnTo>
                    <a:pt x="70463" y="66439"/>
                  </a:lnTo>
                  <a:lnTo>
                    <a:pt x="75829" y="57176"/>
                  </a:lnTo>
                  <a:lnTo>
                    <a:pt x="76085" y="57240"/>
                  </a:lnTo>
                  <a:lnTo>
                    <a:pt x="76468" y="57240"/>
                  </a:lnTo>
                  <a:lnTo>
                    <a:pt x="76660" y="57176"/>
                  </a:lnTo>
                  <a:lnTo>
                    <a:pt x="77043" y="56984"/>
                  </a:lnTo>
                  <a:lnTo>
                    <a:pt x="77235" y="56665"/>
                  </a:lnTo>
                  <a:lnTo>
                    <a:pt x="77363" y="56281"/>
                  </a:lnTo>
                  <a:lnTo>
                    <a:pt x="87967" y="56281"/>
                  </a:lnTo>
                  <a:lnTo>
                    <a:pt x="88031" y="56665"/>
                  </a:lnTo>
                  <a:lnTo>
                    <a:pt x="88287" y="56984"/>
                  </a:lnTo>
                  <a:lnTo>
                    <a:pt x="88606" y="57176"/>
                  </a:lnTo>
                  <a:lnTo>
                    <a:pt x="88798" y="57240"/>
                  </a:lnTo>
                  <a:lnTo>
                    <a:pt x="89245" y="57240"/>
                  </a:lnTo>
                  <a:lnTo>
                    <a:pt x="89437" y="57176"/>
                  </a:lnTo>
                  <a:lnTo>
                    <a:pt x="89628" y="57048"/>
                  </a:lnTo>
                  <a:lnTo>
                    <a:pt x="89756" y="56920"/>
                  </a:lnTo>
                  <a:lnTo>
                    <a:pt x="89884" y="56792"/>
                  </a:lnTo>
                  <a:lnTo>
                    <a:pt x="90012" y="56601"/>
                  </a:lnTo>
                  <a:lnTo>
                    <a:pt x="90075" y="56409"/>
                  </a:lnTo>
                  <a:lnTo>
                    <a:pt x="90075" y="56154"/>
                  </a:lnTo>
                  <a:lnTo>
                    <a:pt x="90075" y="55898"/>
                  </a:lnTo>
                  <a:lnTo>
                    <a:pt x="89948" y="55643"/>
                  </a:lnTo>
                  <a:lnTo>
                    <a:pt x="89820" y="55451"/>
                  </a:lnTo>
                  <a:lnTo>
                    <a:pt x="89628" y="55323"/>
                  </a:lnTo>
                  <a:lnTo>
                    <a:pt x="94931" y="46060"/>
                  </a:lnTo>
                  <a:lnTo>
                    <a:pt x="95250" y="46188"/>
                  </a:lnTo>
                  <a:lnTo>
                    <a:pt x="95569" y="46252"/>
                  </a:lnTo>
                  <a:lnTo>
                    <a:pt x="95761" y="46252"/>
                  </a:lnTo>
                  <a:lnTo>
                    <a:pt x="95953" y="46188"/>
                  </a:lnTo>
                  <a:lnTo>
                    <a:pt x="96272" y="45932"/>
                  </a:lnTo>
                  <a:lnTo>
                    <a:pt x="96528" y="45677"/>
                  </a:lnTo>
                  <a:lnTo>
                    <a:pt x="96592" y="45230"/>
                  </a:lnTo>
                  <a:lnTo>
                    <a:pt x="106941" y="45230"/>
                  </a:lnTo>
                  <a:lnTo>
                    <a:pt x="107068" y="45677"/>
                  </a:lnTo>
                  <a:lnTo>
                    <a:pt x="107260" y="45932"/>
                  </a:lnTo>
                  <a:lnTo>
                    <a:pt x="107579" y="46188"/>
                  </a:lnTo>
                  <a:lnTo>
                    <a:pt x="107771" y="46252"/>
                  </a:lnTo>
                  <a:lnTo>
                    <a:pt x="108218" y="46252"/>
                  </a:lnTo>
                  <a:lnTo>
                    <a:pt x="108410" y="46188"/>
                  </a:lnTo>
                  <a:lnTo>
                    <a:pt x="108602" y="46060"/>
                  </a:lnTo>
                  <a:lnTo>
                    <a:pt x="108793" y="45932"/>
                  </a:lnTo>
                  <a:lnTo>
                    <a:pt x="108921" y="45741"/>
                  </a:lnTo>
                  <a:lnTo>
                    <a:pt x="108985" y="45613"/>
                  </a:lnTo>
                  <a:lnTo>
                    <a:pt x="109049" y="45357"/>
                  </a:lnTo>
                  <a:lnTo>
                    <a:pt x="109113" y="45166"/>
                  </a:lnTo>
                  <a:lnTo>
                    <a:pt x="109049" y="44974"/>
                  </a:lnTo>
                  <a:lnTo>
                    <a:pt x="108985" y="44719"/>
                  </a:lnTo>
                  <a:lnTo>
                    <a:pt x="108921" y="44527"/>
                  </a:lnTo>
                  <a:lnTo>
                    <a:pt x="108793" y="44399"/>
                  </a:lnTo>
                  <a:lnTo>
                    <a:pt x="108602" y="44271"/>
                  </a:lnTo>
                  <a:lnTo>
                    <a:pt x="108410" y="44144"/>
                  </a:lnTo>
                  <a:lnTo>
                    <a:pt x="108218" y="44080"/>
                  </a:lnTo>
                  <a:lnTo>
                    <a:pt x="107771" y="44080"/>
                  </a:lnTo>
                  <a:lnTo>
                    <a:pt x="107579" y="44144"/>
                  </a:lnTo>
                  <a:lnTo>
                    <a:pt x="107260" y="44335"/>
                  </a:lnTo>
                  <a:lnTo>
                    <a:pt x="107068" y="44655"/>
                  </a:lnTo>
                  <a:lnTo>
                    <a:pt x="106941" y="45038"/>
                  </a:lnTo>
                  <a:lnTo>
                    <a:pt x="96592" y="45038"/>
                  </a:lnTo>
                  <a:lnTo>
                    <a:pt x="96528" y="44655"/>
                  </a:lnTo>
                  <a:lnTo>
                    <a:pt x="96272" y="44335"/>
                  </a:lnTo>
                  <a:lnTo>
                    <a:pt x="95953" y="44144"/>
                  </a:lnTo>
                  <a:lnTo>
                    <a:pt x="95761" y="44080"/>
                  </a:lnTo>
                  <a:lnTo>
                    <a:pt x="95569" y="44080"/>
                  </a:lnTo>
                  <a:lnTo>
                    <a:pt x="95250" y="44144"/>
                  </a:lnTo>
                  <a:lnTo>
                    <a:pt x="94931" y="44271"/>
                  </a:lnTo>
                  <a:lnTo>
                    <a:pt x="89628" y="35008"/>
                  </a:lnTo>
                  <a:lnTo>
                    <a:pt x="89820" y="34881"/>
                  </a:lnTo>
                  <a:lnTo>
                    <a:pt x="89948" y="34625"/>
                  </a:lnTo>
                  <a:lnTo>
                    <a:pt x="90075" y="34433"/>
                  </a:lnTo>
                  <a:lnTo>
                    <a:pt x="90075" y="34178"/>
                  </a:lnTo>
                  <a:lnTo>
                    <a:pt x="90075" y="33858"/>
                  </a:lnTo>
                  <a:lnTo>
                    <a:pt x="89948" y="33667"/>
                  </a:lnTo>
                  <a:lnTo>
                    <a:pt x="89820" y="33411"/>
                  </a:lnTo>
                  <a:lnTo>
                    <a:pt x="89628" y="33284"/>
                  </a:lnTo>
                  <a:lnTo>
                    <a:pt x="90395" y="31942"/>
                  </a:lnTo>
                  <a:lnTo>
                    <a:pt x="94931" y="24021"/>
                  </a:lnTo>
                  <a:lnTo>
                    <a:pt x="95250" y="24148"/>
                  </a:lnTo>
                  <a:lnTo>
                    <a:pt x="95569" y="24212"/>
                  </a:lnTo>
                  <a:lnTo>
                    <a:pt x="95761" y="24212"/>
                  </a:lnTo>
                  <a:lnTo>
                    <a:pt x="95953" y="24148"/>
                  </a:lnTo>
                  <a:lnTo>
                    <a:pt x="96272" y="23957"/>
                  </a:lnTo>
                  <a:lnTo>
                    <a:pt x="96528" y="23637"/>
                  </a:lnTo>
                  <a:lnTo>
                    <a:pt x="96592" y="23254"/>
                  </a:lnTo>
                  <a:lnTo>
                    <a:pt x="108027" y="23254"/>
                  </a:lnTo>
                  <a:lnTo>
                    <a:pt x="113840" y="33284"/>
                  </a:lnTo>
                  <a:lnTo>
                    <a:pt x="113648" y="33411"/>
                  </a:lnTo>
                  <a:lnTo>
                    <a:pt x="113521" y="33667"/>
                  </a:lnTo>
                  <a:lnTo>
                    <a:pt x="113393" y="33858"/>
                  </a:lnTo>
                  <a:lnTo>
                    <a:pt x="113393" y="34178"/>
                  </a:lnTo>
                  <a:lnTo>
                    <a:pt x="113393" y="34370"/>
                  </a:lnTo>
                  <a:lnTo>
                    <a:pt x="113457" y="34561"/>
                  </a:lnTo>
                  <a:lnTo>
                    <a:pt x="113585" y="34753"/>
                  </a:lnTo>
                  <a:lnTo>
                    <a:pt x="113712" y="34881"/>
                  </a:lnTo>
                  <a:lnTo>
                    <a:pt x="113840" y="35072"/>
                  </a:lnTo>
                  <a:lnTo>
                    <a:pt x="114032" y="35136"/>
                  </a:lnTo>
                  <a:lnTo>
                    <a:pt x="114223" y="35200"/>
                  </a:lnTo>
                  <a:lnTo>
                    <a:pt x="114671" y="35200"/>
                  </a:lnTo>
                  <a:lnTo>
                    <a:pt x="114862" y="35136"/>
                  </a:lnTo>
                  <a:lnTo>
                    <a:pt x="115054" y="35072"/>
                  </a:lnTo>
                  <a:lnTo>
                    <a:pt x="115245" y="34881"/>
                  </a:lnTo>
                  <a:lnTo>
                    <a:pt x="115373" y="34753"/>
                  </a:lnTo>
                  <a:lnTo>
                    <a:pt x="115437" y="34561"/>
                  </a:lnTo>
                  <a:lnTo>
                    <a:pt x="115501" y="34370"/>
                  </a:lnTo>
                  <a:lnTo>
                    <a:pt x="115501" y="34178"/>
                  </a:lnTo>
                  <a:lnTo>
                    <a:pt x="115501" y="33922"/>
                  </a:lnTo>
                  <a:lnTo>
                    <a:pt x="115437" y="33731"/>
                  </a:lnTo>
                  <a:lnTo>
                    <a:pt x="115373" y="33539"/>
                  </a:lnTo>
                  <a:lnTo>
                    <a:pt x="115245" y="33411"/>
                  </a:lnTo>
                  <a:lnTo>
                    <a:pt x="115054" y="33220"/>
                  </a:lnTo>
                  <a:lnTo>
                    <a:pt x="114862" y="33156"/>
                  </a:lnTo>
                  <a:lnTo>
                    <a:pt x="114671" y="33092"/>
                  </a:lnTo>
                  <a:lnTo>
                    <a:pt x="114223" y="33092"/>
                  </a:lnTo>
                  <a:lnTo>
                    <a:pt x="113968" y="33156"/>
                  </a:lnTo>
                  <a:lnTo>
                    <a:pt x="108154" y="23062"/>
                  </a:lnTo>
                  <a:lnTo>
                    <a:pt x="96592" y="23062"/>
                  </a:lnTo>
                  <a:lnTo>
                    <a:pt x="96528" y="22679"/>
                  </a:lnTo>
                  <a:lnTo>
                    <a:pt x="96272" y="22360"/>
                  </a:lnTo>
                  <a:lnTo>
                    <a:pt x="95953" y="22104"/>
                  </a:lnTo>
                  <a:lnTo>
                    <a:pt x="95761" y="22040"/>
                  </a:lnTo>
                  <a:lnTo>
                    <a:pt x="95569" y="22040"/>
                  </a:lnTo>
                  <a:lnTo>
                    <a:pt x="95250" y="22104"/>
                  </a:lnTo>
                  <a:lnTo>
                    <a:pt x="94931" y="22232"/>
                  </a:lnTo>
                  <a:lnTo>
                    <a:pt x="89628" y="12969"/>
                  </a:lnTo>
                  <a:lnTo>
                    <a:pt x="89820" y="12841"/>
                  </a:lnTo>
                  <a:lnTo>
                    <a:pt x="89948" y="12649"/>
                  </a:lnTo>
                  <a:lnTo>
                    <a:pt x="90075" y="12394"/>
                  </a:lnTo>
                  <a:lnTo>
                    <a:pt x="90075" y="12138"/>
                  </a:lnTo>
                  <a:lnTo>
                    <a:pt x="90075" y="11883"/>
                  </a:lnTo>
                  <a:lnTo>
                    <a:pt x="90012" y="11691"/>
                  </a:lnTo>
                  <a:lnTo>
                    <a:pt x="89884" y="11499"/>
                  </a:lnTo>
                  <a:lnTo>
                    <a:pt x="89756" y="11372"/>
                  </a:lnTo>
                  <a:lnTo>
                    <a:pt x="89628" y="11244"/>
                  </a:lnTo>
                  <a:lnTo>
                    <a:pt x="89437" y="11116"/>
                  </a:lnTo>
                  <a:lnTo>
                    <a:pt x="89245" y="11052"/>
                  </a:lnTo>
                  <a:lnTo>
                    <a:pt x="88798" y="11052"/>
                  </a:lnTo>
                  <a:lnTo>
                    <a:pt x="88606" y="11116"/>
                  </a:lnTo>
                  <a:lnTo>
                    <a:pt x="88287" y="11308"/>
                  </a:lnTo>
                  <a:lnTo>
                    <a:pt x="88031" y="11627"/>
                  </a:lnTo>
                  <a:lnTo>
                    <a:pt x="87967" y="12011"/>
                  </a:lnTo>
                  <a:lnTo>
                    <a:pt x="77363" y="12011"/>
                  </a:lnTo>
                  <a:lnTo>
                    <a:pt x="77235" y="11627"/>
                  </a:lnTo>
                  <a:lnTo>
                    <a:pt x="77043" y="11308"/>
                  </a:lnTo>
                  <a:lnTo>
                    <a:pt x="76660" y="11116"/>
                  </a:lnTo>
                  <a:lnTo>
                    <a:pt x="76468" y="11052"/>
                  </a:lnTo>
                  <a:lnTo>
                    <a:pt x="76085" y="11052"/>
                  </a:lnTo>
                  <a:lnTo>
                    <a:pt x="75829" y="11116"/>
                  </a:lnTo>
                  <a:lnTo>
                    <a:pt x="70527" y="1981"/>
                  </a:lnTo>
                  <a:lnTo>
                    <a:pt x="70719" y="1789"/>
                  </a:lnTo>
                  <a:lnTo>
                    <a:pt x="70910" y="1598"/>
                  </a:lnTo>
                  <a:lnTo>
                    <a:pt x="70974" y="1342"/>
                  </a:lnTo>
                  <a:lnTo>
                    <a:pt x="71038" y="1087"/>
                  </a:lnTo>
                  <a:lnTo>
                    <a:pt x="70974" y="895"/>
                  </a:lnTo>
                  <a:lnTo>
                    <a:pt x="70910" y="703"/>
                  </a:lnTo>
                  <a:lnTo>
                    <a:pt x="70847" y="512"/>
                  </a:lnTo>
                  <a:lnTo>
                    <a:pt x="70719" y="320"/>
                  </a:lnTo>
                  <a:lnTo>
                    <a:pt x="70527" y="192"/>
                  </a:lnTo>
                  <a:lnTo>
                    <a:pt x="70336" y="128"/>
                  </a:lnTo>
                  <a:lnTo>
                    <a:pt x="70144" y="64"/>
                  </a:lnTo>
                  <a:lnTo>
                    <a:pt x="69952" y="1"/>
                  </a:lnTo>
                  <a:close/>
                </a:path>
              </a:pathLst>
            </a:custGeom>
            <a:gradFill>
              <a:gsLst>
                <a:gs pos="0">
                  <a:schemeClr val="lt2"/>
                </a:gs>
                <a:gs pos="100000">
                  <a:schemeClr val="dk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26"/>
            <p:cNvSpPr/>
            <p:nvPr/>
          </p:nvSpPr>
          <p:spPr>
            <a:xfrm>
              <a:off x="1399800" y="-802100"/>
              <a:ext cx="2037900" cy="1095625"/>
            </a:xfrm>
            <a:custGeom>
              <a:avLst/>
              <a:gdLst/>
              <a:ahLst/>
              <a:cxnLst/>
              <a:rect l="l" t="t" r="r" b="b"/>
              <a:pathLst>
                <a:path w="81516" h="43825" fill="none" extrusionOk="0">
                  <a:moveTo>
                    <a:pt x="62990" y="959"/>
                  </a:moveTo>
                  <a:lnTo>
                    <a:pt x="62990" y="959"/>
                  </a:lnTo>
                  <a:lnTo>
                    <a:pt x="63181" y="959"/>
                  </a:lnTo>
                  <a:lnTo>
                    <a:pt x="63373" y="895"/>
                  </a:lnTo>
                  <a:lnTo>
                    <a:pt x="63756" y="703"/>
                  </a:lnTo>
                  <a:lnTo>
                    <a:pt x="63948" y="384"/>
                  </a:lnTo>
                  <a:lnTo>
                    <a:pt x="64076" y="1"/>
                  </a:lnTo>
                  <a:lnTo>
                    <a:pt x="74680" y="1"/>
                  </a:lnTo>
                  <a:lnTo>
                    <a:pt x="74680" y="1"/>
                  </a:lnTo>
                  <a:lnTo>
                    <a:pt x="74744" y="384"/>
                  </a:lnTo>
                  <a:lnTo>
                    <a:pt x="75000" y="703"/>
                  </a:lnTo>
                  <a:lnTo>
                    <a:pt x="75319" y="895"/>
                  </a:lnTo>
                  <a:lnTo>
                    <a:pt x="75511" y="959"/>
                  </a:lnTo>
                  <a:lnTo>
                    <a:pt x="75702" y="959"/>
                  </a:lnTo>
                  <a:lnTo>
                    <a:pt x="75702" y="959"/>
                  </a:lnTo>
                  <a:lnTo>
                    <a:pt x="75958" y="959"/>
                  </a:lnTo>
                  <a:lnTo>
                    <a:pt x="76150" y="895"/>
                  </a:lnTo>
                  <a:lnTo>
                    <a:pt x="77747" y="3578"/>
                  </a:lnTo>
                  <a:lnTo>
                    <a:pt x="81516" y="10158"/>
                  </a:lnTo>
                  <a:lnTo>
                    <a:pt x="81516" y="10158"/>
                  </a:lnTo>
                  <a:lnTo>
                    <a:pt x="81388" y="10286"/>
                  </a:lnTo>
                  <a:lnTo>
                    <a:pt x="81260" y="10478"/>
                  </a:lnTo>
                  <a:lnTo>
                    <a:pt x="81196" y="10669"/>
                  </a:lnTo>
                  <a:lnTo>
                    <a:pt x="81196" y="10925"/>
                  </a:lnTo>
                  <a:lnTo>
                    <a:pt x="81196" y="10925"/>
                  </a:lnTo>
                  <a:lnTo>
                    <a:pt x="81196" y="11116"/>
                  </a:lnTo>
                  <a:lnTo>
                    <a:pt x="81260" y="11372"/>
                  </a:lnTo>
                  <a:lnTo>
                    <a:pt x="81388" y="11564"/>
                  </a:lnTo>
                  <a:lnTo>
                    <a:pt x="81516" y="11691"/>
                  </a:lnTo>
                  <a:lnTo>
                    <a:pt x="76150" y="20954"/>
                  </a:lnTo>
                  <a:lnTo>
                    <a:pt x="76150" y="20954"/>
                  </a:lnTo>
                  <a:lnTo>
                    <a:pt x="75958" y="20891"/>
                  </a:lnTo>
                  <a:lnTo>
                    <a:pt x="75702" y="20827"/>
                  </a:lnTo>
                  <a:lnTo>
                    <a:pt x="75702" y="20827"/>
                  </a:lnTo>
                  <a:lnTo>
                    <a:pt x="75511" y="20891"/>
                  </a:lnTo>
                  <a:lnTo>
                    <a:pt x="75319" y="20954"/>
                  </a:lnTo>
                  <a:lnTo>
                    <a:pt x="75000" y="21146"/>
                  </a:lnTo>
                  <a:lnTo>
                    <a:pt x="74744" y="21465"/>
                  </a:lnTo>
                  <a:lnTo>
                    <a:pt x="74680" y="21849"/>
                  </a:lnTo>
                  <a:lnTo>
                    <a:pt x="64076" y="21849"/>
                  </a:lnTo>
                  <a:lnTo>
                    <a:pt x="64076" y="21849"/>
                  </a:lnTo>
                  <a:lnTo>
                    <a:pt x="63948" y="21465"/>
                  </a:lnTo>
                  <a:lnTo>
                    <a:pt x="63756" y="21146"/>
                  </a:lnTo>
                  <a:lnTo>
                    <a:pt x="63373" y="20954"/>
                  </a:lnTo>
                  <a:lnTo>
                    <a:pt x="63181" y="20891"/>
                  </a:lnTo>
                  <a:lnTo>
                    <a:pt x="62990" y="20827"/>
                  </a:lnTo>
                  <a:lnTo>
                    <a:pt x="62990" y="20827"/>
                  </a:lnTo>
                  <a:lnTo>
                    <a:pt x="62798" y="20891"/>
                  </a:lnTo>
                  <a:lnTo>
                    <a:pt x="62606" y="20954"/>
                  </a:lnTo>
                  <a:lnTo>
                    <a:pt x="62415" y="21018"/>
                  </a:lnTo>
                  <a:lnTo>
                    <a:pt x="62223" y="21146"/>
                  </a:lnTo>
                  <a:lnTo>
                    <a:pt x="62095" y="21338"/>
                  </a:lnTo>
                  <a:lnTo>
                    <a:pt x="62031" y="21529"/>
                  </a:lnTo>
                  <a:lnTo>
                    <a:pt x="61968" y="21721"/>
                  </a:lnTo>
                  <a:lnTo>
                    <a:pt x="61904" y="21913"/>
                  </a:lnTo>
                  <a:lnTo>
                    <a:pt x="61904" y="21913"/>
                  </a:lnTo>
                  <a:lnTo>
                    <a:pt x="61968" y="22168"/>
                  </a:lnTo>
                  <a:lnTo>
                    <a:pt x="62031" y="22424"/>
                  </a:lnTo>
                  <a:lnTo>
                    <a:pt x="62223" y="22679"/>
                  </a:lnTo>
                  <a:lnTo>
                    <a:pt x="62415" y="22807"/>
                  </a:lnTo>
                  <a:lnTo>
                    <a:pt x="57049" y="32070"/>
                  </a:lnTo>
                  <a:lnTo>
                    <a:pt x="57049" y="32070"/>
                  </a:lnTo>
                  <a:lnTo>
                    <a:pt x="56857" y="32006"/>
                  </a:lnTo>
                  <a:lnTo>
                    <a:pt x="56601" y="32006"/>
                  </a:lnTo>
                  <a:lnTo>
                    <a:pt x="56601" y="32006"/>
                  </a:lnTo>
                  <a:lnTo>
                    <a:pt x="56218" y="32070"/>
                  </a:lnTo>
                  <a:lnTo>
                    <a:pt x="55899" y="32262"/>
                  </a:lnTo>
                  <a:lnTo>
                    <a:pt x="55707" y="32517"/>
                  </a:lnTo>
                  <a:lnTo>
                    <a:pt x="55579" y="32837"/>
                  </a:lnTo>
                  <a:lnTo>
                    <a:pt x="45038" y="32837"/>
                  </a:lnTo>
                  <a:lnTo>
                    <a:pt x="45038" y="32837"/>
                  </a:lnTo>
                  <a:lnTo>
                    <a:pt x="44911" y="32517"/>
                  </a:lnTo>
                  <a:lnTo>
                    <a:pt x="44655" y="32262"/>
                  </a:lnTo>
                  <a:lnTo>
                    <a:pt x="44336" y="32070"/>
                  </a:lnTo>
                  <a:lnTo>
                    <a:pt x="44016" y="32006"/>
                  </a:lnTo>
                  <a:lnTo>
                    <a:pt x="44016" y="32006"/>
                  </a:lnTo>
                  <a:lnTo>
                    <a:pt x="43761" y="32006"/>
                  </a:lnTo>
                  <a:lnTo>
                    <a:pt x="43569" y="32070"/>
                  </a:lnTo>
                  <a:lnTo>
                    <a:pt x="43377" y="32198"/>
                  </a:lnTo>
                  <a:lnTo>
                    <a:pt x="43250" y="32326"/>
                  </a:lnTo>
                  <a:lnTo>
                    <a:pt x="43122" y="32453"/>
                  </a:lnTo>
                  <a:lnTo>
                    <a:pt x="42994" y="32645"/>
                  </a:lnTo>
                  <a:lnTo>
                    <a:pt x="42930" y="32837"/>
                  </a:lnTo>
                  <a:lnTo>
                    <a:pt x="42930" y="33092"/>
                  </a:lnTo>
                  <a:lnTo>
                    <a:pt x="42930" y="33092"/>
                  </a:lnTo>
                  <a:lnTo>
                    <a:pt x="42930" y="33284"/>
                  </a:lnTo>
                  <a:lnTo>
                    <a:pt x="42994" y="33539"/>
                  </a:lnTo>
                  <a:lnTo>
                    <a:pt x="43122" y="33731"/>
                  </a:lnTo>
                  <a:lnTo>
                    <a:pt x="43250" y="33859"/>
                  </a:lnTo>
                  <a:lnTo>
                    <a:pt x="40247" y="39161"/>
                  </a:lnTo>
                  <a:lnTo>
                    <a:pt x="38011" y="42994"/>
                  </a:lnTo>
                  <a:lnTo>
                    <a:pt x="38011" y="42994"/>
                  </a:lnTo>
                  <a:lnTo>
                    <a:pt x="37820" y="42930"/>
                  </a:lnTo>
                  <a:lnTo>
                    <a:pt x="37564" y="42866"/>
                  </a:lnTo>
                  <a:lnTo>
                    <a:pt x="37564" y="42866"/>
                  </a:lnTo>
                  <a:lnTo>
                    <a:pt x="37372" y="42930"/>
                  </a:lnTo>
                  <a:lnTo>
                    <a:pt x="37181" y="42930"/>
                  </a:lnTo>
                  <a:lnTo>
                    <a:pt x="36861" y="43186"/>
                  </a:lnTo>
                  <a:lnTo>
                    <a:pt x="36606" y="43441"/>
                  </a:lnTo>
                  <a:lnTo>
                    <a:pt x="36478" y="43824"/>
                  </a:lnTo>
                  <a:lnTo>
                    <a:pt x="25937" y="43824"/>
                  </a:lnTo>
                  <a:lnTo>
                    <a:pt x="25937" y="43824"/>
                  </a:lnTo>
                  <a:lnTo>
                    <a:pt x="25873" y="43441"/>
                  </a:lnTo>
                  <a:lnTo>
                    <a:pt x="25618" y="43186"/>
                  </a:lnTo>
                  <a:lnTo>
                    <a:pt x="25299" y="42930"/>
                  </a:lnTo>
                  <a:lnTo>
                    <a:pt x="25107" y="42930"/>
                  </a:lnTo>
                  <a:lnTo>
                    <a:pt x="24915" y="42866"/>
                  </a:lnTo>
                  <a:lnTo>
                    <a:pt x="24915" y="42866"/>
                  </a:lnTo>
                  <a:lnTo>
                    <a:pt x="24660" y="42930"/>
                  </a:lnTo>
                  <a:lnTo>
                    <a:pt x="24404" y="42994"/>
                  </a:lnTo>
                  <a:lnTo>
                    <a:pt x="19102" y="33795"/>
                  </a:lnTo>
                  <a:lnTo>
                    <a:pt x="19102" y="33795"/>
                  </a:lnTo>
                  <a:lnTo>
                    <a:pt x="19293" y="33667"/>
                  </a:lnTo>
                  <a:lnTo>
                    <a:pt x="19421" y="33475"/>
                  </a:lnTo>
                  <a:lnTo>
                    <a:pt x="19549" y="33220"/>
                  </a:lnTo>
                  <a:lnTo>
                    <a:pt x="19549" y="32964"/>
                  </a:lnTo>
                  <a:lnTo>
                    <a:pt x="19549" y="32964"/>
                  </a:lnTo>
                  <a:lnTo>
                    <a:pt x="19549" y="32709"/>
                  </a:lnTo>
                  <a:lnTo>
                    <a:pt x="19421" y="32453"/>
                  </a:lnTo>
                  <a:lnTo>
                    <a:pt x="19293" y="32262"/>
                  </a:lnTo>
                  <a:lnTo>
                    <a:pt x="19102" y="32070"/>
                  </a:lnTo>
                  <a:lnTo>
                    <a:pt x="24404" y="22935"/>
                  </a:lnTo>
                  <a:lnTo>
                    <a:pt x="24404" y="22935"/>
                  </a:lnTo>
                  <a:lnTo>
                    <a:pt x="24596" y="22999"/>
                  </a:lnTo>
                  <a:lnTo>
                    <a:pt x="24851" y="22999"/>
                  </a:lnTo>
                  <a:lnTo>
                    <a:pt x="24851" y="22999"/>
                  </a:lnTo>
                  <a:lnTo>
                    <a:pt x="25043" y="22999"/>
                  </a:lnTo>
                  <a:lnTo>
                    <a:pt x="25299" y="22935"/>
                  </a:lnTo>
                  <a:lnTo>
                    <a:pt x="25426" y="22807"/>
                  </a:lnTo>
                  <a:lnTo>
                    <a:pt x="25618" y="22679"/>
                  </a:lnTo>
                  <a:lnTo>
                    <a:pt x="25746" y="22551"/>
                  </a:lnTo>
                  <a:lnTo>
                    <a:pt x="25873" y="22360"/>
                  </a:lnTo>
                  <a:lnTo>
                    <a:pt x="25937" y="22168"/>
                  </a:lnTo>
                  <a:lnTo>
                    <a:pt x="25937" y="21913"/>
                  </a:lnTo>
                  <a:lnTo>
                    <a:pt x="25937" y="21913"/>
                  </a:lnTo>
                  <a:lnTo>
                    <a:pt x="25937" y="21721"/>
                  </a:lnTo>
                  <a:lnTo>
                    <a:pt x="25873" y="21529"/>
                  </a:lnTo>
                  <a:lnTo>
                    <a:pt x="25746" y="21338"/>
                  </a:lnTo>
                  <a:lnTo>
                    <a:pt x="25618" y="21146"/>
                  </a:lnTo>
                  <a:lnTo>
                    <a:pt x="25426" y="21018"/>
                  </a:lnTo>
                  <a:lnTo>
                    <a:pt x="25299" y="20954"/>
                  </a:lnTo>
                  <a:lnTo>
                    <a:pt x="25043" y="20891"/>
                  </a:lnTo>
                  <a:lnTo>
                    <a:pt x="24851" y="20827"/>
                  </a:lnTo>
                  <a:lnTo>
                    <a:pt x="24851" y="20827"/>
                  </a:lnTo>
                  <a:lnTo>
                    <a:pt x="24660" y="20891"/>
                  </a:lnTo>
                  <a:lnTo>
                    <a:pt x="24404" y="20954"/>
                  </a:lnTo>
                  <a:lnTo>
                    <a:pt x="24276" y="21018"/>
                  </a:lnTo>
                  <a:lnTo>
                    <a:pt x="24085" y="21146"/>
                  </a:lnTo>
                  <a:lnTo>
                    <a:pt x="23957" y="21338"/>
                  </a:lnTo>
                  <a:lnTo>
                    <a:pt x="23829" y="21529"/>
                  </a:lnTo>
                  <a:lnTo>
                    <a:pt x="23765" y="21721"/>
                  </a:lnTo>
                  <a:lnTo>
                    <a:pt x="23765" y="21913"/>
                  </a:lnTo>
                  <a:lnTo>
                    <a:pt x="23765" y="21913"/>
                  </a:lnTo>
                  <a:lnTo>
                    <a:pt x="23829" y="22168"/>
                  </a:lnTo>
                  <a:lnTo>
                    <a:pt x="23893" y="22424"/>
                  </a:lnTo>
                  <a:lnTo>
                    <a:pt x="24021" y="22615"/>
                  </a:lnTo>
                  <a:lnTo>
                    <a:pt x="24212" y="22807"/>
                  </a:lnTo>
                  <a:lnTo>
                    <a:pt x="18910" y="31942"/>
                  </a:lnTo>
                  <a:lnTo>
                    <a:pt x="18910" y="31942"/>
                  </a:lnTo>
                  <a:lnTo>
                    <a:pt x="18719" y="31878"/>
                  </a:lnTo>
                  <a:lnTo>
                    <a:pt x="18463" y="31878"/>
                  </a:lnTo>
                  <a:lnTo>
                    <a:pt x="18463" y="31878"/>
                  </a:lnTo>
                  <a:lnTo>
                    <a:pt x="18271" y="31878"/>
                  </a:lnTo>
                  <a:lnTo>
                    <a:pt x="18080" y="31942"/>
                  </a:lnTo>
                  <a:lnTo>
                    <a:pt x="17760" y="32134"/>
                  </a:lnTo>
                  <a:lnTo>
                    <a:pt x="17505" y="32453"/>
                  </a:lnTo>
                  <a:lnTo>
                    <a:pt x="17441" y="32837"/>
                  </a:lnTo>
                  <a:lnTo>
                    <a:pt x="6900" y="32837"/>
                  </a:lnTo>
                  <a:lnTo>
                    <a:pt x="6900" y="32837"/>
                  </a:lnTo>
                  <a:lnTo>
                    <a:pt x="6772" y="32453"/>
                  </a:lnTo>
                  <a:lnTo>
                    <a:pt x="6517" y="32134"/>
                  </a:lnTo>
                  <a:lnTo>
                    <a:pt x="6197" y="31942"/>
                  </a:lnTo>
                  <a:lnTo>
                    <a:pt x="6006" y="31878"/>
                  </a:lnTo>
                  <a:lnTo>
                    <a:pt x="5814" y="31878"/>
                  </a:lnTo>
                  <a:lnTo>
                    <a:pt x="5814" y="31878"/>
                  </a:lnTo>
                  <a:lnTo>
                    <a:pt x="5559" y="31878"/>
                  </a:lnTo>
                  <a:lnTo>
                    <a:pt x="5303" y="32006"/>
                  </a:lnTo>
                  <a:lnTo>
                    <a:pt x="1" y="22807"/>
                  </a:lnTo>
                  <a:lnTo>
                    <a:pt x="1" y="22807"/>
                  </a:lnTo>
                  <a:lnTo>
                    <a:pt x="256" y="22615"/>
                  </a:lnTo>
                  <a:lnTo>
                    <a:pt x="448" y="22360"/>
                  </a:lnTo>
                  <a:lnTo>
                    <a:pt x="576" y="22104"/>
                  </a:lnTo>
                  <a:lnTo>
                    <a:pt x="640" y="21785"/>
                  </a:lnTo>
                  <a:lnTo>
                    <a:pt x="640" y="21785"/>
                  </a:lnTo>
                  <a:lnTo>
                    <a:pt x="640" y="21529"/>
                  </a:lnTo>
                  <a:lnTo>
                    <a:pt x="512" y="21274"/>
                  </a:lnTo>
                  <a:lnTo>
                    <a:pt x="320" y="21018"/>
                  </a:lnTo>
                  <a:lnTo>
                    <a:pt x="128" y="20891"/>
                  </a:lnTo>
                  <a:lnTo>
                    <a:pt x="5367" y="11819"/>
                  </a:lnTo>
                  <a:lnTo>
                    <a:pt x="5367" y="11819"/>
                  </a:lnTo>
                  <a:lnTo>
                    <a:pt x="5686" y="11883"/>
                  </a:lnTo>
                  <a:lnTo>
                    <a:pt x="5686" y="11883"/>
                  </a:lnTo>
                  <a:lnTo>
                    <a:pt x="6070" y="11819"/>
                  </a:lnTo>
                  <a:lnTo>
                    <a:pt x="6389" y="11627"/>
                  </a:lnTo>
                  <a:lnTo>
                    <a:pt x="6645" y="11372"/>
                  </a:lnTo>
                  <a:lnTo>
                    <a:pt x="6772" y="10989"/>
                  </a:lnTo>
                  <a:lnTo>
                    <a:pt x="17441" y="10989"/>
                  </a:lnTo>
                  <a:lnTo>
                    <a:pt x="17441" y="10989"/>
                  </a:lnTo>
                  <a:lnTo>
                    <a:pt x="17505" y="11372"/>
                  </a:lnTo>
                  <a:lnTo>
                    <a:pt x="17760" y="11691"/>
                  </a:lnTo>
                  <a:lnTo>
                    <a:pt x="18080" y="11883"/>
                  </a:lnTo>
                  <a:lnTo>
                    <a:pt x="18271" y="11947"/>
                  </a:lnTo>
                  <a:lnTo>
                    <a:pt x="18463" y="12011"/>
                  </a:lnTo>
                  <a:lnTo>
                    <a:pt x="18463" y="12011"/>
                  </a:lnTo>
                  <a:lnTo>
                    <a:pt x="18719" y="11947"/>
                  </a:lnTo>
                  <a:lnTo>
                    <a:pt x="18910" y="11883"/>
                  </a:lnTo>
                  <a:lnTo>
                    <a:pt x="19102" y="11819"/>
                  </a:lnTo>
                  <a:lnTo>
                    <a:pt x="19230" y="11691"/>
                  </a:lnTo>
                  <a:lnTo>
                    <a:pt x="19357" y="11500"/>
                  </a:lnTo>
                  <a:lnTo>
                    <a:pt x="19485" y="11308"/>
                  </a:lnTo>
                  <a:lnTo>
                    <a:pt x="19549" y="11116"/>
                  </a:lnTo>
                  <a:lnTo>
                    <a:pt x="19549" y="10925"/>
                  </a:lnTo>
                  <a:lnTo>
                    <a:pt x="19549" y="10925"/>
                  </a:lnTo>
                  <a:lnTo>
                    <a:pt x="19549" y="10669"/>
                  </a:lnTo>
                  <a:lnTo>
                    <a:pt x="19421" y="10414"/>
                  </a:lnTo>
                  <a:lnTo>
                    <a:pt x="19293" y="10222"/>
                  </a:lnTo>
                  <a:lnTo>
                    <a:pt x="19102" y="10030"/>
                  </a:lnTo>
                  <a:lnTo>
                    <a:pt x="24085" y="1406"/>
                  </a:lnTo>
                  <a:lnTo>
                    <a:pt x="24404" y="895"/>
                  </a:lnTo>
                  <a:lnTo>
                    <a:pt x="24404" y="895"/>
                  </a:lnTo>
                  <a:lnTo>
                    <a:pt x="24596" y="959"/>
                  </a:lnTo>
                  <a:lnTo>
                    <a:pt x="24851" y="959"/>
                  </a:lnTo>
                  <a:lnTo>
                    <a:pt x="24851" y="959"/>
                  </a:lnTo>
                  <a:lnTo>
                    <a:pt x="25043" y="959"/>
                  </a:lnTo>
                  <a:lnTo>
                    <a:pt x="25235" y="895"/>
                  </a:lnTo>
                  <a:lnTo>
                    <a:pt x="25554" y="703"/>
                  </a:lnTo>
                  <a:lnTo>
                    <a:pt x="25810" y="384"/>
                  </a:lnTo>
                  <a:lnTo>
                    <a:pt x="25937" y="1"/>
                  </a:lnTo>
                  <a:lnTo>
                    <a:pt x="36478" y="1"/>
                  </a:lnTo>
                  <a:lnTo>
                    <a:pt x="36478" y="1"/>
                  </a:lnTo>
                  <a:lnTo>
                    <a:pt x="36606" y="384"/>
                  </a:lnTo>
                  <a:lnTo>
                    <a:pt x="36861" y="703"/>
                  </a:lnTo>
                  <a:lnTo>
                    <a:pt x="37181" y="895"/>
                  </a:lnTo>
                  <a:lnTo>
                    <a:pt x="37372" y="959"/>
                  </a:lnTo>
                  <a:lnTo>
                    <a:pt x="37564" y="959"/>
                  </a:lnTo>
                  <a:lnTo>
                    <a:pt x="37564" y="959"/>
                  </a:lnTo>
                  <a:lnTo>
                    <a:pt x="37820" y="959"/>
                  </a:lnTo>
                  <a:lnTo>
                    <a:pt x="38011" y="895"/>
                  </a:lnTo>
                  <a:lnTo>
                    <a:pt x="43314" y="10030"/>
                  </a:lnTo>
                  <a:lnTo>
                    <a:pt x="43314" y="10030"/>
                  </a:lnTo>
                  <a:lnTo>
                    <a:pt x="43122" y="10222"/>
                  </a:lnTo>
                  <a:lnTo>
                    <a:pt x="42994" y="10414"/>
                  </a:lnTo>
                  <a:lnTo>
                    <a:pt x="42866" y="10669"/>
                  </a:lnTo>
                  <a:lnTo>
                    <a:pt x="42866" y="10925"/>
                  </a:lnTo>
                  <a:lnTo>
                    <a:pt x="42866" y="10925"/>
                  </a:lnTo>
                  <a:lnTo>
                    <a:pt x="42866" y="11116"/>
                  </a:lnTo>
                  <a:lnTo>
                    <a:pt x="42930" y="11372"/>
                  </a:lnTo>
                  <a:lnTo>
                    <a:pt x="43058" y="11500"/>
                  </a:lnTo>
                  <a:lnTo>
                    <a:pt x="43186" y="11691"/>
                  </a:lnTo>
                  <a:lnTo>
                    <a:pt x="43314" y="11819"/>
                  </a:lnTo>
                  <a:lnTo>
                    <a:pt x="43505" y="11947"/>
                  </a:lnTo>
                  <a:lnTo>
                    <a:pt x="43697" y="12011"/>
                  </a:lnTo>
                  <a:lnTo>
                    <a:pt x="43952" y="12011"/>
                  </a:lnTo>
                  <a:lnTo>
                    <a:pt x="43952" y="12011"/>
                  </a:lnTo>
                  <a:lnTo>
                    <a:pt x="44144" y="12011"/>
                  </a:lnTo>
                  <a:lnTo>
                    <a:pt x="44336" y="11947"/>
                  </a:lnTo>
                  <a:lnTo>
                    <a:pt x="44655" y="11691"/>
                  </a:lnTo>
                  <a:lnTo>
                    <a:pt x="44911" y="11436"/>
                  </a:lnTo>
                  <a:lnTo>
                    <a:pt x="45038" y="10989"/>
                  </a:lnTo>
                  <a:lnTo>
                    <a:pt x="55899" y="10989"/>
                  </a:lnTo>
                  <a:lnTo>
                    <a:pt x="55899" y="10989"/>
                  </a:lnTo>
                  <a:lnTo>
                    <a:pt x="56026" y="11436"/>
                  </a:lnTo>
                  <a:lnTo>
                    <a:pt x="56218" y="11691"/>
                  </a:lnTo>
                  <a:lnTo>
                    <a:pt x="56601" y="11947"/>
                  </a:lnTo>
                  <a:lnTo>
                    <a:pt x="56793" y="12011"/>
                  </a:lnTo>
                  <a:lnTo>
                    <a:pt x="56985" y="12011"/>
                  </a:lnTo>
                  <a:lnTo>
                    <a:pt x="56985" y="12011"/>
                  </a:lnTo>
                  <a:lnTo>
                    <a:pt x="57176" y="12011"/>
                  </a:lnTo>
                  <a:lnTo>
                    <a:pt x="57368" y="11947"/>
                  </a:lnTo>
                  <a:lnTo>
                    <a:pt x="57560" y="11819"/>
                  </a:lnTo>
                  <a:lnTo>
                    <a:pt x="57751" y="11691"/>
                  </a:lnTo>
                  <a:lnTo>
                    <a:pt x="57879" y="11500"/>
                  </a:lnTo>
                  <a:lnTo>
                    <a:pt x="57943" y="11372"/>
                  </a:lnTo>
                  <a:lnTo>
                    <a:pt x="58007" y="11116"/>
                  </a:lnTo>
                  <a:lnTo>
                    <a:pt x="58071" y="10925"/>
                  </a:lnTo>
                  <a:lnTo>
                    <a:pt x="58071" y="10925"/>
                  </a:lnTo>
                  <a:lnTo>
                    <a:pt x="58007" y="10605"/>
                  </a:lnTo>
                  <a:lnTo>
                    <a:pt x="57879" y="10286"/>
                  </a:lnTo>
                  <a:lnTo>
                    <a:pt x="57623" y="10094"/>
                  </a:lnTo>
                  <a:lnTo>
                    <a:pt x="57368" y="9903"/>
                  </a:lnTo>
                  <a:lnTo>
                    <a:pt x="58007" y="8817"/>
                  </a:lnTo>
                  <a:lnTo>
                    <a:pt x="62542" y="895"/>
                  </a:lnTo>
                  <a:lnTo>
                    <a:pt x="62542" y="895"/>
                  </a:lnTo>
                  <a:lnTo>
                    <a:pt x="62798" y="959"/>
                  </a:lnTo>
                  <a:lnTo>
                    <a:pt x="62990" y="959"/>
                  </a:lnTo>
                </a:path>
              </a:pathLst>
            </a:custGeom>
            <a:gradFill>
              <a:gsLst>
                <a:gs pos="0">
                  <a:schemeClr val="lt2"/>
                </a:gs>
                <a:gs pos="100000">
                  <a:schemeClr val="dk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26"/>
            <p:cNvSpPr/>
            <p:nvPr/>
          </p:nvSpPr>
          <p:spPr>
            <a:xfrm>
              <a:off x="2354850" y="-1076800"/>
              <a:ext cx="605325" cy="544625"/>
            </a:xfrm>
            <a:custGeom>
              <a:avLst/>
              <a:gdLst/>
              <a:ahLst/>
              <a:cxnLst/>
              <a:rect l="l" t="t" r="r" b="b"/>
              <a:pathLst>
                <a:path w="24213" h="21785" fill="none" extrusionOk="0">
                  <a:moveTo>
                    <a:pt x="5750" y="959"/>
                  </a:moveTo>
                  <a:lnTo>
                    <a:pt x="5750" y="959"/>
                  </a:lnTo>
                  <a:lnTo>
                    <a:pt x="5942" y="895"/>
                  </a:lnTo>
                  <a:lnTo>
                    <a:pt x="6134" y="895"/>
                  </a:lnTo>
                  <a:lnTo>
                    <a:pt x="6453" y="640"/>
                  </a:lnTo>
                  <a:lnTo>
                    <a:pt x="6709" y="384"/>
                  </a:lnTo>
                  <a:lnTo>
                    <a:pt x="6773" y="1"/>
                  </a:lnTo>
                  <a:lnTo>
                    <a:pt x="17377" y="1"/>
                  </a:lnTo>
                  <a:lnTo>
                    <a:pt x="17377" y="1"/>
                  </a:lnTo>
                  <a:lnTo>
                    <a:pt x="17505" y="384"/>
                  </a:lnTo>
                  <a:lnTo>
                    <a:pt x="17697" y="704"/>
                  </a:lnTo>
                  <a:lnTo>
                    <a:pt x="18080" y="895"/>
                  </a:lnTo>
                  <a:lnTo>
                    <a:pt x="18272" y="959"/>
                  </a:lnTo>
                  <a:lnTo>
                    <a:pt x="18463" y="959"/>
                  </a:lnTo>
                  <a:lnTo>
                    <a:pt x="18463" y="959"/>
                  </a:lnTo>
                  <a:lnTo>
                    <a:pt x="18655" y="959"/>
                  </a:lnTo>
                  <a:lnTo>
                    <a:pt x="18910" y="831"/>
                  </a:lnTo>
                  <a:lnTo>
                    <a:pt x="24213" y="10031"/>
                  </a:lnTo>
                  <a:lnTo>
                    <a:pt x="24213" y="10031"/>
                  </a:lnTo>
                  <a:lnTo>
                    <a:pt x="24021" y="10158"/>
                  </a:lnTo>
                  <a:lnTo>
                    <a:pt x="23829" y="10414"/>
                  </a:lnTo>
                  <a:lnTo>
                    <a:pt x="23766" y="10605"/>
                  </a:lnTo>
                  <a:lnTo>
                    <a:pt x="23702" y="10925"/>
                  </a:lnTo>
                  <a:lnTo>
                    <a:pt x="23702" y="10925"/>
                  </a:lnTo>
                  <a:lnTo>
                    <a:pt x="23766" y="11180"/>
                  </a:lnTo>
                  <a:lnTo>
                    <a:pt x="23829" y="11372"/>
                  </a:lnTo>
                  <a:lnTo>
                    <a:pt x="24021" y="11628"/>
                  </a:lnTo>
                  <a:lnTo>
                    <a:pt x="24213" y="11755"/>
                  </a:lnTo>
                  <a:lnTo>
                    <a:pt x="23957" y="12139"/>
                  </a:lnTo>
                  <a:lnTo>
                    <a:pt x="18974" y="20827"/>
                  </a:lnTo>
                  <a:lnTo>
                    <a:pt x="18974" y="20827"/>
                  </a:lnTo>
                  <a:lnTo>
                    <a:pt x="18783" y="20827"/>
                  </a:lnTo>
                  <a:lnTo>
                    <a:pt x="18783" y="20827"/>
                  </a:lnTo>
                  <a:lnTo>
                    <a:pt x="18591" y="20827"/>
                  </a:lnTo>
                  <a:lnTo>
                    <a:pt x="18399" y="20891"/>
                  </a:lnTo>
                  <a:lnTo>
                    <a:pt x="18016" y="21082"/>
                  </a:lnTo>
                  <a:lnTo>
                    <a:pt x="17824" y="21402"/>
                  </a:lnTo>
                  <a:lnTo>
                    <a:pt x="17697" y="21785"/>
                  </a:lnTo>
                  <a:lnTo>
                    <a:pt x="6836" y="21785"/>
                  </a:lnTo>
                  <a:lnTo>
                    <a:pt x="6836" y="21785"/>
                  </a:lnTo>
                  <a:lnTo>
                    <a:pt x="6709" y="21402"/>
                  </a:lnTo>
                  <a:lnTo>
                    <a:pt x="6453" y="21082"/>
                  </a:lnTo>
                  <a:lnTo>
                    <a:pt x="6134" y="20891"/>
                  </a:lnTo>
                  <a:lnTo>
                    <a:pt x="5942" y="20827"/>
                  </a:lnTo>
                  <a:lnTo>
                    <a:pt x="5750" y="20827"/>
                  </a:lnTo>
                  <a:lnTo>
                    <a:pt x="5750" y="20827"/>
                  </a:lnTo>
                  <a:lnTo>
                    <a:pt x="5495" y="20827"/>
                  </a:lnTo>
                  <a:lnTo>
                    <a:pt x="5303" y="20955"/>
                  </a:lnTo>
                  <a:lnTo>
                    <a:pt x="1" y="11755"/>
                  </a:lnTo>
                  <a:lnTo>
                    <a:pt x="1" y="11755"/>
                  </a:lnTo>
                  <a:lnTo>
                    <a:pt x="193" y="11628"/>
                  </a:lnTo>
                  <a:lnTo>
                    <a:pt x="320" y="11372"/>
                  </a:lnTo>
                  <a:lnTo>
                    <a:pt x="384" y="11180"/>
                  </a:lnTo>
                  <a:lnTo>
                    <a:pt x="448" y="10925"/>
                  </a:lnTo>
                  <a:lnTo>
                    <a:pt x="448" y="10925"/>
                  </a:lnTo>
                  <a:lnTo>
                    <a:pt x="384" y="10605"/>
                  </a:lnTo>
                  <a:lnTo>
                    <a:pt x="320" y="10414"/>
                  </a:lnTo>
                  <a:lnTo>
                    <a:pt x="193" y="10158"/>
                  </a:lnTo>
                  <a:lnTo>
                    <a:pt x="1" y="10031"/>
                  </a:lnTo>
                  <a:lnTo>
                    <a:pt x="5303" y="831"/>
                  </a:lnTo>
                  <a:lnTo>
                    <a:pt x="5303" y="831"/>
                  </a:lnTo>
                  <a:lnTo>
                    <a:pt x="5495" y="895"/>
                  </a:lnTo>
                  <a:lnTo>
                    <a:pt x="5750" y="959"/>
                  </a:lnTo>
                </a:path>
              </a:pathLst>
            </a:custGeom>
            <a:gradFill>
              <a:gsLst>
                <a:gs pos="0">
                  <a:schemeClr val="lt2"/>
                </a:gs>
                <a:gs pos="100000">
                  <a:schemeClr val="dk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26"/>
            <p:cNvSpPr/>
            <p:nvPr/>
          </p:nvSpPr>
          <p:spPr>
            <a:xfrm>
              <a:off x="1874150" y="-1353075"/>
              <a:ext cx="608500" cy="546225"/>
            </a:xfrm>
            <a:custGeom>
              <a:avLst/>
              <a:gdLst/>
              <a:ahLst/>
              <a:cxnLst/>
              <a:rect l="l" t="t" r="r" b="b"/>
              <a:pathLst>
                <a:path w="24340" h="21849" fill="none" extrusionOk="0">
                  <a:moveTo>
                    <a:pt x="5877" y="1022"/>
                  </a:moveTo>
                  <a:lnTo>
                    <a:pt x="5877" y="1022"/>
                  </a:lnTo>
                  <a:lnTo>
                    <a:pt x="6069" y="958"/>
                  </a:lnTo>
                  <a:lnTo>
                    <a:pt x="6261" y="895"/>
                  </a:lnTo>
                  <a:lnTo>
                    <a:pt x="6580" y="703"/>
                  </a:lnTo>
                  <a:lnTo>
                    <a:pt x="6836" y="383"/>
                  </a:lnTo>
                  <a:lnTo>
                    <a:pt x="6963" y="0"/>
                  </a:lnTo>
                  <a:lnTo>
                    <a:pt x="17504" y="0"/>
                  </a:lnTo>
                  <a:lnTo>
                    <a:pt x="17504" y="0"/>
                  </a:lnTo>
                  <a:lnTo>
                    <a:pt x="17632" y="383"/>
                  </a:lnTo>
                  <a:lnTo>
                    <a:pt x="17887" y="703"/>
                  </a:lnTo>
                  <a:lnTo>
                    <a:pt x="18207" y="895"/>
                  </a:lnTo>
                  <a:lnTo>
                    <a:pt x="18398" y="958"/>
                  </a:lnTo>
                  <a:lnTo>
                    <a:pt x="18590" y="1022"/>
                  </a:lnTo>
                  <a:lnTo>
                    <a:pt x="18590" y="1022"/>
                  </a:lnTo>
                  <a:lnTo>
                    <a:pt x="18846" y="958"/>
                  </a:lnTo>
                  <a:lnTo>
                    <a:pt x="19037" y="895"/>
                  </a:lnTo>
                  <a:lnTo>
                    <a:pt x="24340" y="10030"/>
                  </a:lnTo>
                  <a:lnTo>
                    <a:pt x="24340" y="10030"/>
                  </a:lnTo>
                  <a:lnTo>
                    <a:pt x="24148" y="10221"/>
                  </a:lnTo>
                  <a:lnTo>
                    <a:pt x="24020" y="10413"/>
                  </a:lnTo>
                  <a:lnTo>
                    <a:pt x="23892" y="10669"/>
                  </a:lnTo>
                  <a:lnTo>
                    <a:pt x="23892" y="10924"/>
                  </a:lnTo>
                  <a:lnTo>
                    <a:pt x="23892" y="10924"/>
                  </a:lnTo>
                  <a:lnTo>
                    <a:pt x="23892" y="11180"/>
                  </a:lnTo>
                  <a:lnTo>
                    <a:pt x="24020" y="11435"/>
                  </a:lnTo>
                  <a:lnTo>
                    <a:pt x="24148" y="11627"/>
                  </a:lnTo>
                  <a:lnTo>
                    <a:pt x="24340" y="11819"/>
                  </a:lnTo>
                  <a:lnTo>
                    <a:pt x="19037" y="20954"/>
                  </a:lnTo>
                  <a:lnTo>
                    <a:pt x="19037" y="20954"/>
                  </a:lnTo>
                  <a:lnTo>
                    <a:pt x="18846" y="20890"/>
                  </a:lnTo>
                  <a:lnTo>
                    <a:pt x="18590" y="20890"/>
                  </a:lnTo>
                  <a:lnTo>
                    <a:pt x="18590" y="20890"/>
                  </a:lnTo>
                  <a:lnTo>
                    <a:pt x="18398" y="20890"/>
                  </a:lnTo>
                  <a:lnTo>
                    <a:pt x="18207" y="20954"/>
                  </a:lnTo>
                  <a:lnTo>
                    <a:pt x="17887" y="21145"/>
                  </a:lnTo>
                  <a:lnTo>
                    <a:pt x="17632" y="21465"/>
                  </a:lnTo>
                  <a:lnTo>
                    <a:pt x="17504" y="21848"/>
                  </a:lnTo>
                  <a:lnTo>
                    <a:pt x="6963" y="21848"/>
                  </a:lnTo>
                  <a:lnTo>
                    <a:pt x="6963" y="21848"/>
                  </a:lnTo>
                  <a:lnTo>
                    <a:pt x="6836" y="21465"/>
                  </a:lnTo>
                  <a:lnTo>
                    <a:pt x="6580" y="21145"/>
                  </a:lnTo>
                  <a:lnTo>
                    <a:pt x="6261" y="20954"/>
                  </a:lnTo>
                  <a:lnTo>
                    <a:pt x="6069" y="20890"/>
                  </a:lnTo>
                  <a:lnTo>
                    <a:pt x="5877" y="20890"/>
                  </a:lnTo>
                  <a:lnTo>
                    <a:pt x="5877" y="20890"/>
                  </a:lnTo>
                  <a:lnTo>
                    <a:pt x="5622" y="20890"/>
                  </a:lnTo>
                  <a:lnTo>
                    <a:pt x="5430" y="20954"/>
                  </a:lnTo>
                  <a:lnTo>
                    <a:pt x="0" y="11563"/>
                  </a:lnTo>
                  <a:lnTo>
                    <a:pt x="0" y="11563"/>
                  </a:lnTo>
                  <a:lnTo>
                    <a:pt x="256" y="11435"/>
                  </a:lnTo>
                  <a:lnTo>
                    <a:pt x="447" y="11180"/>
                  </a:lnTo>
                  <a:lnTo>
                    <a:pt x="575" y="10924"/>
                  </a:lnTo>
                  <a:lnTo>
                    <a:pt x="575" y="10605"/>
                  </a:lnTo>
                  <a:lnTo>
                    <a:pt x="575" y="10605"/>
                  </a:lnTo>
                  <a:lnTo>
                    <a:pt x="575" y="10413"/>
                  </a:lnTo>
                  <a:lnTo>
                    <a:pt x="511" y="10158"/>
                  </a:lnTo>
                  <a:lnTo>
                    <a:pt x="383" y="9966"/>
                  </a:lnTo>
                  <a:lnTo>
                    <a:pt x="256" y="9838"/>
                  </a:lnTo>
                  <a:lnTo>
                    <a:pt x="5430" y="895"/>
                  </a:lnTo>
                  <a:lnTo>
                    <a:pt x="5430" y="895"/>
                  </a:lnTo>
                  <a:lnTo>
                    <a:pt x="5622" y="958"/>
                  </a:lnTo>
                  <a:lnTo>
                    <a:pt x="5877" y="1022"/>
                  </a:lnTo>
                </a:path>
              </a:pathLst>
            </a:custGeom>
            <a:gradFill>
              <a:gsLst>
                <a:gs pos="0">
                  <a:schemeClr val="lt2"/>
                </a:gs>
                <a:gs pos="100000">
                  <a:schemeClr val="dk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26"/>
            <p:cNvSpPr/>
            <p:nvPr/>
          </p:nvSpPr>
          <p:spPr>
            <a:xfrm>
              <a:off x="2830800" y="-1353075"/>
              <a:ext cx="606900" cy="546225"/>
            </a:xfrm>
            <a:custGeom>
              <a:avLst/>
              <a:gdLst/>
              <a:ahLst/>
              <a:cxnLst/>
              <a:rect l="l" t="t" r="r" b="b"/>
              <a:pathLst>
                <a:path w="24276" h="21849" fill="none" extrusionOk="0">
                  <a:moveTo>
                    <a:pt x="5750" y="1022"/>
                  </a:moveTo>
                  <a:lnTo>
                    <a:pt x="5750" y="1022"/>
                  </a:lnTo>
                  <a:lnTo>
                    <a:pt x="5941" y="958"/>
                  </a:lnTo>
                  <a:lnTo>
                    <a:pt x="6133" y="895"/>
                  </a:lnTo>
                  <a:lnTo>
                    <a:pt x="6516" y="703"/>
                  </a:lnTo>
                  <a:lnTo>
                    <a:pt x="6708" y="383"/>
                  </a:lnTo>
                  <a:lnTo>
                    <a:pt x="6836" y="0"/>
                  </a:lnTo>
                  <a:lnTo>
                    <a:pt x="17440" y="0"/>
                  </a:lnTo>
                  <a:lnTo>
                    <a:pt x="17440" y="0"/>
                  </a:lnTo>
                  <a:lnTo>
                    <a:pt x="17504" y="383"/>
                  </a:lnTo>
                  <a:lnTo>
                    <a:pt x="17760" y="703"/>
                  </a:lnTo>
                  <a:lnTo>
                    <a:pt x="18079" y="895"/>
                  </a:lnTo>
                  <a:lnTo>
                    <a:pt x="18271" y="958"/>
                  </a:lnTo>
                  <a:lnTo>
                    <a:pt x="18462" y="1022"/>
                  </a:lnTo>
                  <a:lnTo>
                    <a:pt x="18462" y="1022"/>
                  </a:lnTo>
                  <a:lnTo>
                    <a:pt x="18718" y="958"/>
                  </a:lnTo>
                  <a:lnTo>
                    <a:pt x="18910" y="895"/>
                  </a:lnTo>
                  <a:lnTo>
                    <a:pt x="24276" y="10158"/>
                  </a:lnTo>
                  <a:lnTo>
                    <a:pt x="24276" y="10158"/>
                  </a:lnTo>
                  <a:lnTo>
                    <a:pt x="24148" y="10285"/>
                  </a:lnTo>
                  <a:lnTo>
                    <a:pt x="24020" y="10477"/>
                  </a:lnTo>
                  <a:lnTo>
                    <a:pt x="23956" y="10732"/>
                  </a:lnTo>
                  <a:lnTo>
                    <a:pt x="23956" y="10924"/>
                  </a:lnTo>
                  <a:lnTo>
                    <a:pt x="23956" y="10924"/>
                  </a:lnTo>
                  <a:lnTo>
                    <a:pt x="23956" y="11180"/>
                  </a:lnTo>
                  <a:lnTo>
                    <a:pt x="24020" y="11371"/>
                  </a:lnTo>
                  <a:lnTo>
                    <a:pt x="24148" y="11563"/>
                  </a:lnTo>
                  <a:lnTo>
                    <a:pt x="24276" y="11691"/>
                  </a:lnTo>
                  <a:lnTo>
                    <a:pt x="21337" y="16801"/>
                  </a:lnTo>
                  <a:lnTo>
                    <a:pt x="18910" y="20954"/>
                  </a:lnTo>
                  <a:lnTo>
                    <a:pt x="18910" y="20954"/>
                  </a:lnTo>
                  <a:lnTo>
                    <a:pt x="18718" y="20890"/>
                  </a:lnTo>
                  <a:lnTo>
                    <a:pt x="18462" y="20890"/>
                  </a:lnTo>
                  <a:lnTo>
                    <a:pt x="18462" y="20890"/>
                  </a:lnTo>
                  <a:lnTo>
                    <a:pt x="18271" y="20890"/>
                  </a:lnTo>
                  <a:lnTo>
                    <a:pt x="18079" y="20954"/>
                  </a:lnTo>
                  <a:lnTo>
                    <a:pt x="17760" y="21145"/>
                  </a:lnTo>
                  <a:lnTo>
                    <a:pt x="17504" y="21465"/>
                  </a:lnTo>
                  <a:lnTo>
                    <a:pt x="17440" y="21848"/>
                  </a:lnTo>
                  <a:lnTo>
                    <a:pt x="6836" y="21848"/>
                  </a:lnTo>
                  <a:lnTo>
                    <a:pt x="6836" y="21848"/>
                  </a:lnTo>
                  <a:lnTo>
                    <a:pt x="6708" y="21465"/>
                  </a:lnTo>
                  <a:lnTo>
                    <a:pt x="6516" y="21145"/>
                  </a:lnTo>
                  <a:lnTo>
                    <a:pt x="6133" y="20954"/>
                  </a:lnTo>
                  <a:lnTo>
                    <a:pt x="5941" y="20890"/>
                  </a:lnTo>
                  <a:lnTo>
                    <a:pt x="5750" y="20890"/>
                  </a:lnTo>
                  <a:lnTo>
                    <a:pt x="5750" y="20890"/>
                  </a:lnTo>
                  <a:lnTo>
                    <a:pt x="5558" y="20890"/>
                  </a:lnTo>
                  <a:lnTo>
                    <a:pt x="5302" y="20954"/>
                  </a:lnTo>
                  <a:lnTo>
                    <a:pt x="0" y="11819"/>
                  </a:lnTo>
                  <a:lnTo>
                    <a:pt x="0" y="11819"/>
                  </a:lnTo>
                  <a:lnTo>
                    <a:pt x="192" y="11627"/>
                  </a:lnTo>
                  <a:lnTo>
                    <a:pt x="383" y="11435"/>
                  </a:lnTo>
                  <a:lnTo>
                    <a:pt x="447" y="11180"/>
                  </a:lnTo>
                  <a:lnTo>
                    <a:pt x="511" y="10924"/>
                  </a:lnTo>
                  <a:lnTo>
                    <a:pt x="511" y="10924"/>
                  </a:lnTo>
                  <a:lnTo>
                    <a:pt x="447" y="10669"/>
                  </a:lnTo>
                  <a:lnTo>
                    <a:pt x="383" y="10413"/>
                  </a:lnTo>
                  <a:lnTo>
                    <a:pt x="192" y="10221"/>
                  </a:lnTo>
                  <a:lnTo>
                    <a:pt x="0" y="10030"/>
                  </a:lnTo>
                  <a:lnTo>
                    <a:pt x="5175" y="1150"/>
                  </a:lnTo>
                  <a:lnTo>
                    <a:pt x="5302" y="895"/>
                  </a:lnTo>
                  <a:lnTo>
                    <a:pt x="5302" y="895"/>
                  </a:lnTo>
                  <a:lnTo>
                    <a:pt x="5558" y="958"/>
                  </a:lnTo>
                  <a:lnTo>
                    <a:pt x="5750" y="1022"/>
                  </a:lnTo>
                </a:path>
              </a:pathLst>
            </a:custGeom>
            <a:gradFill>
              <a:gsLst>
                <a:gs pos="0">
                  <a:schemeClr val="lt2"/>
                </a:gs>
                <a:gs pos="100000">
                  <a:schemeClr val="dk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26"/>
            <p:cNvSpPr/>
            <p:nvPr/>
          </p:nvSpPr>
          <p:spPr>
            <a:xfrm>
              <a:off x="1067625" y="-1658125"/>
              <a:ext cx="2887550" cy="2526600"/>
            </a:xfrm>
            <a:custGeom>
              <a:avLst/>
              <a:gdLst/>
              <a:ahLst/>
              <a:cxnLst/>
              <a:rect l="l" t="t" r="r" b="b"/>
              <a:pathLst>
                <a:path w="115502" h="101064" fill="none" extrusionOk="0">
                  <a:moveTo>
                    <a:pt x="69952" y="1"/>
                  </a:moveTo>
                  <a:lnTo>
                    <a:pt x="69952" y="1"/>
                  </a:lnTo>
                  <a:lnTo>
                    <a:pt x="69761" y="64"/>
                  </a:lnTo>
                  <a:lnTo>
                    <a:pt x="69569" y="128"/>
                  </a:lnTo>
                  <a:lnTo>
                    <a:pt x="69186" y="320"/>
                  </a:lnTo>
                  <a:lnTo>
                    <a:pt x="68994" y="639"/>
                  </a:lnTo>
                  <a:lnTo>
                    <a:pt x="68866" y="1023"/>
                  </a:lnTo>
                  <a:lnTo>
                    <a:pt x="57239" y="1023"/>
                  </a:lnTo>
                  <a:lnTo>
                    <a:pt x="57239" y="1214"/>
                  </a:lnTo>
                  <a:lnTo>
                    <a:pt x="68866" y="1214"/>
                  </a:lnTo>
                  <a:lnTo>
                    <a:pt x="68866" y="1214"/>
                  </a:lnTo>
                  <a:lnTo>
                    <a:pt x="68994" y="1598"/>
                  </a:lnTo>
                  <a:lnTo>
                    <a:pt x="69186" y="1917"/>
                  </a:lnTo>
                  <a:lnTo>
                    <a:pt x="69569" y="2109"/>
                  </a:lnTo>
                  <a:lnTo>
                    <a:pt x="69761" y="2173"/>
                  </a:lnTo>
                  <a:lnTo>
                    <a:pt x="69952" y="2173"/>
                  </a:lnTo>
                  <a:lnTo>
                    <a:pt x="69952" y="2173"/>
                  </a:lnTo>
                  <a:lnTo>
                    <a:pt x="70144" y="2173"/>
                  </a:lnTo>
                  <a:lnTo>
                    <a:pt x="70399" y="2109"/>
                  </a:lnTo>
                  <a:lnTo>
                    <a:pt x="75702" y="11244"/>
                  </a:lnTo>
                  <a:lnTo>
                    <a:pt x="75702" y="11244"/>
                  </a:lnTo>
                  <a:lnTo>
                    <a:pt x="75510" y="11436"/>
                  </a:lnTo>
                  <a:lnTo>
                    <a:pt x="75318" y="11627"/>
                  </a:lnTo>
                  <a:lnTo>
                    <a:pt x="75255" y="11883"/>
                  </a:lnTo>
                  <a:lnTo>
                    <a:pt x="75191" y="12138"/>
                  </a:lnTo>
                  <a:lnTo>
                    <a:pt x="75191" y="12138"/>
                  </a:lnTo>
                  <a:lnTo>
                    <a:pt x="75255" y="12394"/>
                  </a:lnTo>
                  <a:lnTo>
                    <a:pt x="75318" y="12649"/>
                  </a:lnTo>
                  <a:lnTo>
                    <a:pt x="75510" y="12841"/>
                  </a:lnTo>
                  <a:lnTo>
                    <a:pt x="75702" y="12969"/>
                  </a:lnTo>
                  <a:lnTo>
                    <a:pt x="73019" y="17568"/>
                  </a:lnTo>
                  <a:lnTo>
                    <a:pt x="70399" y="22168"/>
                  </a:lnTo>
                  <a:lnTo>
                    <a:pt x="70399" y="22168"/>
                  </a:lnTo>
                  <a:lnTo>
                    <a:pt x="70144" y="22104"/>
                  </a:lnTo>
                  <a:lnTo>
                    <a:pt x="69952" y="22040"/>
                  </a:lnTo>
                  <a:lnTo>
                    <a:pt x="69952" y="22040"/>
                  </a:lnTo>
                  <a:lnTo>
                    <a:pt x="69761" y="22040"/>
                  </a:lnTo>
                  <a:lnTo>
                    <a:pt x="69505" y="22104"/>
                  </a:lnTo>
                  <a:lnTo>
                    <a:pt x="69186" y="22360"/>
                  </a:lnTo>
                  <a:lnTo>
                    <a:pt x="68994" y="22679"/>
                  </a:lnTo>
                  <a:lnTo>
                    <a:pt x="68866" y="23062"/>
                  </a:lnTo>
                  <a:lnTo>
                    <a:pt x="58262" y="23062"/>
                  </a:lnTo>
                  <a:lnTo>
                    <a:pt x="58262" y="23062"/>
                  </a:lnTo>
                  <a:lnTo>
                    <a:pt x="58262" y="22807"/>
                  </a:lnTo>
                  <a:lnTo>
                    <a:pt x="58198" y="22615"/>
                  </a:lnTo>
                  <a:lnTo>
                    <a:pt x="57942" y="22296"/>
                  </a:lnTo>
                  <a:lnTo>
                    <a:pt x="57623" y="22104"/>
                  </a:lnTo>
                  <a:lnTo>
                    <a:pt x="57431" y="22040"/>
                  </a:lnTo>
                  <a:lnTo>
                    <a:pt x="57239" y="22040"/>
                  </a:lnTo>
                  <a:lnTo>
                    <a:pt x="57239" y="22040"/>
                  </a:lnTo>
                  <a:lnTo>
                    <a:pt x="56984" y="22040"/>
                  </a:lnTo>
                  <a:lnTo>
                    <a:pt x="56728" y="22168"/>
                  </a:lnTo>
                  <a:lnTo>
                    <a:pt x="55706" y="20379"/>
                  </a:lnTo>
                  <a:lnTo>
                    <a:pt x="51490" y="12969"/>
                  </a:lnTo>
                  <a:lnTo>
                    <a:pt x="51490" y="12969"/>
                  </a:lnTo>
                  <a:lnTo>
                    <a:pt x="51682" y="12841"/>
                  </a:lnTo>
                  <a:lnTo>
                    <a:pt x="51809" y="12649"/>
                  </a:lnTo>
                  <a:lnTo>
                    <a:pt x="51873" y="12394"/>
                  </a:lnTo>
                  <a:lnTo>
                    <a:pt x="51937" y="12138"/>
                  </a:lnTo>
                  <a:lnTo>
                    <a:pt x="51937" y="12138"/>
                  </a:lnTo>
                  <a:lnTo>
                    <a:pt x="51937" y="11883"/>
                  </a:lnTo>
                  <a:lnTo>
                    <a:pt x="51873" y="11691"/>
                  </a:lnTo>
                  <a:lnTo>
                    <a:pt x="51745" y="11499"/>
                  </a:lnTo>
                  <a:lnTo>
                    <a:pt x="51618" y="11372"/>
                  </a:lnTo>
                  <a:lnTo>
                    <a:pt x="51490" y="11244"/>
                  </a:lnTo>
                  <a:lnTo>
                    <a:pt x="51298" y="11116"/>
                  </a:lnTo>
                  <a:lnTo>
                    <a:pt x="51043" y="11052"/>
                  </a:lnTo>
                  <a:lnTo>
                    <a:pt x="50851" y="11052"/>
                  </a:lnTo>
                  <a:lnTo>
                    <a:pt x="50851" y="11052"/>
                  </a:lnTo>
                  <a:lnTo>
                    <a:pt x="50659" y="11052"/>
                  </a:lnTo>
                  <a:lnTo>
                    <a:pt x="50468" y="11116"/>
                  </a:lnTo>
                  <a:lnTo>
                    <a:pt x="50148" y="11308"/>
                  </a:lnTo>
                  <a:lnTo>
                    <a:pt x="49893" y="11627"/>
                  </a:lnTo>
                  <a:lnTo>
                    <a:pt x="49765" y="12011"/>
                  </a:lnTo>
                  <a:lnTo>
                    <a:pt x="39224" y="12011"/>
                  </a:lnTo>
                  <a:lnTo>
                    <a:pt x="39224" y="12011"/>
                  </a:lnTo>
                  <a:lnTo>
                    <a:pt x="39097" y="11627"/>
                  </a:lnTo>
                  <a:lnTo>
                    <a:pt x="38841" y="11308"/>
                  </a:lnTo>
                  <a:lnTo>
                    <a:pt x="38522" y="11116"/>
                  </a:lnTo>
                  <a:lnTo>
                    <a:pt x="38330" y="11052"/>
                  </a:lnTo>
                  <a:lnTo>
                    <a:pt x="38138" y="11052"/>
                  </a:lnTo>
                  <a:lnTo>
                    <a:pt x="38138" y="11052"/>
                  </a:lnTo>
                  <a:lnTo>
                    <a:pt x="37883" y="11052"/>
                  </a:lnTo>
                  <a:lnTo>
                    <a:pt x="37691" y="11116"/>
                  </a:lnTo>
                  <a:lnTo>
                    <a:pt x="31878" y="1023"/>
                  </a:lnTo>
                  <a:lnTo>
                    <a:pt x="31686" y="1150"/>
                  </a:lnTo>
                  <a:lnTo>
                    <a:pt x="37499" y="11244"/>
                  </a:lnTo>
                  <a:lnTo>
                    <a:pt x="37499" y="11244"/>
                  </a:lnTo>
                  <a:lnTo>
                    <a:pt x="37308" y="11436"/>
                  </a:lnTo>
                  <a:lnTo>
                    <a:pt x="37180" y="11627"/>
                  </a:lnTo>
                  <a:lnTo>
                    <a:pt x="37116" y="11883"/>
                  </a:lnTo>
                  <a:lnTo>
                    <a:pt x="37052" y="12138"/>
                  </a:lnTo>
                  <a:lnTo>
                    <a:pt x="37052" y="12138"/>
                  </a:lnTo>
                  <a:lnTo>
                    <a:pt x="37116" y="12394"/>
                  </a:lnTo>
                  <a:lnTo>
                    <a:pt x="37180" y="12649"/>
                  </a:lnTo>
                  <a:lnTo>
                    <a:pt x="37308" y="12841"/>
                  </a:lnTo>
                  <a:lnTo>
                    <a:pt x="37499" y="12969"/>
                  </a:lnTo>
                  <a:lnTo>
                    <a:pt x="32389" y="21912"/>
                  </a:lnTo>
                  <a:lnTo>
                    <a:pt x="32389" y="21912"/>
                  </a:lnTo>
                  <a:lnTo>
                    <a:pt x="32069" y="21785"/>
                  </a:lnTo>
                  <a:lnTo>
                    <a:pt x="31750" y="21721"/>
                  </a:lnTo>
                  <a:lnTo>
                    <a:pt x="31750" y="21721"/>
                  </a:lnTo>
                  <a:lnTo>
                    <a:pt x="31558" y="21721"/>
                  </a:lnTo>
                  <a:lnTo>
                    <a:pt x="31367" y="21785"/>
                  </a:lnTo>
                  <a:lnTo>
                    <a:pt x="31175" y="21912"/>
                  </a:lnTo>
                  <a:lnTo>
                    <a:pt x="30983" y="22040"/>
                  </a:lnTo>
                  <a:lnTo>
                    <a:pt x="30856" y="22232"/>
                  </a:lnTo>
                  <a:lnTo>
                    <a:pt x="30792" y="22360"/>
                  </a:lnTo>
                  <a:lnTo>
                    <a:pt x="30728" y="22615"/>
                  </a:lnTo>
                  <a:lnTo>
                    <a:pt x="30728" y="22807"/>
                  </a:lnTo>
                  <a:lnTo>
                    <a:pt x="30728" y="22807"/>
                  </a:lnTo>
                  <a:lnTo>
                    <a:pt x="30728" y="23062"/>
                  </a:lnTo>
                  <a:lnTo>
                    <a:pt x="19037" y="23062"/>
                  </a:lnTo>
                  <a:lnTo>
                    <a:pt x="19037" y="23062"/>
                  </a:lnTo>
                  <a:lnTo>
                    <a:pt x="19037" y="23254"/>
                  </a:lnTo>
                  <a:lnTo>
                    <a:pt x="19037" y="23254"/>
                  </a:lnTo>
                  <a:lnTo>
                    <a:pt x="30792" y="23254"/>
                  </a:lnTo>
                  <a:lnTo>
                    <a:pt x="30792" y="23254"/>
                  </a:lnTo>
                  <a:lnTo>
                    <a:pt x="30920" y="23509"/>
                  </a:lnTo>
                  <a:lnTo>
                    <a:pt x="31175" y="23701"/>
                  </a:lnTo>
                  <a:lnTo>
                    <a:pt x="31431" y="23829"/>
                  </a:lnTo>
                  <a:lnTo>
                    <a:pt x="31750" y="23893"/>
                  </a:lnTo>
                  <a:lnTo>
                    <a:pt x="31750" y="23893"/>
                  </a:lnTo>
                  <a:lnTo>
                    <a:pt x="32069" y="23829"/>
                  </a:lnTo>
                  <a:lnTo>
                    <a:pt x="37499" y="33284"/>
                  </a:lnTo>
                  <a:lnTo>
                    <a:pt x="37499" y="33284"/>
                  </a:lnTo>
                  <a:lnTo>
                    <a:pt x="37308" y="33411"/>
                  </a:lnTo>
                  <a:lnTo>
                    <a:pt x="37180" y="33667"/>
                  </a:lnTo>
                  <a:lnTo>
                    <a:pt x="37116" y="33858"/>
                  </a:lnTo>
                  <a:lnTo>
                    <a:pt x="37052" y="34178"/>
                  </a:lnTo>
                  <a:lnTo>
                    <a:pt x="37052" y="34178"/>
                  </a:lnTo>
                  <a:lnTo>
                    <a:pt x="37116" y="34433"/>
                  </a:lnTo>
                  <a:lnTo>
                    <a:pt x="37180" y="34625"/>
                  </a:lnTo>
                  <a:lnTo>
                    <a:pt x="37308" y="34881"/>
                  </a:lnTo>
                  <a:lnTo>
                    <a:pt x="37499" y="35008"/>
                  </a:lnTo>
                  <a:lnTo>
                    <a:pt x="32580" y="43633"/>
                  </a:lnTo>
                  <a:lnTo>
                    <a:pt x="32261" y="44144"/>
                  </a:lnTo>
                  <a:lnTo>
                    <a:pt x="32261" y="44144"/>
                  </a:lnTo>
                  <a:lnTo>
                    <a:pt x="32006" y="44080"/>
                  </a:lnTo>
                  <a:lnTo>
                    <a:pt x="31750" y="44080"/>
                  </a:lnTo>
                  <a:lnTo>
                    <a:pt x="31750" y="44080"/>
                  </a:lnTo>
                  <a:lnTo>
                    <a:pt x="31558" y="44080"/>
                  </a:lnTo>
                  <a:lnTo>
                    <a:pt x="31367" y="44144"/>
                  </a:lnTo>
                  <a:lnTo>
                    <a:pt x="31047" y="44335"/>
                  </a:lnTo>
                  <a:lnTo>
                    <a:pt x="30792" y="44655"/>
                  </a:lnTo>
                  <a:lnTo>
                    <a:pt x="30728" y="45038"/>
                  </a:lnTo>
                  <a:lnTo>
                    <a:pt x="20059" y="45038"/>
                  </a:lnTo>
                  <a:lnTo>
                    <a:pt x="20059" y="45038"/>
                  </a:lnTo>
                  <a:lnTo>
                    <a:pt x="20059" y="44846"/>
                  </a:lnTo>
                  <a:lnTo>
                    <a:pt x="19995" y="44655"/>
                  </a:lnTo>
                  <a:lnTo>
                    <a:pt x="19868" y="44463"/>
                  </a:lnTo>
                  <a:lnTo>
                    <a:pt x="19740" y="44271"/>
                  </a:lnTo>
                  <a:lnTo>
                    <a:pt x="19612" y="44144"/>
                  </a:lnTo>
                  <a:lnTo>
                    <a:pt x="19421" y="44080"/>
                  </a:lnTo>
                  <a:lnTo>
                    <a:pt x="19229" y="44016"/>
                  </a:lnTo>
                  <a:lnTo>
                    <a:pt x="18973" y="43952"/>
                  </a:lnTo>
                  <a:lnTo>
                    <a:pt x="18973" y="43952"/>
                  </a:lnTo>
                  <a:lnTo>
                    <a:pt x="18782" y="44016"/>
                  </a:lnTo>
                  <a:lnTo>
                    <a:pt x="18526" y="44080"/>
                  </a:lnTo>
                  <a:lnTo>
                    <a:pt x="12777" y="34114"/>
                  </a:lnTo>
                  <a:lnTo>
                    <a:pt x="12585" y="34178"/>
                  </a:lnTo>
                  <a:lnTo>
                    <a:pt x="18398" y="44144"/>
                  </a:lnTo>
                  <a:lnTo>
                    <a:pt x="18398" y="44144"/>
                  </a:lnTo>
                  <a:lnTo>
                    <a:pt x="18207" y="44335"/>
                  </a:lnTo>
                  <a:lnTo>
                    <a:pt x="18015" y="44527"/>
                  </a:lnTo>
                  <a:lnTo>
                    <a:pt x="17951" y="44782"/>
                  </a:lnTo>
                  <a:lnTo>
                    <a:pt x="17887" y="45038"/>
                  </a:lnTo>
                  <a:lnTo>
                    <a:pt x="17887" y="45038"/>
                  </a:lnTo>
                  <a:lnTo>
                    <a:pt x="17951" y="45357"/>
                  </a:lnTo>
                  <a:lnTo>
                    <a:pt x="18079" y="45613"/>
                  </a:lnTo>
                  <a:lnTo>
                    <a:pt x="18207" y="45805"/>
                  </a:lnTo>
                  <a:lnTo>
                    <a:pt x="18462" y="45996"/>
                  </a:lnTo>
                  <a:lnTo>
                    <a:pt x="13224" y="55004"/>
                  </a:lnTo>
                  <a:lnTo>
                    <a:pt x="13224" y="55004"/>
                  </a:lnTo>
                  <a:lnTo>
                    <a:pt x="12841" y="54940"/>
                  </a:lnTo>
                  <a:lnTo>
                    <a:pt x="12841" y="54940"/>
                  </a:lnTo>
                  <a:lnTo>
                    <a:pt x="12649" y="55004"/>
                  </a:lnTo>
                  <a:lnTo>
                    <a:pt x="12457" y="55068"/>
                  </a:lnTo>
                  <a:lnTo>
                    <a:pt x="12266" y="55132"/>
                  </a:lnTo>
                  <a:lnTo>
                    <a:pt x="12074" y="55259"/>
                  </a:lnTo>
                  <a:lnTo>
                    <a:pt x="11946" y="55451"/>
                  </a:lnTo>
                  <a:lnTo>
                    <a:pt x="11882" y="55643"/>
                  </a:lnTo>
                  <a:lnTo>
                    <a:pt x="11818" y="55834"/>
                  </a:lnTo>
                  <a:lnTo>
                    <a:pt x="11755" y="56026"/>
                  </a:lnTo>
                  <a:lnTo>
                    <a:pt x="11755" y="56090"/>
                  </a:lnTo>
                  <a:lnTo>
                    <a:pt x="0" y="56090"/>
                  </a:lnTo>
                  <a:lnTo>
                    <a:pt x="0" y="56281"/>
                  </a:lnTo>
                  <a:lnTo>
                    <a:pt x="11818" y="56281"/>
                  </a:lnTo>
                  <a:lnTo>
                    <a:pt x="11818" y="56281"/>
                  </a:lnTo>
                  <a:lnTo>
                    <a:pt x="11946" y="56601"/>
                  </a:lnTo>
                  <a:lnTo>
                    <a:pt x="12138" y="56856"/>
                  </a:lnTo>
                  <a:lnTo>
                    <a:pt x="12457" y="57048"/>
                  </a:lnTo>
                  <a:lnTo>
                    <a:pt x="12841" y="57112"/>
                  </a:lnTo>
                  <a:lnTo>
                    <a:pt x="12841" y="57112"/>
                  </a:lnTo>
                  <a:lnTo>
                    <a:pt x="13096" y="57112"/>
                  </a:lnTo>
                  <a:lnTo>
                    <a:pt x="18462" y="66311"/>
                  </a:lnTo>
                  <a:lnTo>
                    <a:pt x="18462" y="66311"/>
                  </a:lnTo>
                  <a:lnTo>
                    <a:pt x="18271" y="66503"/>
                  </a:lnTo>
                  <a:lnTo>
                    <a:pt x="18143" y="66694"/>
                  </a:lnTo>
                  <a:lnTo>
                    <a:pt x="18015" y="66950"/>
                  </a:lnTo>
                  <a:lnTo>
                    <a:pt x="18015" y="67205"/>
                  </a:lnTo>
                  <a:lnTo>
                    <a:pt x="18015" y="67205"/>
                  </a:lnTo>
                  <a:lnTo>
                    <a:pt x="18015" y="67397"/>
                  </a:lnTo>
                  <a:lnTo>
                    <a:pt x="18079" y="67589"/>
                  </a:lnTo>
                  <a:lnTo>
                    <a:pt x="18207" y="67780"/>
                  </a:lnTo>
                  <a:lnTo>
                    <a:pt x="18335" y="67972"/>
                  </a:lnTo>
                  <a:lnTo>
                    <a:pt x="18462" y="68100"/>
                  </a:lnTo>
                  <a:lnTo>
                    <a:pt x="18654" y="68164"/>
                  </a:lnTo>
                  <a:lnTo>
                    <a:pt x="18846" y="68228"/>
                  </a:lnTo>
                  <a:lnTo>
                    <a:pt x="19101" y="68291"/>
                  </a:lnTo>
                  <a:lnTo>
                    <a:pt x="19101" y="68291"/>
                  </a:lnTo>
                  <a:lnTo>
                    <a:pt x="19293" y="68228"/>
                  </a:lnTo>
                  <a:lnTo>
                    <a:pt x="19484" y="68228"/>
                  </a:lnTo>
                  <a:lnTo>
                    <a:pt x="19804" y="67972"/>
                  </a:lnTo>
                  <a:lnTo>
                    <a:pt x="20059" y="67653"/>
                  </a:lnTo>
                  <a:lnTo>
                    <a:pt x="20187" y="67269"/>
                  </a:lnTo>
                  <a:lnTo>
                    <a:pt x="30728" y="67269"/>
                  </a:lnTo>
                  <a:lnTo>
                    <a:pt x="30728" y="67269"/>
                  </a:lnTo>
                  <a:lnTo>
                    <a:pt x="30792" y="67653"/>
                  </a:lnTo>
                  <a:lnTo>
                    <a:pt x="31047" y="67972"/>
                  </a:lnTo>
                  <a:lnTo>
                    <a:pt x="31367" y="68228"/>
                  </a:lnTo>
                  <a:lnTo>
                    <a:pt x="31558" y="68228"/>
                  </a:lnTo>
                  <a:lnTo>
                    <a:pt x="31750" y="68291"/>
                  </a:lnTo>
                  <a:lnTo>
                    <a:pt x="31750" y="68291"/>
                  </a:lnTo>
                  <a:lnTo>
                    <a:pt x="32006" y="68228"/>
                  </a:lnTo>
                  <a:lnTo>
                    <a:pt x="32197" y="68164"/>
                  </a:lnTo>
                  <a:lnTo>
                    <a:pt x="37499" y="77363"/>
                  </a:lnTo>
                  <a:lnTo>
                    <a:pt x="37499" y="77363"/>
                  </a:lnTo>
                  <a:lnTo>
                    <a:pt x="37372" y="77491"/>
                  </a:lnTo>
                  <a:lnTo>
                    <a:pt x="37244" y="77746"/>
                  </a:lnTo>
                  <a:lnTo>
                    <a:pt x="37116" y="77938"/>
                  </a:lnTo>
                  <a:lnTo>
                    <a:pt x="37116" y="78193"/>
                  </a:lnTo>
                  <a:lnTo>
                    <a:pt x="37116" y="78193"/>
                  </a:lnTo>
                  <a:lnTo>
                    <a:pt x="37116" y="78449"/>
                  </a:lnTo>
                  <a:lnTo>
                    <a:pt x="37244" y="78704"/>
                  </a:lnTo>
                  <a:lnTo>
                    <a:pt x="37372" y="78896"/>
                  </a:lnTo>
                  <a:lnTo>
                    <a:pt x="37499" y="79088"/>
                  </a:lnTo>
                  <a:lnTo>
                    <a:pt x="35072" y="83240"/>
                  </a:lnTo>
                  <a:lnTo>
                    <a:pt x="31750" y="89117"/>
                  </a:lnTo>
                  <a:lnTo>
                    <a:pt x="19037" y="89117"/>
                  </a:lnTo>
                  <a:lnTo>
                    <a:pt x="19037" y="89309"/>
                  </a:lnTo>
                  <a:lnTo>
                    <a:pt x="31750" y="89309"/>
                  </a:lnTo>
                  <a:lnTo>
                    <a:pt x="37436" y="99211"/>
                  </a:lnTo>
                  <a:lnTo>
                    <a:pt x="37436" y="99211"/>
                  </a:lnTo>
                  <a:lnTo>
                    <a:pt x="37308" y="99339"/>
                  </a:lnTo>
                  <a:lnTo>
                    <a:pt x="37180" y="99530"/>
                  </a:lnTo>
                  <a:lnTo>
                    <a:pt x="37116" y="99722"/>
                  </a:lnTo>
                  <a:lnTo>
                    <a:pt x="37116" y="99977"/>
                  </a:lnTo>
                  <a:lnTo>
                    <a:pt x="37116" y="99977"/>
                  </a:lnTo>
                  <a:lnTo>
                    <a:pt x="37116" y="100169"/>
                  </a:lnTo>
                  <a:lnTo>
                    <a:pt x="37180" y="100361"/>
                  </a:lnTo>
                  <a:lnTo>
                    <a:pt x="37308" y="100552"/>
                  </a:lnTo>
                  <a:lnTo>
                    <a:pt x="37436" y="100744"/>
                  </a:lnTo>
                  <a:lnTo>
                    <a:pt x="37563" y="100872"/>
                  </a:lnTo>
                  <a:lnTo>
                    <a:pt x="37755" y="100936"/>
                  </a:lnTo>
                  <a:lnTo>
                    <a:pt x="37947" y="100999"/>
                  </a:lnTo>
                  <a:lnTo>
                    <a:pt x="38202" y="101063"/>
                  </a:lnTo>
                  <a:lnTo>
                    <a:pt x="38202" y="101063"/>
                  </a:lnTo>
                  <a:lnTo>
                    <a:pt x="38394" y="100999"/>
                  </a:lnTo>
                  <a:lnTo>
                    <a:pt x="38586" y="100936"/>
                  </a:lnTo>
                  <a:lnTo>
                    <a:pt x="38777" y="100872"/>
                  </a:lnTo>
                  <a:lnTo>
                    <a:pt x="38969" y="100744"/>
                  </a:lnTo>
                  <a:lnTo>
                    <a:pt x="39097" y="100552"/>
                  </a:lnTo>
                  <a:lnTo>
                    <a:pt x="39160" y="100361"/>
                  </a:lnTo>
                  <a:lnTo>
                    <a:pt x="39224" y="100169"/>
                  </a:lnTo>
                  <a:lnTo>
                    <a:pt x="39288" y="99977"/>
                  </a:lnTo>
                  <a:lnTo>
                    <a:pt x="39288" y="99977"/>
                  </a:lnTo>
                  <a:lnTo>
                    <a:pt x="39224" y="99722"/>
                  </a:lnTo>
                  <a:lnTo>
                    <a:pt x="39160" y="99530"/>
                  </a:lnTo>
                  <a:lnTo>
                    <a:pt x="39097" y="99339"/>
                  </a:lnTo>
                  <a:lnTo>
                    <a:pt x="38969" y="99211"/>
                  </a:lnTo>
                  <a:lnTo>
                    <a:pt x="38777" y="99083"/>
                  </a:lnTo>
                  <a:lnTo>
                    <a:pt x="38586" y="98955"/>
                  </a:lnTo>
                  <a:lnTo>
                    <a:pt x="38394" y="98891"/>
                  </a:lnTo>
                  <a:lnTo>
                    <a:pt x="38202" y="98891"/>
                  </a:lnTo>
                  <a:lnTo>
                    <a:pt x="38202" y="98891"/>
                  </a:lnTo>
                  <a:lnTo>
                    <a:pt x="37883" y="98955"/>
                  </a:lnTo>
                  <a:lnTo>
                    <a:pt x="37563" y="99083"/>
                  </a:lnTo>
                  <a:lnTo>
                    <a:pt x="31878" y="89181"/>
                  </a:lnTo>
                  <a:lnTo>
                    <a:pt x="34689" y="84326"/>
                  </a:lnTo>
                  <a:lnTo>
                    <a:pt x="37691" y="79151"/>
                  </a:lnTo>
                  <a:lnTo>
                    <a:pt x="37691" y="79151"/>
                  </a:lnTo>
                  <a:lnTo>
                    <a:pt x="37947" y="79279"/>
                  </a:lnTo>
                  <a:lnTo>
                    <a:pt x="38202" y="79279"/>
                  </a:lnTo>
                  <a:lnTo>
                    <a:pt x="38202" y="79279"/>
                  </a:lnTo>
                  <a:lnTo>
                    <a:pt x="38394" y="79279"/>
                  </a:lnTo>
                  <a:lnTo>
                    <a:pt x="38586" y="79215"/>
                  </a:lnTo>
                  <a:lnTo>
                    <a:pt x="38905" y="79024"/>
                  </a:lnTo>
                  <a:lnTo>
                    <a:pt x="39160" y="78704"/>
                  </a:lnTo>
                  <a:lnTo>
                    <a:pt x="39224" y="78321"/>
                  </a:lnTo>
                  <a:lnTo>
                    <a:pt x="49765" y="78321"/>
                  </a:lnTo>
                  <a:lnTo>
                    <a:pt x="49765" y="78321"/>
                  </a:lnTo>
                  <a:lnTo>
                    <a:pt x="49893" y="78704"/>
                  </a:lnTo>
                  <a:lnTo>
                    <a:pt x="50148" y="79024"/>
                  </a:lnTo>
                  <a:lnTo>
                    <a:pt x="50468" y="79215"/>
                  </a:lnTo>
                  <a:lnTo>
                    <a:pt x="50659" y="79279"/>
                  </a:lnTo>
                  <a:lnTo>
                    <a:pt x="50851" y="79279"/>
                  </a:lnTo>
                  <a:lnTo>
                    <a:pt x="50851" y="79279"/>
                  </a:lnTo>
                  <a:lnTo>
                    <a:pt x="51107" y="79279"/>
                  </a:lnTo>
                  <a:lnTo>
                    <a:pt x="51298" y="79151"/>
                  </a:lnTo>
                  <a:lnTo>
                    <a:pt x="56601" y="88415"/>
                  </a:lnTo>
                  <a:lnTo>
                    <a:pt x="56601" y="88415"/>
                  </a:lnTo>
                  <a:lnTo>
                    <a:pt x="56473" y="88542"/>
                  </a:lnTo>
                  <a:lnTo>
                    <a:pt x="56345" y="88734"/>
                  </a:lnTo>
                  <a:lnTo>
                    <a:pt x="56217" y="88989"/>
                  </a:lnTo>
                  <a:lnTo>
                    <a:pt x="56217" y="89245"/>
                  </a:lnTo>
                  <a:lnTo>
                    <a:pt x="56217" y="89245"/>
                  </a:lnTo>
                  <a:lnTo>
                    <a:pt x="56217" y="89437"/>
                  </a:lnTo>
                  <a:lnTo>
                    <a:pt x="56281" y="89692"/>
                  </a:lnTo>
                  <a:lnTo>
                    <a:pt x="56409" y="89820"/>
                  </a:lnTo>
                  <a:lnTo>
                    <a:pt x="56537" y="90012"/>
                  </a:lnTo>
                  <a:lnTo>
                    <a:pt x="56664" y="90139"/>
                  </a:lnTo>
                  <a:lnTo>
                    <a:pt x="56856" y="90267"/>
                  </a:lnTo>
                  <a:lnTo>
                    <a:pt x="57048" y="90331"/>
                  </a:lnTo>
                  <a:lnTo>
                    <a:pt x="57303" y="90331"/>
                  </a:lnTo>
                  <a:lnTo>
                    <a:pt x="57303" y="90331"/>
                  </a:lnTo>
                  <a:lnTo>
                    <a:pt x="57495" y="90331"/>
                  </a:lnTo>
                  <a:lnTo>
                    <a:pt x="57687" y="90267"/>
                  </a:lnTo>
                  <a:lnTo>
                    <a:pt x="57878" y="90139"/>
                  </a:lnTo>
                  <a:lnTo>
                    <a:pt x="58070" y="90012"/>
                  </a:lnTo>
                  <a:lnTo>
                    <a:pt x="58198" y="89820"/>
                  </a:lnTo>
                  <a:lnTo>
                    <a:pt x="58262" y="89692"/>
                  </a:lnTo>
                  <a:lnTo>
                    <a:pt x="58325" y="89437"/>
                  </a:lnTo>
                  <a:lnTo>
                    <a:pt x="58389" y="89245"/>
                  </a:lnTo>
                  <a:lnTo>
                    <a:pt x="58389" y="89245"/>
                  </a:lnTo>
                  <a:lnTo>
                    <a:pt x="58325" y="89053"/>
                  </a:lnTo>
                  <a:lnTo>
                    <a:pt x="58262" y="88798"/>
                  </a:lnTo>
                  <a:lnTo>
                    <a:pt x="58198" y="88670"/>
                  </a:lnTo>
                  <a:lnTo>
                    <a:pt x="58070" y="88478"/>
                  </a:lnTo>
                  <a:lnTo>
                    <a:pt x="57878" y="88351"/>
                  </a:lnTo>
                  <a:lnTo>
                    <a:pt x="57687" y="88223"/>
                  </a:lnTo>
                  <a:lnTo>
                    <a:pt x="57495" y="88159"/>
                  </a:lnTo>
                  <a:lnTo>
                    <a:pt x="57303" y="88159"/>
                  </a:lnTo>
                  <a:lnTo>
                    <a:pt x="57303" y="88159"/>
                  </a:lnTo>
                  <a:lnTo>
                    <a:pt x="57048" y="88223"/>
                  </a:lnTo>
                  <a:lnTo>
                    <a:pt x="56792" y="88287"/>
                  </a:lnTo>
                  <a:lnTo>
                    <a:pt x="51490" y="79088"/>
                  </a:lnTo>
                  <a:lnTo>
                    <a:pt x="51490" y="79088"/>
                  </a:lnTo>
                  <a:lnTo>
                    <a:pt x="51682" y="78896"/>
                  </a:lnTo>
                  <a:lnTo>
                    <a:pt x="51809" y="78704"/>
                  </a:lnTo>
                  <a:lnTo>
                    <a:pt x="51873" y="78449"/>
                  </a:lnTo>
                  <a:lnTo>
                    <a:pt x="51937" y="78193"/>
                  </a:lnTo>
                  <a:lnTo>
                    <a:pt x="51937" y="78193"/>
                  </a:lnTo>
                  <a:lnTo>
                    <a:pt x="51873" y="77938"/>
                  </a:lnTo>
                  <a:lnTo>
                    <a:pt x="51809" y="77682"/>
                  </a:lnTo>
                  <a:lnTo>
                    <a:pt x="51682" y="77491"/>
                  </a:lnTo>
                  <a:lnTo>
                    <a:pt x="51490" y="77299"/>
                  </a:lnTo>
                  <a:lnTo>
                    <a:pt x="56728" y="68228"/>
                  </a:lnTo>
                  <a:lnTo>
                    <a:pt x="56728" y="68228"/>
                  </a:lnTo>
                  <a:lnTo>
                    <a:pt x="56984" y="68355"/>
                  </a:lnTo>
                  <a:lnTo>
                    <a:pt x="57303" y="68419"/>
                  </a:lnTo>
                  <a:lnTo>
                    <a:pt x="57303" y="68419"/>
                  </a:lnTo>
                  <a:lnTo>
                    <a:pt x="57495" y="68355"/>
                  </a:lnTo>
                  <a:lnTo>
                    <a:pt x="57687" y="68291"/>
                  </a:lnTo>
                  <a:lnTo>
                    <a:pt x="57878" y="68228"/>
                  </a:lnTo>
                  <a:lnTo>
                    <a:pt x="58070" y="68100"/>
                  </a:lnTo>
                  <a:lnTo>
                    <a:pt x="58198" y="67908"/>
                  </a:lnTo>
                  <a:lnTo>
                    <a:pt x="58262" y="67716"/>
                  </a:lnTo>
                  <a:lnTo>
                    <a:pt x="58325" y="67525"/>
                  </a:lnTo>
                  <a:lnTo>
                    <a:pt x="58389" y="67333"/>
                  </a:lnTo>
                  <a:lnTo>
                    <a:pt x="58389" y="67269"/>
                  </a:lnTo>
                  <a:lnTo>
                    <a:pt x="68802" y="67269"/>
                  </a:lnTo>
                  <a:lnTo>
                    <a:pt x="68802" y="67333"/>
                  </a:lnTo>
                  <a:lnTo>
                    <a:pt x="68802" y="67333"/>
                  </a:lnTo>
                  <a:lnTo>
                    <a:pt x="68802" y="67525"/>
                  </a:lnTo>
                  <a:lnTo>
                    <a:pt x="68866" y="67716"/>
                  </a:lnTo>
                  <a:lnTo>
                    <a:pt x="68994" y="67908"/>
                  </a:lnTo>
                  <a:lnTo>
                    <a:pt x="69122" y="68100"/>
                  </a:lnTo>
                  <a:lnTo>
                    <a:pt x="69313" y="68228"/>
                  </a:lnTo>
                  <a:lnTo>
                    <a:pt x="69441" y="68291"/>
                  </a:lnTo>
                  <a:lnTo>
                    <a:pt x="69697" y="68355"/>
                  </a:lnTo>
                  <a:lnTo>
                    <a:pt x="69888" y="68419"/>
                  </a:lnTo>
                  <a:lnTo>
                    <a:pt x="69888" y="68419"/>
                  </a:lnTo>
                  <a:lnTo>
                    <a:pt x="70208" y="68355"/>
                  </a:lnTo>
                  <a:lnTo>
                    <a:pt x="70463" y="68228"/>
                  </a:lnTo>
                  <a:lnTo>
                    <a:pt x="75638" y="77235"/>
                  </a:lnTo>
                  <a:lnTo>
                    <a:pt x="75638" y="77235"/>
                  </a:lnTo>
                  <a:lnTo>
                    <a:pt x="75318" y="77363"/>
                  </a:lnTo>
                  <a:lnTo>
                    <a:pt x="75127" y="77618"/>
                  </a:lnTo>
                  <a:lnTo>
                    <a:pt x="74999" y="77874"/>
                  </a:lnTo>
                  <a:lnTo>
                    <a:pt x="74935" y="78193"/>
                  </a:lnTo>
                  <a:lnTo>
                    <a:pt x="74935" y="78193"/>
                  </a:lnTo>
                  <a:lnTo>
                    <a:pt x="74999" y="78513"/>
                  </a:lnTo>
                  <a:lnTo>
                    <a:pt x="75127" y="78832"/>
                  </a:lnTo>
                  <a:lnTo>
                    <a:pt x="75318" y="79024"/>
                  </a:lnTo>
                  <a:lnTo>
                    <a:pt x="75574" y="79215"/>
                  </a:lnTo>
                  <a:lnTo>
                    <a:pt x="70399" y="88223"/>
                  </a:lnTo>
                  <a:lnTo>
                    <a:pt x="70399" y="88223"/>
                  </a:lnTo>
                  <a:lnTo>
                    <a:pt x="70144" y="88159"/>
                  </a:lnTo>
                  <a:lnTo>
                    <a:pt x="70144" y="88159"/>
                  </a:lnTo>
                  <a:lnTo>
                    <a:pt x="69888" y="88159"/>
                  </a:lnTo>
                  <a:lnTo>
                    <a:pt x="69697" y="88223"/>
                  </a:lnTo>
                  <a:lnTo>
                    <a:pt x="69505" y="88351"/>
                  </a:lnTo>
                  <a:lnTo>
                    <a:pt x="69377" y="88478"/>
                  </a:lnTo>
                  <a:lnTo>
                    <a:pt x="69186" y="88670"/>
                  </a:lnTo>
                  <a:lnTo>
                    <a:pt x="69122" y="88798"/>
                  </a:lnTo>
                  <a:lnTo>
                    <a:pt x="69058" y="89053"/>
                  </a:lnTo>
                  <a:lnTo>
                    <a:pt x="69058" y="89245"/>
                  </a:lnTo>
                  <a:lnTo>
                    <a:pt x="69058" y="89245"/>
                  </a:lnTo>
                  <a:lnTo>
                    <a:pt x="69058" y="89437"/>
                  </a:lnTo>
                  <a:lnTo>
                    <a:pt x="69122" y="89692"/>
                  </a:lnTo>
                  <a:lnTo>
                    <a:pt x="69186" y="89820"/>
                  </a:lnTo>
                  <a:lnTo>
                    <a:pt x="69377" y="90012"/>
                  </a:lnTo>
                  <a:lnTo>
                    <a:pt x="69505" y="90139"/>
                  </a:lnTo>
                  <a:lnTo>
                    <a:pt x="69697" y="90267"/>
                  </a:lnTo>
                  <a:lnTo>
                    <a:pt x="69888" y="90331"/>
                  </a:lnTo>
                  <a:lnTo>
                    <a:pt x="70144" y="90331"/>
                  </a:lnTo>
                  <a:lnTo>
                    <a:pt x="70144" y="90331"/>
                  </a:lnTo>
                  <a:lnTo>
                    <a:pt x="70336" y="90331"/>
                  </a:lnTo>
                  <a:lnTo>
                    <a:pt x="70527" y="90267"/>
                  </a:lnTo>
                  <a:lnTo>
                    <a:pt x="70719" y="90139"/>
                  </a:lnTo>
                  <a:lnTo>
                    <a:pt x="70847" y="90012"/>
                  </a:lnTo>
                  <a:lnTo>
                    <a:pt x="71038" y="89820"/>
                  </a:lnTo>
                  <a:lnTo>
                    <a:pt x="71102" y="89692"/>
                  </a:lnTo>
                  <a:lnTo>
                    <a:pt x="71166" y="89437"/>
                  </a:lnTo>
                  <a:lnTo>
                    <a:pt x="71166" y="89245"/>
                  </a:lnTo>
                  <a:lnTo>
                    <a:pt x="71166" y="89245"/>
                  </a:lnTo>
                  <a:lnTo>
                    <a:pt x="71166" y="88926"/>
                  </a:lnTo>
                  <a:lnTo>
                    <a:pt x="71038" y="88670"/>
                  </a:lnTo>
                  <a:lnTo>
                    <a:pt x="70847" y="88415"/>
                  </a:lnTo>
                  <a:lnTo>
                    <a:pt x="70591" y="88287"/>
                  </a:lnTo>
                  <a:lnTo>
                    <a:pt x="75766" y="79279"/>
                  </a:lnTo>
                  <a:lnTo>
                    <a:pt x="75766" y="79279"/>
                  </a:lnTo>
                  <a:lnTo>
                    <a:pt x="76021" y="79279"/>
                  </a:lnTo>
                  <a:lnTo>
                    <a:pt x="76021" y="79279"/>
                  </a:lnTo>
                  <a:lnTo>
                    <a:pt x="76277" y="79279"/>
                  </a:lnTo>
                  <a:lnTo>
                    <a:pt x="76468" y="79215"/>
                  </a:lnTo>
                  <a:lnTo>
                    <a:pt x="76660" y="79088"/>
                  </a:lnTo>
                  <a:lnTo>
                    <a:pt x="76788" y="78960"/>
                  </a:lnTo>
                  <a:lnTo>
                    <a:pt x="76915" y="78832"/>
                  </a:lnTo>
                  <a:lnTo>
                    <a:pt x="77043" y="78640"/>
                  </a:lnTo>
                  <a:lnTo>
                    <a:pt x="77107" y="78449"/>
                  </a:lnTo>
                  <a:lnTo>
                    <a:pt x="77107" y="78193"/>
                  </a:lnTo>
                  <a:lnTo>
                    <a:pt x="77107" y="78193"/>
                  </a:lnTo>
                  <a:lnTo>
                    <a:pt x="77107" y="78002"/>
                  </a:lnTo>
                  <a:lnTo>
                    <a:pt x="77043" y="77810"/>
                  </a:lnTo>
                  <a:lnTo>
                    <a:pt x="76915" y="77618"/>
                  </a:lnTo>
                  <a:lnTo>
                    <a:pt x="76788" y="77427"/>
                  </a:lnTo>
                  <a:lnTo>
                    <a:pt x="76660" y="77299"/>
                  </a:lnTo>
                  <a:lnTo>
                    <a:pt x="76468" y="77235"/>
                  </a:lnTo>
                  <a:lnTo>
                    <a:pt x="76277" y="77171"/>
                  </a:lnTo>
                  <a:lnTo>
                    <a:pt x="76021" y="77107"/>
                  </a:lnTo>
                  <a:lnTo>
                    <a:pt x="76021" y="77107"/>
                  </a:lnTo>
                  <a:lnTo>
                    <a:pt x="75829" y="77171"/>
                  </a:lnTo>
                  <a:lnTo>
                    <a:pt x="70591" y="68164"/>
                  </a:lnTo>
                  <a:lnTo>
                    <a:pt x="70591" y="68164"/>
                  </a:lnTo>
                  <a:lnTo>
                    <a:pt x="70783" y="67972"/>
                  </a:lnTo>
                  <a:lnTo>
                    <a:pt x="70847" y="67780"/>
                  </a:lnTo>
                  <a:lnTo>
                    <a:pt x="70974" y="67589"/>
                  </a:lnTo>
                  <a:lnTo>
                    <a:pt x="70974" y="67333"/>
                  </a:lnTo>
                  <a:lnTo>
                    <a:pt x="70974" y="67333"/>
                  </a:lnTo>
                  <a:lnTo>
                    <a:pt x="70910" y="67078"/>
                  </a:lnTo>
                  <a:lnTo>
                    <a:pt x="70847" y="66822"/>
                  </a:lnTo>
                  <a:lnTo>
                    <a:pt x="70719" y="66567"/>
                  </a:lnTo>
                  <a:lnTo>
                    <a:pt x="70463" y="66439"/>
                  </a:lnTo>
                  <a:lnTo>
                    <a:pt x="75829" y="57176"/>
                  </a:lnTo>
                  <a:lnTo>
                    <a:pt x="75829" y="57176"/>
                  </a:lnTo>
                  <a:lnTo>
                    <a:pt x="76085" y="57240"/>
                  </a:lnTo>
                  <a:lnTo>
                    <a:pt x="76277" y="57240"/>
                  </a:lnTo>
                  <a:lnTo>
                    <a:pt x="76277" y="57240"/>
                  </a:lnTo>
                  <a:lnTo>
                    <a:pt x="76468" y="57240"/>
                  </a:lnTo>
                  <a:lnTo>
                    <a:pt x="76660" y="57176"/>
                  </a:lnTo>
                  <a:lnTo>
                    <a:pt x="77043" y="56984"/>
                  </a:lnTo>
                  <a:lnTo>
                    <a:pt x="77235" y="56665"/>
                  </a:lnTo>
                  <a:lnTo>
                    <a:pt x="77363" y="56281"/>
                  </a:lnTo>
                  <a:lnTo>
                    <a:pt x="87967" y="56281"/>
                  </a:lnTo>
                  <a:lnTo>
                    <a:pt x="87967" y="56281"/>
                  </a:lnTo>
                  <a:lnTo>
                    <a:pt x="88031" y="56665"/>
                  </a:lnTo>
                  <a:lnTo>
                    <a:pt x="88287" y="56984"/>
                  </a:lnTo>
                  <a:lnTo>
                    <a:pt x="88606" y="57176"/>
                  </a:lnTo>
                  <a:lnTo>
                    <a:pt x="88798" y="57240"/>
                  </a:lnTo>
                  <a:lnTo>
                    <a:pt x="88989" y="57240"/>
                  </a:lnTo>
                  <a:lnTo>
                    <a:pt x="88989" y="57240"/>
                  </a:lnTo>
                  <a:lnTo>
                    <a:pt x="89245" y="57240"/>
                  </a:lnTo>
                  <a:lnTo>
                    <a:pt x="89437" y="57176"/>
                  </a:lnTo>
                  <a:lnTo>
                    <a:pt x="89628" y="57048"/>
                  </a:lnTo>
                  <a:lnTo>
                    <a:pt x="89756" y="56920"/>
                  </a:lnTo>
                  <a:lnTo>
                    <a:pt x="89884" y="56792"/>
                  </a:lnTo>
                  <a:lnTo>
                    <a:pt x="90012" y="56601"/>
                  </a:lnTo>
                  <a:lnTo>
                    <a:pt x="90075" y="56409"/>
                  </a:lnTo>
                  <a:lnTo>
                    <a:pt x="90075" y="56154"/>
                  </a:lnTo>
                  <a:lnTo>
                    <a:pt x="90075" y="56154"/>
                  </a:lnTo>
                  <a:lnTo>
                    <a:pt x="90075" y="55898"/>
                  </a:lnTo>
                  <a:lnTo>
                    <a:pt x="89948" y="55643"/>
                  </a:lnTo>
                  <a:lnTo>
                    <a:pt x="89820" y="55451"/>
                  </a:lnTo>
                  <a:lnTo>
                    <a:pt x="89628" y="55323"/>
                  </a:lnTo>
                  <a:lnTo>
                    <a:pt x="94931" y="46060"/>
                  </a:lnTo>
                  <a:lnTo>
                    <a:pt x="94931" y="46060"/>
                  </a:lnTo>
                  <a:lnTo>
                    <a:pt x="95250" y="46188"/>
                  </a:lnTo>
                  <a:lnTo>
                    <a:pt x="95569" y="46252"/>
                  </a:lnTo>
                  <a:lnTo>
                    <a:pt x="95569" y="46252"/>
                  </a:lnTo>
                  <a:lnTo>
                    <a:pt x="95761" y="46252"/>
                  </a:lnTo>
                  <a:lnTo>
                    <a:pt x="95953" y="46188"/>
                  </a:lnTo>
                  <a:lnTo>
                    <a:pt x="96272" y="45932"/>
                  </a:lnTo>
                  <a:lnTo>
                    <a:pt x="96528" y="45677"/>
                  </a:lnTo>
                  <a:lnTo>
                    <a:pt x="96592" y="45230"/>
                  </a:lnTo>
                  <a:lnTo>
                    <a:pt x="106941" y="45230"/>
                  </a:lnTo>
                  <a:lnTo>
                    <a:pt x="106941" y="45230"/>
                  </a:lnTo>
                  <a:lnTo>
                    <a:pt x="107068" y="45677"/>
                  </a:lnTo>
                  <a:lnTo>
                    <a:pt x="107260" y="45932"/>
                  </a:lnTo>
                  <a:lnTo>
                    <a:pt x="107579" y="46188"/>
                  </a:lnTo>
                  <a:lnTo>
                    <a:pt x="107771" y="46252"/>
                  </a:lnTo>
                  <a:lnTo>
                    <a:pt x="108027" y="46252"/>
                  </a:lnTo>
                  <a:lnTo>
                    <a:pt x="108027" y="46252"/>
                  </a:lnTo>
                  <a:lnTo>
                    <a:pt x="108218" y="46252"/>
                  </a:lnTo>
                  <a:lnTo>
                    <a:pt x="108410" y="46188"/>
                  </a:lnTo>
                  <a:lnTo>
                    <a:pt x="108602" y="46060"/>
                  </a:lnTo>
                  <a:lnTo>
                    <a:pt x="108793" y="45932"/>
                  </a:lnTo>
                  <a:lnTo>
                    <a:pt x="108921" y="45741"/>
                  </a:lnTo>
                  <a:lnTo>
                    <a:pt x="108985" y="45613"/>
                  </a:lnTo>
                  <a:lnTo>
                    <a:pt x="109049" y="45357"/>
                  </a:lnTo>
                  <a:lnTo>
                    <a:pt x="109113" y="45166"/>
                  </a:lnTo>
                  <a:lnTo>
                    <a:pt x="109113" y="45166"/>
                  </a:lnTo>
                  <a:lnTo>
                    <a:pt x="109049" y="44974"/>
                  </a:lnTo>
                  <a:lnTo>
                    <a:pt x="108985" y="44719"/>
                  </a:lnTo>
                  <a:lnTo>
                    <a:pt x="108921" y="44527"/>
                  </a:lnTo>
                  <a:lnTo>
                    <a:pt x="108793" y="44399"/>
                  </a:lnTo>
                  <a:lnTo>
                    <a:pt x="108602" y="44271"/>
                  </a:lnTo>
                  <a:lnTo>
                    <a:pt x="108410" y="44144"/>
                  </a:lnTo>
                  <a:lnTo>
                    <a:pt x="108218" y="44080"/>
                  </a:lnTo>
                  <a:lnTo>
                    <a:pt x="108027" y="44080"/>
                  </a:lnTo>
                  <a:lnTo>
                    <a:pt x="108027" y="44080"/>
                  </a:lnTo>
                  <a:lnTo>
                    <a:pt x="107771" y="44080"/>
                  </a:lnTo>
                  <a:lnTo>
                    <a:pt x="107579" y="44144"/>
                  </a:lnTo>
                  <a:lnTo>
                    <a:pt x="107260" y="44335"/>
                  </a:lnTo>
                  <a:lnTo>
                    <a:pt x="107068" y="44655"/>
                  </a:lnTo>
                  <a:lnTo>
                    <a:pt x="106941" y="45038"/>
                  </a:lnTo>
                  <a:lnTo>
                    <a:pt x="96592" y="45038"/>
                  </a:lnTo>
                  <a:lnTo>
                    <a:pt x="96592" y="45038"/>
                  </a:lnTo>
                  <a:lnTo>
                    <a:pt x="96528" y="44655"/>
                  </a:lnTo>
                  <a:lnTo>
                    <a:pt x="96272" y="44335"/>
                  </a:lnTo>
                  <a:lnTo>
                    <a:pt x="95953" y="44144"/>
                  </a:lnTo>
                  <a:lnTo>
                    <a:pt x="95761" y="44080"/>
                  </a:lnTo>
                  <a:lnTo>
                    <a:pt x="95569" y="44080"/>
                  </a:lnTo>
                  <a:lnTo>
                    <a:pt x="95569" y="44080"/>
                  </a:lnTo>
                  <a:lnTo>
                    <a:pt x="95250" y="44144"/>
                  </a:lnTo>
                  <a:lnTo>
                    <a:pt x="94931" y="44271"/>
                  </a:lnTo>
                  <a:lnTo>
                    <a:pt x="89628" y="35008"/>
                  </a:lnTo>
                  <a:lnTo>
                    <a:pt x="89628" y="35008"/>
                  </a:lnTo>
                  <a:lnTo>
                    <a:pt x="89820" y="34881"/>
                  </a:lnTo>
                  <a:lnTo>
                    <a:pt x="89948" y="34625"/>
                  </a:lnTo>
                  <a:lnTo>
                    <a:pt x="90075" y="34433"/>
                  </a:lnTo>
                  <a:lnTo>
                    <a:pt x="90075" y="34178"/>
                  </a:lnTo>
                  <a:lnTo>
                    <a:pt x="90075" y="34178"/>
                  </a:lnTo>
                  <a:lnTo>
                    <a:pt x="90075" y="33858"/>
                  </a:lnTo>
                  <a:lnTo>
                    <a:pt x="89948" y="33667"/>
                  </a:lnTo>
                  <a:lnTo>
                    <a:pt x="89820" y="33411"/>
                  </a:lnTo>
                  <a:lnTo>
                    <a:pt x="89628" y="33284"/>
                  </a:lnTo>
                  <a:lnTo>
                    <a:pt x="90395" y="31942"/>
                  </a:lnTo>
                  <a:lnTo>
                    <a:pt x="94931" y="24021"/>
                  </a:lnTo>
                  <a:lnTo>
                    <a:pt x="94931" y="24021"/>
                  </a:lnTo>
                  <a:lnTo>
                    <a:pt x="95250" y="24148"/>
                  </a:lnTo>
                  <a:lnTo>
                    <a:pt x="95569" y="24212"/>
                  </a:lnTo>
                  <a:lnTo>
                    <a:pt x="95569" y="24212"/>
                  </a:lnTo>
                  <a:lnTo>
                    <a:pt x="95761" y="24212"/>
                  </a:lnTo>
                  <a:lnTo>
                    <a:pt x="95953" y="24148"/>
                  </a:lnTo>
                  <a:lnTo>
                    <a:pt x="96272" y="23957"/>
                  </a:lnTo>
                  <a:lnTo>
                    <a:pt x="96528" y="23637"/>
                  </a:lnTo>
                  <a:lnTo>
                    <a:pt x="96592" y="23254"/>
                  </a:lnTo>
                  <a:lnTo>
                    <a:pt x="108027" y="23254"/>
                  </a:lnTo>
                  <a:lnTo>
                    <a:pt x="113840" y="33284"/>
                  </a:lnTo>
                  <a:lnTo>
                    <a:pt x="113840" y="33284"/>
                  </a:lnTo>
                  <a:lnTo>
                    <a:pt x="113648" y="33411"/>
                  </a:lnTo>
                  <a:lnTo>
                    <a:pt x="113521" y="33667"/>
                  </a:lnTo>
                  <a:lnTo>
                    <a:pt x="113393" y="33858"/>
                  </a:lnTo>
                  <a:lnTo>
                    <a:pt x="113393" y="34178"/>
                  </a:lnTo>
                  <a:lnTo>
                    <a:pt x="113393" y="34178"/>
                  </a:lnTo>
                  <a:lnTo>
                    <a:pt x="113393" y="34370"/>
                  </a:lnTo>
                  <a:lnTo>
                    <a:pt x="113457" y="34561"/>
                  </a:lnTo>
                  <a:lnTo>
                    <a:pt x="113585" y="34753"/>
                  </a:lnTo>
                  <a:lnTo>
                    <a:pt x="113712" y="34881"/>
                  </a:lnTo>
                  <a:lnTo>
                    <a:pt x="113840" y="35072"/>
                  </a:lnTo>
                  <a:lnTo>
                    <a:pt x="114032" y="35136"/>
                  </a:lnTo>
                  <a:lnTo>
                    <a:pt x="114223" y="35200"/>
                  </a:lnTo>
                  <a:lnTo>
                    <a:pt x="114479" y="35200"/>
                  </a:lnTo>
                  <a:lnTo>
                    <a:pt x="114479" y="35200"/>
                  </a:lnTo>
                  <a:lnTo>
                    <a:pt x="114671" y="35200"/>
                  </a:lnTo>
                  <a:lnTo>
                    <a:pt x="114862" y="35136"/>
                  </a:lnTo>
                  <a:lnTo>
                    <a:pt x="115054" y="35072"/>
                  </a:lnTo>
                  <a:lnTo>
                    <a:pt x="115245" y="34881"/>
                  </a:lnTo>
                  <a:lnTo>
                    <a:pt x="115373" y="34753"/>
                  </a:lnTo>
                  <a:lnTo>
                    <a:pt x="115437" y="34561"/>
                  </a:lnTo>
                  <a:lnTo>
                    <a:pt x="115501" y="34370"/>
                  </a:lnTo>
                  <a:lnTo>
                    <a:pt x="115501" y="34178"/>
                  </a:lnTo>
                  <a:lnTo>
                    <a:pt x="115501" y="34178"/>
                  </a:lnTo>
                  <a:lnTo>
                    <a:pt x="115501" y="33922"/>
                  </a:lnTo>
                  <a:lnTo>
                    <a:pt x="115437" y="33731"/>
                  </a:lnTo>
                  <a:lnTo>
                    <a:pt x="115373" y="33539"/>
                  </a:lnTo>
                  <a:lnTo>
                    <a:pt x="115245" y="33411"/>
                  </a:lnTo>
                  <a:lnTo>
                    <a:pt x="115054" y="33220"/>
                  </a:lnTo>
                  <a:lnTo>
                    <a:pt x="114862" y="33156"/>
                  </a:lnTo>
                  <a:lnTo>
                    <a:pt x="114671" y="33092"/>
                  </a:lnTo>
                  <a:lnTo>
                    <a:pt x="114479" y="33092"/>
                  </a:lnTo>
                  <a:lnTo>
                    <a:pt x="114479" y="33092"/>
                  </a:lnTo>
                  <a:lnTo>
                    <a:pt x="114223" y="33092"/>
                  </a:lnTo>
                  <a:lnTo>
                    <a:pt x="113968" y="33156"/>
                  </a:lnTo>
                  <a:lnTo>
                    <a:pt x="108154" y="23062"/>
                  </a:lnTo>
                  <a:lnTo>
                    <a:pt x="108154" y="23062"/>
                  </a:lnTo>
                  <a:lnTo>
                    <a:pt x="96592" y="23062"/>
                  </a:lnTo>
                  <a:lnTo>
                    <a:pt x="96592" y="23062"/>
                  </a:lnTo>
                  <a:lnTo>
                    <a:pt x="96528" y="22679"/>
                  </a:lnTo>
                  <a:lnTo>
                    <a:pt x="96272" y="22360"/>
                  </a:lnTo>
                  <a:lnTo>
                    <a:pt x="95953" y="22104"/>
                  </a:lnTo>
                  <a:lnTo>
                    <a:pt x="95761" y="22040"/>
                  </a:lnTo>
                  <a:lnTo>
                    <a:pt x="95569" y="22040"/>
                  </a:lnTo>
                  <a:lnTo>
                    <a:pt x="95569" y="22040"/>
                  </a:lnTo>
                  <a:lnTo>
                    <a:pt x="95250" y="22104"/>
                  </a:lnTo>
                  <a:lnTo>
                    <a:pt x="94931" y="22232"/>
                  </a:lnTo>
                  <a:lnTo>
                    <a:pt x="89628" y="12969"/>
                  </a:lnTo>
                  <a:lnTo>
                    <a:pt x="89628" y="12969"/>
                  </a:lnTo>
                  <a:lnTo>
                    <a:pt x="89820" y="12841"/>
                  </a:lnTo>
                  <a:lnTo>
                    <a:pt x="89948" y="12649"/>
                  </a:lnTo>
                  <a:lnTo>
                    <a:pt x="90075" y="12394"/>
                  </a:lnTo>
                  <a:lnTo>
                    <a:pt x="90075" y="12138"/>
                  </a:lnTo>
                  <a:lnTo>
                    <a:pt x="90075" y="12138"/>
                  </a:lnTo>
                  <a:lnTo>
                    <a:pt x="90075" y="11883"/>
                  </a:lnTo>
                  <a:lnTo>
                    <a:pt x="90012" y="11691"/>
                  </a:lnTo>
                  <a:lnTo>
                    <a:pt x="89884" y="11499"/>
                  </a:lnTo>
                  <a:lnTo>
                    <a:pt x="89756" y="11372"/>
                  </a:lnTo>
                  <a:lnTo>
                    <a:pt x="89628" y="11244"/>
                  </a:lnTo>
                  <a:lnTo>
                    <a:pt x="89437" y="11116"/>
                  </a:lnTo>
                  <a:lnTo>
                    <a:pt x="89245" y="11052"/>
                  </a:lnTo>
                  <a:lnTo>
                    <a:pt x="88989" y="11052"/>
                  </a:lnTo>
                  <a:lnTo>
                    <a:pt x="88989" y="11052"/>
                  </a:lnTo>
                  <a:lnTo>
                    <a:pt x="88798" y="11052"/>
                  </a:lnTo>
                  <a:lnTo>
                    <a:pt x="88606" y="11116"/>
                  </a:lnTo>
                  <a:lnTo>
                    <a:pt x="88287" y="11308"/>
                  </a:lnTo>
                  <a:lnTo>
                    <a:pt x="88031" y="11627"/>
                  </a:lnTo>
                  <a:lnTo>
                    <a:pt x="87967" y="12011"/>
                  </a:lnTo>
                  <a:lnTo>
                    <a:pt x="77363" y="12011"/>
                  </a:lnTo>
                  <a:lnTo>
                    <a:pt x="77363" y="12011"/>
                  </a:lnTo>
                  <a:lnTo>
                    <a:pt x="77235" y="11627"/>
                  </a:lnTo>
                  <a:lnTo>
                    <a:pt x="77043" y="11308"/>
                  </a:lnTo>
                  <a:lnTo>
                    <a:pt x="76660" y="11116"/>
                  </a:lnTo>
                  <a:lnTo>
                    <a:pt x="76468" y="11052"/>
                  </a:lnTo>
                  <a:lnTo>
                    <a:pt x="76277" y="11052"/>
                  </a:lnTo>
                  <a:lnTo>
                    <a:pt x="76277" y="11052"/>
                  </a:lnTo>
                  <a:lnTo>
                    <a:pt x="76085" y="11052"/>
                  </a:lnTo>
                  <a:lnTo>
                    <a:pt x="75829" y="11116"/>
                  </a:lnTo>
                  <a:lnTo>
                    <a:pt x="70527" y="1981"/>
                  </a:lnTo>
                  <a:lnTo>
                    <a:pt x="70527" y="1981"/>
                  </a:lnTo>
                  <a:lnTo>
                    <a:pt x="70719" y="1789"/>
                  </a:lnTo>
                  <a:lnTo>
                    <a:pt x="70910" y="1598"/>
                  </a:lnTo>
                  <a:lnTo>
                    <a:pt x="70974" y="1342"/>
                  </a:lnTo>
                  <a:lnTo>
                    <a:pt x="71038" y="1087"/>
                  </a:lnTo>
                  <a:lnTo>
                    <a:pt x="71038" y="1087"/>
                  </a:lnTo>
                  <a:lnTo>
                    <a:pt x="70974" y="895"/>
                  </a:lnTo>
                  <a:lnTo>
                    <a:pt x="70910" y="703"/>
                  </a:lnTo>
                  <a:lnTo>
                    <a:pt x="70847" y="512"/>
                  </a:lnTo>
                  <a:lnTo>
                    <a:pt x="70719" y="320"/>
                  </a:lnTo>
                  <a:lnTo>
                    <a:pt x="70527" y="192"/>
                  </a:lnTo>
                  <a:lnTo>
                    <a:pt x="70336" y="128"/>
                  </a:lnTo>
                  <a:lnTo>
                    <a:pt x="70144" y="64"/>
                  </a:lnTo>
                  <a:lnTo>
                    <a:pt x="69952" y="1"/>
                  </a:lnTo>
                </a:path>
              </a:pathLst>
            </a:custGeom>
            <a:gradFill>
              <a:gsLst>
                <a:gs pos="0">
                  <a:schemeClr val="lt2"/>
                </a:gs>
                <a:gs pos="100000">
                  <a:schemeClr val="dk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71" name="Google Shape;2071;p26"/>
          <p:cNvGrpSpPr/>
          <p:nvPr/>
        </p:nvGrpSpPr>
        <p:grpSpPr>
          <a:xfrm flipH="1">
            <a:off x="5906668" y="3911834"/>
            <a:ext cx="2638315" cy="4402295"/>
            <a:chOff x="238125" y="1025750"/>
            <a:chExt cx="844450" cy="1409050"/>
          </a:xfrm>
        </p:grpSpPr>
        <p:sp>
          <p:nvSpPr>
            <p:cNvPr id="2072" name="Google Shape;2072;p26"/>
            <p:cNvSpPr/>
            <p:nvPr/>
          </p:nvSpPr>
          <p:spPr>
            <a:xfrm>
              <a:off x="1028550" y="1271875"/>
              <a:ext cx="54025" cy="1162925"/>
            </a:xfrm>
            <a:custGeom>
              <a:avLst/>
              <a:gdLst/>
              <a:ahLst/>
              <a:cxnLst/>
              <a:rect l="l" t="t" r="r" b="b"/>
              <a:pathLst>
                <a:path w="2161" h="46517" extrusionOk="0">
                  <a:moveTo>
                    <a:pt x="159" y="1"/>
                  </a:moveTo>
                  <a:lnTo>
                    <a:pt x="100" y="21"/>
                  </a:lnTo>
                  <a:lnTo>
                    <a:pt x="41" y="60"/>
                  </a:lnTo>
                  <a:lnTo>
                    <a:pt x="1" y="100"/>
                  </a:lnTo>
                  <a:lnTo>
                    <a:pt x="1" y="179"/>
                  </a:lnTo>
                  <a:lnTo>
                    <a:pt x="1" y="219"/>
                  </a:lnTo>
                  <a:lnTo>
                    <a:pt x="41" y="278"/>
                  </a:lnTo>
                  <a:lnTo>
                    <a:pt x="80" y="298"/>
                  </a:lnTo>
                  <a:lnTo>
                    <a:pt x="120" y="338"/>
                  </a:lnTo>
                  <a:lnTo>
                    <a:pt x="120" y="4478"/>
                  </a:lnTo>
                  <a:lnTo>
                    <a:pt x="2081" y="6439"/>
                  </a:lnTo>
                  <a:lnTo>
                    <a:pt x="2081" y="46516"/>
                  </a:lnTo>
                  <a:lnTo>
                    <a:pt x="2160" y="46516"/>
                  </a:lnTo>
                  <a:lnTo>
                    <a:pt x="2160" y="6400"/>
                  </a:lnTo>
                  <a:lnTo>
                    <a:pt x="199" y="4438"/>
                  </a:lnTo>
                  <a:lnTo>
                    <a:pt x="199" y="338"/>
                  </a:lnTo>
                  <a:lnTo>
                    <a:pt x="258" y="298"/>
                  </a:lnTo>
                  <a:lnTo>
                    <a:pt x="298" y="278"/>
                  </a:lnTo>
                  <a:lnTo>
                    <a:pt x="318" y="219"/>
                  </a:lnTo>
                  <a:lnTo>
                    <a:pt x="338" y="179"/>
                  </a:lnTo>
                  <a:lnTo>
                    <a:pt x="318" y="100"/>
                  </a:lnTo>
                  <a:lnTo>
                    <a:pt x="278" y="60"/>
                  </a:lnTo>
                  <a:lnTo>
                    <a:pt x="239" y="21"/>
                  </a:lnTo>
                  <a:lnTo>
                    <a:pt x="159"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26"/>
            <p:cNvSpPr/>
            <p:nvPr/>
          </p:nvSpPr>
          <p:spPr>
            <a:xfrm>
              <a:off x="1028550" y="1271875"/>
              <a:ext cx="54025" cy="1162925"/>
            </a:xfrm>
            <a:custGeom>
              <a:avLst/>
              <a:gdLst/>
              <a:ahLst/>
              <a:cxnLst/>
              <a:rect l="l" t="t" r="r" b="b"/>
              <a:pathLst>
                <a:path w="2161" h="46517" fill="none" extrusionOk="0">
                  <a:moveTo>
                    <a:pt x="159" y="1"/>
                  </a:moveTo>
                  <a:lnTo>
                    <a:pt x="159" y="1"/>
                  </a:lnTo>
                  <a:lnTo>
                    <a:pt x="100" y="21"/>
                  </a:lnTo>
                  <a:lnTo>
                    <a:pt x="41" y="60"/>
                  </a:lnTo>
                  <a:lnTo>
                    <a:pt x="1" y="100"/>
                  </a:lnTo>
                  <a:lnTo>
                    <a:pt x="1" y="179"/>
                  </a:lnTo>
                  <a:lnTo>
                    <a:pt x="1" y="179"/>
                  </a:lnTo>
                  <a:lnTo>
                    <a:pt x="1" y="219"/>
                  </a:lnTo>
                  <a:lnTo>
                    <a:pt x="41" y="278"/>
                  </a:lnTo>
                  <a:lnTo>
                    <a:pt x="80" y="298"/>
                  </a:lnTo>
                  <a:lnTo>
                    <a:pt x="120" y="338"/>
                  </a:lnTo>
                  <a:lnTo>
                    <a:pt x="120" y="4478"/>
                  </a:lnTo>
                  <a:lnTo>
                    <a:pt x="2081" y="6439"/>
                  </a:lnTo>
                  <a:lnTo>
                    <a:pt x="2081" y="46516"/>
                  </a:lnTo>
                  <a:lnTo>
                    <a:pt x="2160" y="46516"/>
                  </a:lnTo>
                  <a:lnTo>
                    <a:pt x="2160" y="6400"/>
                  </a:lnTo>
                  <a:lnTo>
                    <a:pt x="199" y="4438"/>
                  </a:lnTo>
                  <a:lnTo>
                    <a:pt x="199" y="338"/>
                  </a:lnTo>
                  <a:lnTo>
                    <a:pt x="199" y="338"/>
                  </a:lnTo>
                  <a:lnTo>
                    <a:pt x="258" y="298"/>
                  </a:lnTo>
                  <a:lnTo>
                    <a:pt x="298" y="278"/>
                  </a:lnTo>
                  <a:lnTo>
                    <a:pt x="318" y="219"/>
                  </a:lnTo>
                  <a:lnTo>
                    <a:pt x="338" y="179"/>
                  </a:lnTo>
                  <a:lnTo>
                    <a:pt x="338" y="179"/>
                  </a:lnTo>
                  <a:lnTo>
                    <a:pt x="318" y="100"/>
                  </a:lnTo>
                  <a:lnTo>
                    <a:pt x="278" y="60"/>
                  </a:lnTo>
                  <a:lnTo>
                    <a:pt x="239" y="21"/>
                  </a:lnTo>
                  <a:lnTo>
                    <a:pt x="159"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26"/>
            <p:cNvSpPr/>
            <p:nvPr/>
          </p:nvSpPr>
          <p:spPr>
            <a:xfrm>
              <a:off x="333700" y="1515050"/>
              <a:ext cx="54500" cy="919750"/>
            </a:xfrm>
            <a:custGeom>
              <a:avLst/>
              <a:gdLst/>
              <a:ahLst/>
              <a:cxnLst/>
              <a:rect l="l" t="t" r="r" b="b"/>
              <a:pathLst>
                <a:path w="2180" h="36790" extrusionOk="0">
                  <a:moveTo>
                    <a:pt x="2021" y="1"/>
                  </a:moveTo>
                  <a:lnTo>
                    <a:pt x="1942" y="21"/>
                  </a:lnTo>
                  <a:lnTo>
                    <a:pt x="1902" y="60"/>
                  </a:lnTo>
                  <a:lnTo>
                    <a:pt x="1863" y="100"/>
                  </a:lnTo>
                  <a:lnTo>
                    <a:pt x="1843" y="179"/>
                  </a:lnTo>
                  <a:lnTo>
                    <a:pt x="1863" y="239"/>
                  </a:lnTo>
                  <a:lnTo>
                    <a:pt x="1882" y="278"/>
                  </a:lnTo>
                  <a:lnTo>
                    <a:pt x="1922" y="318"/>
                  </a:lnTo>
                  <a:lnTo>
                    <a:pt x="1962" y="338"/>
                  </a:lnTo>
                  <a:lnTo>
                    <a:pt x="1962" y="4458"/>
                  </a:lnTo>
                  <a:lnTo>
                    <a:pt x="0" y="6420"/>
                  </a:lnTo>
                  <a:lnTo>
                    <a:pt x="0" y="36789"/>
                  </a:lnTo>
                  <a:lnTo>
                    <a:pt x="100" y="36789"/>
                  </a:lnTo>
                  <a:lnTo>
                    <a:pt x="100" y="6439"/>
                  </a:lnTo>
                  <a:lnTo>
                    <a:pt x="2061" y="4478"/>
                  </a:lnTo>
                  <a:lnTo>
                    <a:pt x="2061" y="338"/>
                  </a:lnTo>
                  <a:lnTo>
                    <a:pt x="2100" y="318"/>
                  </a:lnTo>
                  <a:lnTo>
                    <a:pt x="2140" y="278"/>
                  </a:lnTo>
                  <a:lnTo>
                    <a:pt x="2180" y="239"/>
                  </a:lnTo>
                  <a:lnTo>
                    <a:pt x="2180" y="179"/>
                  </a:lnTo>
                  <a:lnTo>
                    <a:pt x="2160" y="120"/>
                  </a:lnTo>
                  <a:lnTo>
                    <a:pt x="2140" y="60"/>
                  </a:lnTo>
                  <a:lnTo>
                    <a:pt x="2081" y="21"/>
                  </a:lnTo>
                  <a:lnTo>
                    <a:pt x="2021"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26"/>
            <p:cNvSpPr/>
            <p:nvPr/>
          </p:nvSpPr>
          <p:spPr>
            <a:xfrm>
              <a:off x="333700" y="1515050"/>
              <a:ext cx="54500" cy="919750"/>
            </a:xfrm>
            <a:custGeom>
              <a:avLst/>
              <a:gdLst/>
              <a:ahLst/>
              <a:cxnLst/>
              <a:rect l="l" t="t" r="r" b="b"/>
              <a:pathLst>
                <a:path w="2180" h="36790" fill="none" extrusionOk="0">
                  <a:moveTo>
                    <a:pt x="2021" y="1"/>
                  </a:moveTo>
                  <a:lnTo>
                    <a:pt x="2021" y="1"/>
                  </a:lnTo>
                  <a:lnTo>
                    <a:pt x="1942" y="21"/>
                  </a:lnTo>
                  <a:lnTo>
                    <a:pt x="1902" y="60"/>
                  </a:lnTo>
                  <a:lnTo>
                    <a:pt x="1863" y="100"/>
                  </a:lnTo>
                  <a:lnTo>
                    <a:pt x="1843" y="179"/>
                  </a:lnTo>
                  <a:lnTo>
                    <a:pt x="1843" y="179"/>
                  </a:lnTo>
                  <a:lnTo>
                    <a:pt x="1863" y="239"/>
                  </a:lnTo>
                  <a:lnTo>
                    <a:pt x="1882" y="278"/>
                  </a:lnTo>
                  <a:lnTo>
                    <a:pt x="1922" y="318"/>
                  </a:lnTo>
                  <a:lnTo>
                    <a:pt x="1962" y="338"/>
                  </a:lnTo>
                  <a:lnTo>
                    <a:pt x="1962" y="4458"/>
                  </a:lnTo>
                  <a:lnTo>
                    <a:pt x="0" y="6420"/>
                  </a:lnTo>
                  <a:lnTo>
                    <a:pt x="0" y="36789"/>
                  </a:lnTo>
                  <a:lnTo>
                    <a:pt x="100" y="36789"/>
                  </a:lnTo>
                  <a:lnTo>
                    <a:pt x="100" y="6439"/>
                  </a:lnTo>
                  <a:lnTo>
                    <a:pt x="2061" y="4478"/>
                  </a:lnTo>
                  <a:lnTo>
                    <a:pt x="2061" y="338"/>
                  </a:lnTo>
                  <a:lnTo>
                    <a:pt x="2061" y="338"/>
                  </a:lnTo>
                  <a:lnTo>
                    <a:pt x="2100" y="318"/>
                  </a:lnTo>
                  <a:lnTo>
                    <a:pt x="2140" y="278"/>
                  </a:lnTo>
                  <a:lnTo>
                    <a:pt x="2180" y="239"/>
                  </a:lnTo>
                  <a:lnTo>
                    <a:pt x="2180" y="179"/>
                  </a:lnTo>
                  <a:lnTo>
                    <a:pt x="2180" y="179"/>
                  </a:lnTo>
                  <a:lnTo>
                    <a:pt x="2160" y="120"/>
                  </a:lnTo>
                  <a:lnTo>
                    <a:pt x="2140" y="60"/>
                  </a:lnTo>
                  <a:lnTo>
                    <a:pt x="2081" y="21"/>
                  </a:lnTo>
                  <a:lnTo>
                    <a:pt x="2021"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26"/>
            <p:cNvSpPr/>
            <p:nvPr/>
          </p:nvSpPr>
          <p:spPr>
            <a:xfrm>
              <a:off x="238125" y="1088150"/>
              <a:ext cx="76275" cy="1346650"/>
            </a:xfrm>
            <a:custGeom>
              <a:avLst/>
              <a:gdLst/>
              <a:ahLst/>
              <a:cxnLst/>
              <a:rect l="l" t="t" r="r" b="b"/>
              <a:pathLst>
                <a:path w="3051" h="53866" extrusionOk="0">
                  <a:moveTo>
                    <a:pt x="1525" y="0"/>
                  </a:moveTo>
                  <a:lnTo>
                    <a:pt x="1466" y="20"/>
                  </a:lnTo>
                  <a:lnTo>
                    <a:pt x="1407" y="60"/>
                  </a:lnTo>
                  <a:lnTo>
                    <a:pt x="1367" y="119"/>
                  </a:lnTo>
                  <a:lnTo>
                    <a:pt x="1367" y="178"/>
                  </a:lnTo>
                  <a:lnTo>
                    <a:pt x="1367" y="238"/>
                  </a:lnTo>
                  <a:lnTo>
                    <a:pt x="1407" y="277"/>
                  </a:lnTo>
                  <a:lnTo>
                    <a:pt x="1446" y="317"/>
                  </a:lnTo>
                  <a:lnTo>
                    <a:pt x="1506" y="337"/>
                  </a:lnTo>
                  <a:lnTo>
                    <a:pt x="1506" y="19731"/>
                  </a:lnTo>
                  <a:lnTo>
                    <a:pt x="198" y="21039"/>
                  </a:lnTo>
                  <a:lnTo>
                    <a:pt x="198" y="5488"/>
                  </a:lnTo>
                  <a:lnTo>
                    <a:pt x="258" y="5468"/>
                  </a:lnTo>
                  <a:lnTo>
                    <a:pt x="297" y="5428"/>
                  </a:lnTo>
                  <a:lnTo>
                    <a:pt x="317" y="5389"/>
                  </a:lnTo>
                  <a:lnTo>
                    <a:pt x="317" y="5329"/>
                  </a:lnTo>
                  <a:lnTo>
                    <a:pt x="317" y="5270"/>
                  </a:lnTo>
                  <a:lnTo>
                    <a:pt x="277" y="5210"/>
                  </a:lnTo>
                  <a:lnTo>
                    <a:pt x="218" y="5171"/>
                  </a:lnTo>
                  <a:lnTo>
                    <a:pt x="99" y="5171"/>
                  </a:lnTo>
                  <a:lnTo>
                    <a:pt x="40" y="5210"/>
                  </a:lnTo>
                  <a:lnTo>
                    <a:pt x="0" y="5270"/>
                  </a:lnTo>
                  <a:lnTo>
                    <a:pt x="0" y="5329"/>
                  </a:lnTo>
                  <a:lnTo>
                    <a:pt x="0" y="5389"/>
                  </a:lnTo>
                  <a:lnTo>
                    <a:pt x="20" y="5428"/>
                  </a:lnTo>
                  <a:lnTo>
                    <a:pt x="59" y="5468"/>
                  </a:lnTo>
                  <a:lnTo>
                    <a:pt x="119" y="5488"/>
                  </a:lnTo>
                  <a:lnTo>
                    <a:pt x="119" y="33975"/>
                  </a:lnTo>
                  <a:lnTo>
                    <a:pt x="1882" y="35738"/>
                  </a:lnTo>
                  <a:lnTo>
                    <a:pt x="1882" y="53865"/>
                  </a:lnTo>
                  <a:lnTo>
                    <a:pt x="1961" y="53865"/>
                  </a:lnTo>
                  <a:lnTo>
                    <a:pt x="1961" y="35719"/>
                  </a:lnTo>
                  <a:lnTo>
                    <a:pt x="198" y="33936"/>
                  </a:lnTo>
                  <a:lnTo>
                    <a:pt x="198" y="30370"/>
                  </a:lnTo>
                  <a:lnTo>
                    <a:pt x="1466" y="29102"/>
                  </a:lnTo>
                  <a:lnTo>
                    <a:pt x="1506" y="29102"/>
                  </a:lnTo>
                  <a:lnTo>
                    <a:pt x="1545" y="29122"/>
                  </a:lnTo>
                  <a:lnTo>
                    <a:pt x="1624" y="29102"/>
                  </a:lnTo>
                  <a:lnTo>
                    <a:pt x="1664" y="29062"/>
                  </a:lnTo>
                  <a:lnTo>
                    <a:pt x="1704" y="29023"/>
                  </a:lnTo>
                  <a:lnTo>
                    <a:pt x="1724" y="28943"/>
                  </a:lnTo>
                  <a:lnTo>
                    <a:pt x="1704" y="28884"/>
                  </a:lnTo>
                  <a:lnTo>
                    <a:pt x="1664" y="28825"/>
                  </a:lnTo>
                  <a:lnTo>
                    <a:pt x="1624" y="28805"/>
                  </a:lnTo>
                  <a:lnTo>
                    <a:pt x="1545" y="28785"/>
                  </a:lnTo>
                  <a:lnTo>
                    <a:pt x="1486" y="28805"/>
                  </a:lnTo>
                  <a:lnTo>
                    <a:pt x="1426" y="28825"/>
                  </a:lnTo>
                  <a:lnTo>
                    <a:pt x="1407" y="28884"/>
                  </a:lnTo>
                  <a:lnTo>
                    <a:pt x="1387" y="28943"/>
                  </a:lnTo>
                  <a:lnTo>
                    <a:pt x="1387" y="29003"/>
                  </a:lnTo>
                  <a:lnTo>
                    <a:pt x="1407" y="29042"/>
                  </a:lnTo>
                  <a:lnTo>
                    <a:pt x="198" y="30251"/>
                  </a:lnTo>
                  <a:lnTo>
                    <a:pt x="198" y="23119"/>
                  </a:lnTo>
                  <a:lnTo>
                    <a:pt x="2932" y="20385"/>
                  </a:lnTo>
                  <a:lnTo>
                    <a:pt x="2932" y="12481"/>
                  </a:lnTo>
                  <a:lnTo>
                    <a:pt x="2991" y="12461"/>
                  </a:lnTo>
                  <a:lnTo>
                    <a:pt x="3031" y="12421"/>
                  </a:lnTo>
                  <a:lnTo>
                    <a:pt x="3051" y="12382"/>
                  </a:lnTo>
                  <a:lnTo>
                    <a:pt x="3051" y="12322"/>
                  </a:lnTo>
                  <a:lnTo>
                    <a:pt x="3051" y="12263"/>
                  </a:lnTo>
                  <a:lnTo>
                    <a:pt x="3011" y="12203"/>
                  </a:lnTo>
                  <a:lnTo>
                    <a:pt x="2952" y="12164"/>
                  </a:lnTo>
                  <a:lnTo>
                    <a:pt x="2833" y="12164"/>
                  </a:lnTo>
                  <a:lnTo>
                    <a:pt x="2774" y="12203"/>
                  </a:lnTo>
                  <a:lnTo>
                    <a:pt x="2734" y="12263"/>
                  </a:lnTo>
                  <a:lnTo>
                    <a:pt x="2734" y="12322"/>
                  </a:lnTo>
                  <a:lnTo>
                    <a:pt x="2734" y="12382"/>
                  </a:lnTo>
                  <a:lnTo>
                    <a:pt x="2754" y="12421"/>
                  </a:lnTo>
                  <a:lnTo>
                    <a:pt x="2793" y="12461"/>
                  </a:lnTo>
                  <a:lnTo>
                    <a:pt x="2853" y="12481"/>
                  </a:lnTo>
                  <a:lnTo>
                    <a:pt x="2853" y="20346"/>
                  </a:lnTo>
                  <a:lnTo>
                    <a:pt x="198" y="23000"/>
                  </a:lnTo>
                  <a:lnTo>
                    <a:pt x="198" y="21158"/>
                  </a:lnTo>
                  <a:lnTo>
                    <a:pt x="1585" y="19771"/>
                  </a:lnTo>
                  <a:lnTo>
                    <a:pt x="1585" y="337"/>
                  </a:lnTo>
                  <a:lnTo>
                    <a:pt x="1624" y="317"/>
                  </a:lnTo>
                  <a:lnTo>
                    <a:pt x="1664" y="277"/>
                  </a:lnTo>
                  <a:lnTo>
                    <a:pt x="1684" y="238"/>
                  </a:lnTo>
                  <a:lnTo>
                    <a:pt x="1684" y="178"/>
                  </a:lnTo>
                  <a:lnTo>
                    <a:pt x="1684" y="119"/>
                  </a:lnTo>
                  <a:lnTo>
                    <a:pt x="1644" y="60"/>
                  </a:lnTo>
                  <a:lnTo>
                    <a:pt x="1585" y="20"/>
                  </a:lnTo>
                  <a:lnTo>
                    <a:pt x="1525"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26"/>
            <p:cNvSpPr/>
            <p:nvPr/>
          </p:nvSpPr>
          <p:spPr>
            <a:xfrm>
              <a:off x="238125" y="1088150"/>
              <a:ext cx="76275" cy="1346650"/>
            </a:xfrm>
            <a:custGeom>
              <a:avLst/>
              <a:gdLst/>
              <a:ahLst/>
              <a:cxnLst/>
              <a:rect l="l" t="t" r="r" b="b"/>
              <a:pathLst>
                <a:path w="3051" h="53866" fill="none" extrusionOk="0">
                  <a:moveTo>
                    <a:pt x="1525" y="0"/>
                  </a:moveTo>
                  <a:lnTo>
                    <a:pt x="1525" y="0"/>
                  </a:lnTo>
                  <a:lnTo>
                    <a:pt x="1466" y="20"/>
                  </a:lnTo>
                  <a:lnTo>
                    <a:pt x="1407" y="60"/>
                  </a:lnTo>
                  <a:lnTo>
                    <a:pt x="1367" y="119"/>
                  </a:lnTo>
                  <a:lnTo>
                    <a:pt x="1367" y="178"/>
                  </a:lnTo>
                  <a:lnTo>
                    <a:pt x="1367" y="178"/>
                  </a:lnTo>
                  <a:lnTo>
                    <a:pt x="1367" y="238"/>
                  </a:lnTo>
                  <a:lnTo>
                    <a:pt x="1407" y="277"/>
                  </a:lnTo>
                  <a:lnTo>
                    <a:pt x="1446" y="317"/>
                  </a:lnTo>
                  <a:lnTo>
                    <a:pt x="1506" y="337"/>
                  </a:lnTo>
                  <a:lnTo>
                    <a:pt x="1506" y="19731"/>
                  </a:lnTo>
                  <a:lnTo>
                    <a:pt x="198" y="21039"/>
                  </a:lnTo>
                  <a:lnTo>
                    <a:pt x="198" y="5488"/>
                  </a:lnTo>
                  <a:lnTo>
                    <a:pt x="198" y="5488"/>
                  </a:lnTo>
                  <a:lnTo>
                    <a:pt x="258" y="5468"/>
                  </a:lnTo>
                  <a:lnTo>
                    <a:pt x="297" y="5428"/>
                  </a:lnTo>
                  <a:lnTo>
                    <a:pt x="317" y="5389"/>
                  </a:lnTo>
                  <a:lnTo>
                    <a:pt x="317" y="5329"/>
                  </a:lnTo>
                  <a:lnTo>
                    <a:pt x="317" y="5329"/>
                  </a:lnTo>
                  <a:lnTo>
                    <a:pt x="317" y="5270"/>
                  </a:lnTo>
                  <a:lnTo>
                    <a:pt x="277" y="5210"/>
                  </a:lnTo>
                  <a:lnTo>
                    <a:pt x="218" y="5171"/>
                  </a:lnTo>
                  <a:lnTo>
                    <a:pt x="158" y="5171"/>
                  </a:lnTo>
                  <a:lnTo>
                    <a:pt x="158" y="5171"/>
                  </a:lnTo>
                  <a:lnTo>
                    <a:pt x="99" y="5171"/>
                  </a:lnTo>
                  <a:lnTo>
                    <a:pt x="40" y="5210"/>
                  </a:lnTo>
                  <a:lnTo>
                    <a:pt x="0" y="5270"/>
                  </a:lnTo>
                  <a:lnTo>
                    <a:pt x="0" y="5329"/>
                  </a:lnTo>
                  <a:lnTo>
                    <a:pt x="0" y="5329"/>
                  </a:lnTo>
                  <a:lnTo>
                    <a:pt x="0" y="5389"/>
                  </a:lnTo>
                  <a:lnTo>
                    <a:pt x="20" y="5428"/>
                  </a:lnTo>
                  <a:lnTo>
                    <a:pt x="59" y="5468"/>
                  </a:lnTo>
                  <a:lnTo>
                    <a:pt x="119" y="5488"/>
                  </a:lnTo>
                  <a:lnTo>
                    <a:pt x="119" y="33975"/>
                  </a:lnTo>
                  <a:lnTo>
                    <a:pt x="1882" y="35738"/>
                  </a:lnTo>
                  <a:lnTo>
                    <a:pt x="1882" y="53865"/>
                  </a:lnTo>
                  <a:lnTo>
                    <a:pt x="1961" y="53865"/>
                  </a:lnTo>
                  <a:lnTo>
                    <a:pt x="1961" y="35719"/>
                  </a:lnTo>
                  <a:lnTo>
                    <a:pt x="198" y="33936"/>
                  </a:lnTo>
                  <a:lnTo>
                    <a:pt x="198" y="30370"/>
                  </a:lnTo>
                  <a:lnTo>
                    <a:pt x="1466" y="29102"/>
                  </a:lnTo>
                  <a:lnTo>
                    <a:pt x="1466" y="29102"/>
                  </a:lnTo>
                  <a:lnTo>
                    <a:pt x="1506" y="29102"/>
                  </a:lnTo>
                  <a:lnTo>
                    <a:pt x="1545" y="29122"/>
                  </a:lnTo>
                  <a:lnTo>
                    <a:pt x="1545" y="29122"/>
                  </a:lnTo>
                  <a:lnTo>
                    <a:pt x="1624" y="29102"/>
                  </a:lnTo>
                  <a:lnTo>
                    <a:pt x="1664" y="29062"/>
                  </a:lnTo>
                  <a:lnTo>
                    <a:pt x="1704" y="29023"/>
                  </a:lnTo>
                  <a:lnTo>
                    <a:pt x="1724" y="28943"/>
                  </a:lnTo>
                  <a:lnTo>
                    <a:pt x="1724" y="28943"/>
                  </a:lnTo>
                  <a:lnTo>
                    <a:pt x="1704" y="28884"/>
                  </a:lnTo>
                  <a:lnTo>
                    <a:pt x="1664" y="28825"/>
                  </a:lnTo>
                  <a:lnTo>
                    <a:pt x="1624" y="28805"/>
                  </a:lnTo>
                  <a:lnTo>
                    <a:pt x="1545" y="28785"/>
                  </a:lnTo>
                  <a:lnTo>
                    <a:pt x="1545" y="28785"/>
                  </a:lnTo>
                  <a:lnTo>
                    <a:pt x="1486" y="28805"/>
                  </a:lnTo>
                  <a:lnTo>
                    <a:pt x="1426" y="28825"/>
                  </a:lnTo>
                  <a:lnTo>
                    <a:pt x="1407" y="28884"/>
                  </a:lnTo>
                  <a:lnTo>
                    <a:pt x="1387" y="28943"/>
                  </a:lnTo>
                  <a:lnTo>
                    <a:pt x="1387" y="28943"/>
                  </a:lnTo>
                  <a:lnTo>
                    <a:pt x="1387" y="29003"/>
                  </a:lnTo>
                  <a:lnTo>
                    <a:pt x="1407" y="29042"/>
                  </a:lnTo>
                  <a:lnTo>
                    <a:pt x="198" y="30251"/>
                  </a:lnTo>
                  <a:lnTo>
                    <a:pt x="198" y="23119"/>
                  </a:lnTo>
                  <a:lnTo>
                    <a:pt x="2932" y="20385"/>
                  </a:lnTo>
                  <a:lnTo>
                    <a:pt x="2932" y="12481"/>
                  </a:lnTo>
                  <a:lnTo>
                    <a:pt x="2932" y="12481"/>
                  </a:lnTo>
                  <a:lnTo>
                    <a:pt x="2991" y="12461"/>
                  </a:lnTo>
                  <a:lnTo>
                    <a:pt x="3031" y="12421"/>
                  </a:lnTo>
                  <a:lnTo>
                    <a:pt x="3051" y="12382"/>
                  </a:lnTo>
                  <a:lnTo>
                    <a:pt x="3051" y="12322"/>
                  </a:lnTo>
                  <a:lnTo>
                    <a:pt x="3051" y="12322"/>
                  </a:lnTo>
                  <a:lnTo>
                    <a:pt x="3051" y="12263"/>
                  </a:lnTo>
                  <a:lnTo>
                    <a:pt x="3011" y="12203"/>
                  </a:lnTo>
                  <a:lnTo>
                    <a:pt x="2952" y="12164"/>
                  </a:lnTo>
                  <a:lnTo>
                    <a:pt x="2892" y="12164"/>
                  </a:lnTo>
                  <a:lnTo>
                    <a:pt x="2892" y="12164"/>
                  </a:lnTo>
                  <a:lnTo>
                    <a:pt x="2892" y="12164"/>
                  </a:lnTo>
                  <a:lnTo>
                    <a:pt x="2892" y="12164"/>
                  </a:lnTo>
                  <a:lnTo>
                    <a:pt x="2833" y="12164"/>
                  </a:lnTo>
                  <a:lnTo>
                    <a:pt x="2774" y="12203"/>
                  </a:lnTo>
                  <a:lnTo>
                    <a:pt x="2734" y="12263"/>
                  </a:lnTo>
                  <a:lnTo>
                    <a:pt x="2734" y="12322"/>
                  </a:lnTo>
                  <a:lnTo>
                    <a:pt x="2734" y="12322"/>
                  </a:lnTo>
                  <a:lnTo>
                    <a:pt x="2734" y="12382"/>
                  </a:lnTo>
                  <a:lnTo>
                    <a:pt x="2754" y="12421"/>
                  </a:lnTo>
                  <a:lnTo>
                    <a:pt x="2793" y="12461"/>
                  </a:lnTo>
                  <a:lnTo>
                    <a:pt x="2853" y="12481"/>
                  </a:lnTo>
                  <a:lnTo>
                    <a:pt x="2853" y="20346"/>
                  </a:lnTo>
                  <a:lnTo>
                    <a:pt x="198" y="23000"/>
                  </a:lnTo>
                  <a:lnTo>
                    <a:pt x="198" y="21158"/>
                  </a:lnTo>
                  <a:lnTo>
                    <a:pt x="1585" y="19771"/>
                  </a:lnTo>
                  <a:lnTo>
                    <a:pt x="1585" y="337"/>
                  </a:lnTo>
                  <a:lnTo>
                    <a:pt x="1585" y="337"/>
                  </a:lnTo>
                  <a:lnTo>
                    <a:pt x="1624" y="317"/>
                  </a:lnTo>
                  <a:lnTo>
                    <a:pt x="1664" y="277"/>
                  </a:lnTo>
                  <a:lnTo>
                    <a:pt x="1684" y="238"/>
                  </a:lnTo>
                  <a:lnTo>
                    <a:pt x="1684" y="178"/>
                  </a:lnTo>
                  <a:lnTo>
                    <a:pt x="1684" y="178"/>
                  </a:lnTo>
                  <a:lnTo>
                    <a:pt x="1684" y="119"/>
                  </a:lnTo>
                  <a:lnTo>
                    <a:pt x="1644" y="60"/>
                  </a:lnTo>
                  <a:lnTo>
                    <a:pt x="1585" y="20"/>
                  </a:lnTo>
                  <a:lnTo>
                    <a:pt x="1525"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26"/>
            <p:cNvSpPr/>
            <p:nvPr/>
          </p:nvSpPr>
          <p:spPr>
            <a:xfrm>
              <a:off x="979525" y="1078725"/>
              <a:ext cx="54025" cy="1356075"/>
            </a:xfrm>
            <a:custGeom>
              <a:avLst/>
              <a:gdLst/>
              <a:ahLst/>
              <a:cxnLst/>
              <a:rect l="l" t="t" r="r" b="b"/>
              <a:pathLst>
                <a:path w="2161" h="54243" extrusionOk="0">
                  <a:moveTo>
                    <a:pt x="159" y="1"/>
                  </a:moveTo>
                  <a:lnTo>
                    <a:pt x="100" y="21"/>
                  </a:lnTo>
                  <a:lnTo>
                    <a:pt x="40" y="60"/>
                  </a:lnTo>
                  <a:lnTo>
                    <a:pt x="1" y="120"/>
                  </a:lnTo>
                  <a:lnTo>
                    <a:pt x="1" y="179"/>
                  </a:lnTo>
                  <a:lnTo>
                    <a:pt x="1" y="238"/>
                  </a:lnTo>
                  <a:lnTo>
                    <a:pt x="40" y="278"/>
                  </a:lnTo>
                  <a:lnTo>
                    <a:pt x="80" y="318"/>
                  </a:lnTo>
                  <a:lnTo>
                    <a:pt x="120" y="338"/>
                  </a:lnTo>
                  <a:lnTo>
                    <a:pt x="120" y="12996"/>
                  </a:lnTo>
                  <a:lnTo>
                    <a:pt x="2081" y="14958"/>
                  </a:lnTo>
                  <a:lnTo>
                    <a:pt x="2081" y="54242"/>
                  </a:lnTo>
                  <a:lnTo>
                    <a:pt x="2160" y="54242"/>
                  </a:lnTo>
                  <a:lnTo>
                    <a:pt x="2160" y="14938"/>
                  </a:lnTo>
                  <a:lnTo>
                    <a:pt x="199" y="12977"/>
                  </a:lnTo>
                  <a:lnTo>
                    <a:pt x="199" y="338"/>
                  </a:lnTo>
                  <a:lnTo>
                    <a:pt x="258" y="318"/>
                  </a:lnTo>
                  <a:lnTo>
                    <a:pt x="298" y="278"/>
                  </a:lnTo>
                  <a:lnTo>
                    <a:pt x="318" y="238"/>
                  </a:lnTo>
                  <a:lnTo>
                    <a:pt x="337" y="179"/>
                  </a:lnTo>
                  <a:lnTo>
                    <a:pt x="318" y="120"/>
                  </a:lnTo>
                  <a:lnTo>
                    <a:pt x="278" y="60"/>
                  </a:lnTo>
                  <a:lnTo>
                    <a:pt x="219" y="21"/>
                  </a:lnTo>
                  <a:lnTo>
                    <a:pt x="159"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26"/>
            <p:cNvSpPr/>
            <p:nvPr/>
          </p:nvSpPr>
          <p:spPr>
            <a:xfrm>
              <a:off x="979525" y="1078725"/>
              <a:ext cx="54025" cy="1356075"/>
            </a:xfrm>
            <a:custGeom>
              <a:avLst/>
              <a:gdLst/>
              <a:ahLst/>
              <a:cxnLst/>
              <a:rect l="l" t="t" r="r" b="b"/>
              <a:pathLst>
                <a:path w="2161" h="54243" fill="none" extrusionOk="0">
                  <a:moveTo>
                    <a:pt x="159" y="1"/>
                  </a:moveTo>
                  <a:lnTo>
                    <a:pt x="159" y="1"/>
                  </a:lnTo>
                  <a:lnTo>
                    <a:pt x="100" y="21"/>
                  </a:lnTo>
                  <a:lnTo>
                    <a:pt x="40" y="60"/>
                  </a:lnTo>
                  <a:lnTo>
                    <a:pt x="1" y="120"/>
                  </a:lnTo>
                  <a:lnTo>
                    <a:pt x="1" y="179"/>
                  </a:lnTo>
                  <a:lnTo>
                    <a:pt x="1" y="179"/>
                  </a:lnTo>
                  <a:lnTo>
                    <a:pt x="1" y="238"/>
                  </a:lnTo>
                  <a:lnTo>
                    <a:pt x="40" y="278"/>
                  </a:lnTo>
                  <a:lnTo>
                    <a:pt x="80" y="318"/>
                  </a:lnTo>
                  <a:lnTo>
                    <a:pt x="120" y="338"/>
                  </a:lnTo>
                  <a:lnTo>
                    <a:pt x="120" y="12996"/>
                  </a:lnTo>
                  <a:lnTo>
                    <a:pt x="2081" y="14958"/>
                  </a:lnTo>
                  <a:lnTo>
                    <a:pt x="2081" y="54242"/>
                  </a:lnTo>
                  <a:lnTo>
                    <a:pt x="2160" y="54242"/>
                  </a:lnTo>
                  <a:lnTo>
                    <a:pt x="2160" y="14938"/>
                  </a:lnTo>
                  <a:lnTo>
                    <a:pt x="199" y="12977"/>
                  </a:lnTo>
                  <a:lnTo>
                    <a:pt x="199" y="338"/>
                  </a:lnTo>
                  <a:lnTo>
                    <a:pt x="199" y="338"/>
                  </a:lnTo>
                  <a:lnTo>
                    <a:pt x="258" y="318"/>
                  </a:lnTo>
                  <a:lnTo>
                    <a:pt x="298" y="278"/>
                  </a:lnTo>
                  <a:lnTo>
                    <a:pt x="318" y="238"/>
                  </a:lnTo>
                  <a:lnTo>
                    <a:pt x="337" y="179"/>
                  </a:lnTo>
                  <a:lnTo>
                    <a:pt x="337" y="179"/>
                  </a:lnTo>
                  <a:lnTo>
                    <a:pt x="318" y="120"/>
                  </a:lnTo>
                  <a:lnTo>
                    <a:pt x="278" y="60"/>
                  </a:lnTo>
                  <a:lnTo>
                    <a:pt x="219" y="21"/>
                  </a:lnTo>
                  <a:lnTo>
                    <a:pt x="159"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26"/>
            <p:cNvSpPr/>
            <p:nvPr/>
          </p:nvSpPr>
          <p:spPr>
            <a:xfrm>
              <a:off x="1003800" y="1025750"/>
              <a:ext cx="54500" cy="1409050"/>
            </a:xfrm>
            <a:custGeom>
              <a:avLst/>
              <a:gdLst/>
              <a:ahLst/>
              <a:cxnLst/>
              <a:rect l="l" t="t" r="r" b="b"/>
              <a:pathLst>
                <a:path w="2180" h="56362" extrusionOk="0">
                  <a:moveTo>
                    <a:pt x="179" y="0"/>
                  </a:moveTo>
                  <a:lnTo>
                    <a:pt x="99" y="20"/>
                  </a:lnTo>
                  <a:lnTo>
                    <a:pt x="60" y="59"/>
                  </a:lnTo>
                  <a:lnTo>
                    <a:pt x="20" y="119"/>
                  </a:lnTo>
                  <a:lnTo>
                    <a:pt x="0" y="178"/>
                  </a:lnTo>
                  <a:lnTo>
                    <a:pt x="20" y="238"/>
                  </a:lnTo>
                  <a:lnTo>
                    <a:pt x="40" y="277"/>
                  </a:lnTo>
                  <a:lnTo>
                    <a:pt x="80" y="317"/>
                  </a:lnTo>
                  <a:lnTo>
                    <a:pt x="139" y="337"/>
                  </a:lnTo>
                  <a:lnTo>
                    <a:pt x="139" y="14719"/>
                  </a:lnTo>
                  <a:lnTo>
                    <a:pt x="2100" y="16681"/>
                  </a:lnTo>
                  <a:lnTo>
                    <a:pt x="2100" y="56361"/>
                  </a:lnTo>
                  <a:lnTo>
                    <a:pt x="2180" y="56361"/>
                  </a:lnTo>
                  <a:lnTo>
                    <a:pt x="2180" y="16641"/>
                  </a:lnTo>
                  <a:lnTo>
                    <a:pt x="218" y="14680"/>
                  </a:lnTo>
                  <a:lnTo>
                    <a:pt x="218" y="337"/>
                  </a:lnTo>
                  <a:lnTo>
                    <a:pt x="258" y="317"/>
                  </a:lnTo>
                  <a:lnTo>
                    <a:pt x="298" y="277"/>
                  </a:lnTo>
                  <a:lnTo>
                    <a:pt x="337" y="238"/>
                  </a:lnTo>
                  <a:lnTo>
                    <a:pt x="337" y="178"/>
                  </a:lnTo>
                  <a:lnTo>
                    <a:pt x="337" y="119"/>
                  </a:lnTo>
                  <a:lnTo>
                    <a:pt x="298" y="59"/>
                  </a:lnTo>
                  <a:lnTo>
                    <a:pt x="238" y="20"/>
                  </a:lnTo>
                  <a:lnTo>
                    <a:pt x="179"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26"/>
            <p:cNvSpPr/>
            <p:nvPr/>
          </p:nvSpPr>
          <p:spPr>
            <a:xfrm>
              <a:off x="1003800" y="1025750"/>
              <a:ext cx="54500" cy="1409050"/>
            </a:xfrm>
            <a:custGeom>
              <a:avLst/>
              <a:gdLst/>
              <a:ahLst/>
              <a:cxnLst/>
              <a:rect l="l" t="t" r="r" b="b"/>
              <a:pathLst>
                <a:path w="2180" h="56362" fill="none" extrusionOk="0">
                  <a:moveTo>
                    <a:pt x="179" y="0"/>
                  </a:moveTo>
                  <a:lnTo>
                    <a:pt x="179" y="0"/>
                  </a:lnTo>
                  <a:lnTo>
                    <a:pt x="99" y="20"/>
                  </a:lnTo>
                  <a:lnTo>
                    <a:pt x="60" y="59"/>
                  </a:lnTo>
                  <a:lnTo>
                    <a:pt x="20" y="119"/>
                  </a:lnTo>
                  <a:lnTo>
                    <a:pt x="0" y="178"/>
                  </a:lnTo>
                  <a:lnTo>
                    <a:pt x="0" y="178"/>
                  </a:lnTo>
                  <a:lnTo>
                    <a:pt x="20" y="238"/>
                  </a:lnTo>
                  <a:lnTo>
                    <a:pt x="40" y="277"/>
                  </a:lnTo>
                  <a:lnTo>
                    <a:pt x="80" y="317"/>
                  </a:lnTo>
                  <a:lnTo>
                    <a:pt x="139" y="337"/>
                  </a:lnTo>
                  <a:lnTo>
                    <a:pt x="139" y="14719"/>
                  </a:lnTo>
                  <a:lnTo>
                    <a:pt x="2100" y="16681"/>
                  </a:lnTo>
                  <a:lnTo>
                    <a:pt x="2100" y="56361"/>
                  </a:lnTo>
                  <a:lnTo>
                    <a:pt x="2180" y="56361"/>
                  </a:lnTo>
                  <a:lnTo>
                    <a:pt x="2180" y="16641"/>
                  </a:lnTo>
                  <a:lnTo>
                    <a:pt x="218" y="14680"/>
                  </a:lnTo>
                  <a:lnTo>
                    <a:pt x="218" y="337"/>
                  </a:lnTo>
                  <a:lnTo>
                    <a:pt x="218" y="337"/>
                  </a:lnTo>
                  <a:lnTo>
                    <a:pt x="258" y="317"/>
                  </a:lnTo>
                  <a:lnTo>
                    <a:pt x="298" y="277"/>
                  </a:lnTo>
                  <a:lnTo>
                    <a:pt x="337" y="238"/>
                  </a:lnTo>
                  <a:lnTo>
                    <a:pt x="337" y="178"/>
                  </a:lnTo>
                  <a:lnTo>
                    <a:pt x="337" y="178"/>
                  </a:lnTo>
                  <a:lnTo>
                    <a:pt x="337" y="119"/>
                  </a:lnTo>
                  <a:lnTo>
                    <a:pt x="298" y="59"/>
                  </a:lnTo>
                  <a:lnTo>
                    <a:pt x="238" y="20"/>
                  </a:lnTo>
                  <a:lnTo>
                    <a:pt x="179"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26"/>
            <p:cNvSpPr/>
            <p:nvPr/>
          </p:nvSpPr>
          <p:spPr>
            <a:xfrm>
              <a:off x="428800" y="2022200"/>
              <a:ext cx="8425" cy="412600"/>
            </a:xfrm>
            <a:custGeom>
              <a:avLst/>
              <a:gdLst/>
              <a:ahLst/>
              <a:cxnLst/>
              <a:rect l="l" t="t" r="r" b="b"/>
              <a:pathLst>
                <a:path w="337" h="16504" extrusionOk="0">
                  <a:moveTo>
                    <a:pt x="178" y="1"/>
                  </a:moveTo>
                  <a:lnTo>
                    <a:pt x="99" y="21"/>
                  </a:lnTo>
                  <a:lnTo>
                    <a:pt x="60" y="60"/>
                  </a:lnTo>
                  <a:lnTo>
                    <a:pt x="20" y="100"/>
                  </a:lnTo>
                  <a:lnTo>
                    <a:pt x="0" y="179"/>
                  </a:lnTo>
                  <a:lnTo>
                    <a:pt x="20" y="219"/>
                  </a:lnTo>
                  <a:lnTo>
                    <a:pt x="40" y="278"/>
                  </a:lnTo>
                  <a:lnTo>
                    <a:pt x="79" y="318"/>
                  </a:lnTo>
                  <a:lnTo>
                    <a:pt x="139" y="338"/>
                  </a:lnTo>
                  <a:lnTo>
                    <a:pt x="139" y="16503"/>
                  </a:lnTo>
                  <a:lnTo>
                    <a:pt x="218" y="16503"/>
                  </a:lnTo>
                  <a:lnTo>
                    <a:pt x="218" y="338"/>
                  </a:lnTo>
                  <a:lnTo>
                    <a:pt x="258" y="318"/>
                  </a:lnTo>
                  <a:lnTo>
                    <a:pt x="297" y="278"/>
                  </a:lnTo>
                  <a:lnTo>
                    <a:pt x="337" y="219"/>
                  </a:lnTo>
                  <a:lnTo>
                    <a:pt x="337" y="179"/>
                  </a:lnTo>
                  <a:lnTo>
                    <a:pt x="317" y="100"/>
                  </a:lnTo>
                  <a:lnTo>
                    <a:pt x="297" y="60"/>
                  </a:lnTo>
                  <a:lnTo>
                    <a:pt x="238" y="21"/>
                  </a:lnTo>
                  <a:lnTo>
                    <a:pt x="178"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26"/>
            <p:cNvSpPr/>
            <p:nvPr/>
          </p:nvSpPr>
          <p:spPr>
            <a:xfrm>
              <a:off x="428800" y="2022200"/>
              <a:ext cx="8425" cy="412600"/>
            </a:xfrm>
            <a:custGeom>
              <a:avLst/>
              <a:gdLst/>
              <a:ahLst/>
              <a:cxnLst/>
              <a:rect l="l" t="t" r="r" b="b"/>
              <a:pathLst>
                <a:path w="337" h="16504" fill="none" extrusionOk="0">
                  <a:moveTo>
                    <a:pt x="178" y="1"/>
                  </a:moveTo>
                  <a:lnTo>
                    <a:pt x="178" y="1"/>
                  </a:lnTo>
                  <a:lnTo>
                    <a:pt x="99" y="21"/>
                  </a:lnTo>
                  <a:lnTo>
                    <a:pt x="60" y="60"/>
                  </a:lnTo>
                  <a:lnTo>
                    <a:pt x="20" y="100"/>
                  </a:lnTo>
                  <a:lnTo>
                    <a:pt x="0" y="179"/>
                  </a:lnTo>
                  <a:lnTo>
                    <a:pt x="0" y="179"/>
                  </a:lnTo>
                  <a:lnTo>
                    <a:pt x="20" y="219"/>
                  </a:lnTo>
                  <a:lnTo>
                    <a:pt x="40" y="278"/>
                  </a:lnTo>
                  <a:lnTo>
                    <a:pt x="79" y="318"/>
                  </a:lnTo>
                  <a:lnTo>
                    <a:pt x="139" y="338"/>
                  </a:lnTo>
                  <a:lnTo>
                    <a:pt x="139" y="16503"/>
                  </a:lnTo>
                  <a:lnTo>
                    <a:pt x="218" y="16503"/>
                  </a:lnTo>
                  <a:lnTo>
                    <a:pt x="218" y="338"/>
                  </a:lnTo>
                  <a:lnTo>
                    <a:pt x="218" y="338"/>
                  </a:lnTo>
                  <a:lnTo>
                    <a:pt x="258" y="318"/>
                  </a:lnTo>
                  <a:lnTo>
                    <a:pt x="297" y="278"/>
                  </a:lnTo>
                  <a:lnTo>
                    <a:pt x="337" y="219"/>
                  </a:lnTo>
                  <a:lnTo>
                    <a:pt x="337" y="179"/>
                  </a:lnTo>
                  <a:lnTo>
                    <a:pt x="337" y="179"/>
                  </a:lnTo>
                  <a:lnTo>
                    <a:pt x="317" y="100"/>
                  </a:lnTo>
                  <a:lnTo>
                    <a:pt x="297" y="60"/>
                  </a:lnTo>
                  <a:lnTo>
                    <a:pt x="238" y="21"/>
                  </a:lnTo>
                  <a:lnTo>
                    <a:pt x="178"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26"/>
            <p:cNvSpPr/>
            <p:nvPr/>
          </p:nvSpPr>
          <p:spPr>
            <a:xfrm>
              <a:off x="309425" y="1428400"/>
              <a:ext cx="54500" cy="1006400"/>
            </a:xfrm>
            <a:custGeom>
              <a:avLst/>
              <a:gdLst/>
              <a:ahLst/>
              <a:cxnLst/>
              <a:rect l="l" t="t" r="r" b="b"/>
              <a:pathLst>
                <a:path w="2180" h="40256" extrusionOk="0">
                  <a:moveTo>
                    <a:pt x="1942" y="0"/>
                  </a:moveTo>
                  <a:lnTo>
                    <a:pt x="1883" y="40"/>
                  </a:lnTo>
                  <a:lnTo>
                    <a:pt x="1843" y="99"/>
                  </a:lnTo>
                  <a:lnTo>
                    <a:pt x="1843" y="159"/>
                  </a:lnTo>
                  <a:lnTo>
                    <a:pt x="1843" y="218"/>
                  </a:lnTo>
                  <a:lnTo>
                    <a:pt x="1863" y="258"/>
                  </a:lnTo>
                  <a:lnTo>
                    <a:pt x="1903" y="297"/>
                  </a:lnTo>
                  <a:lnTo>
                    <a:pt x="1962" y="317"/>
                  </a:lnTo>
                  <a:lnTo>
                    <a:pt x="1962" y="7508"/>
                  </a:lnTo>
                  <a:lnTo>
                    <a:pt x="21" y="9469"/>
                  </a:lnTo>
                  <a:lnTo>
                    <a:pt x="40" y="9489"/>
                  </a:lnTo>
                  <a:lnTo>
                    <a:pt x="1" y="9489"/>
                  </a:lnTo>
                  <a:lnTo>
                    <a:pt x="1" y="40255"/>
                  </a:lnTo>
                  <a:lnTo>
                    <a:pt x="80" y="40255"/>
                  </a:lnTo>
                  <a:lnTo>
                    <a:pt x="80" y="9509"/>
                  </a:lnTo>
                  <a:lnTo>
                    <a:pt x="2041" y="7548"/>
                  </a:lnTo>
                  <a:lnTo>
                    <a:pt x="2041" y="317"/>
                  </a:lnTo>
                  <a:lnTo>
                    <a:pt x="2101" y="297"/>
                  </a:lnTo>
                  <a:lnTo>
                    <a:pt x="2140" y="258"/>
                  </a:lnTo>
                  <a:lnTo>
                    <a:pt x="2160" y="218"/>
                  </a:lnTo>
                  <a:lnTo>
                    <a:pt x="2180" y="159"/>
                  </a:lnTo>
                  <a:lnTo>
                    <a:pt x="2160" y="99"/>
                  </a:lnTo>
                  <a:lnTo>
                    <a:pt x="2120" y="40"/>
                  </a:lnTo>
                  <a:lnTo>
                    <a:pt x="2061"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26"/>
            <p:cNvSpPr/>
            <p:nvPr/>
          </p:nvSpPr>
          <p:spPr>
            <a:xfrm>
              <a:off x="309425" y="1428400"/>
              <a:ext cx="54500" cy="1006400"/>
            </a:xfrm>
            <a:custGeom>
              <a:avLst/>
              <a:gdLst/>
              <a:ahLst/>
              <a:cxnLst/>
              <a:rect l="l" t="t" r="r" b="b"/>
              <a:pathLst>
                <a:path w="2180" h="40256" fill="none" extrusionOk="0">
                  <a:moveTo>
                    <a:pt x="2002" y="0"/>
                  </a:moveTo>
                  <a:lnTo>
                    <a:pt x="2002" y="0"/>
                  </a:lnTo>
                  <a:lnTo>
                    <a:pt x="2002" y="0"/>
                  </a:lnTo>
                  <a:lnTo>
                    <a:pt x="2002" y="0"/>
                  </a:lnTo>
                  <a:lnTo>
                    <a:pt x="1942" y="0"/>
                  </a:lnTo>
                  <a:lnTo>
                    <a:pt x="1883" y="40"/>
                  </a:lnTo>
                  <a:lnTo>
                    <a:pt x="1843" y="99"/>
                  </a:lnTo>
                  <a:lnTo>
                    <a:pt x="1843" y="159"/>
                  </a:lnTo>
                  <a:lnTo>
                    <a:pt x="1843" y="159"/>
                  </a:lnTo>
                  <a:lnTo>
                    <a:pt x="1843" y="218"/>
                  </a:lnTo>
                  <a:lnTo>
                    <a:pt x="1863" y="258"/>
                  </a:lnTo>
                  <a:lnTo>
                    <a:pt x="1903" y="297"/>
                  </a:lnTo>
                  <a:lnTo>
                    <a:pt x="1962" y="317"/>
                  </a:lnTo>
                  <a:lnTo>
                    <a:pt x="1962" y="7508"/>
                  </a:lnTo>
                  <a:lnTo>
                    <a:pt x="21" y="9469"/>
                  </a:lnTo>
                  <a:lnTo>
                    <a:pt x="40" y="9489"/>
                  </a:lnTo>
                  <a:lnTo>
                    <a:pt x="1" y="9489"/>
                  </a:lnTo>
                  <a:lnTo>
                    <a:pt x="1" y="40255"/>
                  </a:lnTo>
                  <a:lnTo>
                    <a:pt x="80" y="40255"/>
                  </a:lnTo>
                  <a:lnTo>
                    <a:pt x="80" y="9509"/>
                  </a:lnTo>
                  <a:lnTo>
                    <a:pt x="2041" y="7548"/>
                  </a:lnTo>
                  <a:lnTo>
                    <a:pt x="2041" y="317"/>
                  </a:lnTo>
                  <a:lnTo>
                    <a:pt x="2041" y="317"/>
                  </a:lnTo>
                  <a:lnTo>
                    <a:pt x="2101" y="297"/>
                  </a:lnTo>
                  <a:lnTo>
                    <a:pt x="2140" y="258"/>
                  </a:lnTo>
                  <a:lnTo>
                    <a:pt x="2160" y="218"/>
                  </a:lnTo>
                  <a:lnTo>
                    <a:pt x="2180" y="159"/>
                  </a:lnTo>
                  <a:lnTo>
                    <a:pt x="2180" y="159"/>
                  </a:lnTo>
                  <a:lnTo>
                    <a:pt x="2160" y="99"/>
                  </a:lnTo>
                  <a:lnTo>
                    <a:pt x="2120" y="40"/>
                  </a:lnTo>
                  <a:lnTo>
                    <a:pt x="2061" y="0"/>
                  </a:lnTo>
                  <a:lnTo>
                    <a:pt x="2002"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26"/>
            <p:cNvSpPr/>
            <p:nvPr/>
          </p:nvSpPr>
          <p:spPr>
            <a:xfrm>
              <a:off x="404525" y="1687900"/>
              <a:ext cx="119875" cy="746900"/>
            </a:xfrm>
            <a:custGeom>
              <a:avLst/>
              <a:gdLst/>
              <a:ahLst/>
              <a:cxnLst/>
              <a:rect l="l" t="t" r="r" b="b"/>
              <a:pathLst>
                <a:path w="4795" h="29876" extrusionOk="0">
                  <a:moveTo>
                    <a:pt x="4636" y="1"/>
                  </a:moveTo>
                  <a:lnTo>
                    <a:pt x="4577" y="21"/>
                  </a:lnTo>
                  <a:lnTo>
                    <a:pt x="4517" y="60"/>
                  </a:lnTo>
                  <a:lnTo>
                    <a:pt x="4478" y="120"/>
                  </a:lnTo>
                  <a:lnTo>
                    <a:pt x="4478" y="179"/>
                  </a:lnTo>
                  <a:lnTo>
                    <a:pt x="4478" y="239"/>
                  </a:lnTo>
                  <a:lnTo>
                    <a:pt x="4497" y="278"/>
                  </a:lnTo>
                  <a:lnTo>
                    <a:pt x="4537" y="318"/>
                  </a:lnTo>
                  <a:lnTo>
                    <a:pt x="4596" y="338"/>
                  </a:lnTo>
                  <a:lnTo>
                    <a:pt x="4596" y="6736"/>
                  </a:lnTo>
                  <a:lnTo>
                    <a:pt x="199" y="11115"/>
                  </a:lnTo>
                  <a:lnTo>
                    <a:pt x="199" y="5825"/>
                  </a:lnTo>
                  <a:lnTo>
                    <a:pt x="258" y="5805"/>
                  </a:lnTo>
                  <a:lnTo>
                    <a:pt x="298" y="5766"/>
                  </a:lnTo>
                  <a:lnTo>
                    <a:pt x="317" y="5706"/>
                  </a:lnTo>
                  <a:lnTo>
                    <a:pt x="337" y="5667"/>
                  </a:lnTo>
                  <a:lnTo>
                    <a:pt x="317" y="5587"/>
                  </a:lnTo>
                  <a:lnTo>
                    <a:pt x="278" y="5548"/>
                  </a:lnTo>
                  <a:lnTo>
                    <a:pt x="218" y="5508"/>
                  </a:lnTo>
                  <a:lnTo>
                    <a:pt x="159" y="5488"/>
                  </a:lnTo>
                  <a:lnTo>
                    <a:pt x="99" y="5508"/>
                  </a:lnTo>
                  <a:lnTo>
                    <a:pt x="40" y="5548"/>
                  </a:lnTo>
                  <a:lnTo>
                    <a:pt x="0" y="5587"/>
                  </a:lnTo>
                  <a:lnTo>
                    <a:pt x="0" y="5667"/>
                  </a:lnTo>
                  <a:lnTo>
                    <a:pt x="0" y="5706"/>
                  </a:lnTo>
                  <a:lnTo>
                    <a:pt x="20" y="5766"/>
                  </a:lnTo>
                  <a:lnTo>
                    <a:pt x="60" y="5805"/>
                  </a:lnTo>
                  <a:lnTo>
                    <a:pt x="119" y="5825"/>
                  </a:lnTo>
                  <a:lnTo>
                    <a:pt x="119" y="29875"/>
                  </a:lnTo>
                  <a:lnTo>
                    <a:pt x="199" y="29875"/>
                  </a:lnTo>
                  <a:lnTo>
                    <a:pt x="199" y="11233"/>
                  </a:lnTo>
                  <a:lnTo>
                    <a:pt x="4676" y="6756"/>
                  </a:lnTo>
                  <a:lnTo>
                    <a:pt x="4676" y="338"/>
                  </a:lnTo>
                  <a:lnTo>
                    <a:pt x="4735" y="318"/>
                  </a:lnTo>
                  <a:lnTo>
                    <a:pt x="4775" y="278"/>
                  </a:lnTo>
                  <a:lnTo>
                    <a:pt x="4795" y="239"/>
                  </a:lnTo>
                  <a:lnTo>
                    <a:pt x="4795" y="179"/>
                  </a:lnTo>
                  <a:lnTo>
                    <a:pt x="4795" y="120"/>
                  </a:lnTo>
                  <a:lnTo>
                    <a:pt x="4755" y="60"/>
                  </a:lnTo>
                  <a:lnTo>
                    <a:pt x="4696" y="21"/>
                  </a:lnTo>
                  <a:lnTo>
                    <a:pt x="4636"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26"/>
            <p:cNvSpPr/>
            <p:nvPr/>
          </p:nvSpPr>
          <p:spPr>
            <a:xfrm>
              <a:off x="404525" y="1687900"/>
              <a:ext cx="119875" cy="746900"/>
            </a:xfrm>
            <a:custGeom>
              <a:avLst/>
              <a:gdLst/>
              <a:ahLst/>
              <a:cxnLst/>
              <a:rect l="l" t="t" r="r" b="b"/>
              <a:pathLst>
                <a:path w="4795" h="29876" fill="none" extrusionOk="0">
                  <a:moveTo>
                    <a:pt x="4636" y="1"/>
                  </a:moveTo>
                  <a:lnTo>
                    <a:pt x="4636" y="1"/>
                  </a:lnTo>
                  <a:lnTo>
                    <a:pt x="4577" y="21"/>
                  </a:lnTo>
                  <a:lnTo>
                    <a:pt x="4517" y="60"/>
                  </a:lnTo>
                  <a:lnTo>
                    <a:pt x="4478" y="120"/>
                  </a:lnTo>
                  <a:lnTo>
                    <a:pt x="4478" y="179"/>
                  </a:lnTo>
                  <a:lnTo>
                    <a:pt x="4478" y="179"/>
                  </a:lnTo>
                  <a:lnTo>
                    <a:pt x="4478" y="239"/>
                  </a:lnTo>
                  <a:lnTo>
                    <a:pt x="4497" y="278"/>
                  </a:lnTo>
                  <a:lnTo>
                    <a:pt x="4537" y="318"/>
                  </a:lnTo>
                  <a:lnTo>
                    <a:pt x="4596" y="338"/>
                  </a:lnTo>
                  <a:lnTo>
                    <a:pt x="4596" y="6736"/>
                  </a:lnTo>
                  <a:lnTo>
                    <a:pt x="199" y="11115"/>
                  </a:lnTo>
                  <a:lnTo>
                    <a:pt x="199" y="5825"/>
                  </a:lnTo>
                  <a:lnTo>
                    <a:pt x="199" y="5825"/>
                  </a:lnTo>
                  <a:lnTo>
                    <a:pt x="258" y="5805"/>
                  </a:lnTo>
                  <a:lnTo>
                    <a:pt x="298" y="5766"/>
                  </a:lnTo>
                  <a:lnTo>
                    <a:pt x="317" y="5706"/>
                  </a:lnTo>
                  <a:lnTo>
                    <a:pt x="337" y="5667"/>
                  </a:lnTo>
                  <a:lnTo>
                    <a:pt x="337" y="5667"/>
                  </a:lnTo>
                  <a:lnTo>
                    <a:pt x="317" y="5587"/>
                  </a:lnTo>
                  <a:lnTo>
                    <a:pt x="278" y="5548"/>
                  </a:lnTo>
                  <a:lnTo>
                    <a:pt x="218" y="5508"/>
                  </a:lnTo>
                  <a:lnTo>
                    <a:pt x="159" y="5488"/>
                  </a:lnTo>
                  <a:lnTo>
                    <a:pt x="159" y="5488"/>
                  </a:lnTo>
                  <a:lnTo>
                    <a:pt x="159" y="5488"/>
                  </a:lnTo>
                  <a:lnTo>
                    <a:pt x="159" y="5488"/>
                  </a:lnTo>
                  <a:lnTo>
                    <a:pt x="99" y="5508"/>
                  </a:lnTo>
                  <a:lnTo>
                    <a:pt x="40" y="5548"/>
                  </a:lnTo>
                  <a:lnTo>
                    <a:pt x="0" y="5587"/>
                  </a:lnTo>
                  <a:lnTo>
                    <a:pt x="0" y="5667"/>
                  </a:lnTo>
                  <a:lnTo>
                    <a:pt x="0" y="5667"/>
                  </a:lnTo>
                  <a:lnTo>
                    <a:pt x="0" y="5706"/>
                  </a:lnTo>
                  <a:lnTo>
                    <a:pt x="20" y="5766"/>
                  </a:lnTo>
                  <a:lnTo>
                    <a:pt x="60" y="5805"/>
                  </a:lnTo>
                  <a:lnTo>
                    <a:pt x="119" y="5825"/>
                  </a:lnTo>
                  <a:lnTo>
                    <a:pt x="119" y="29875"/>
                  </a:lnTo>
                  <a:lnTo>
                    <a:pt x="199" y="29875"/>
                  </a:lnTo>
                  <a:lnTo>
                    <a:pt x="199" y="11233"/>
                  </a:lnTo>
                  <a:lnTo>
                    <a:pt x="4676" y="6756"/>
                  </a:lnTo>
                  <a:lnTo>
                    <a:pt x="4676" y="338"/>
                  </a:lnTo>
                  <a:lnTo>
                    <a:pt x="4676" y="338"/>
                  </a:lnTo>
                  <a:lnTo>
                    <a:pt x="4735" y="318"/>
                  </a:lnTo>
                  <a:lnTo>
                    <a:pt x="4775" y="278"/>
                  </a:lnTo>
                  <a:lnTo>
                    <a:pt x="4795" y="239"/>
                  </a:lnTo>
                  <a:lnTo>
                    <a:pt x="4795" y="179"/>
                  </a:lnTo>
                  <a:lnTo>
                    <a:pt x="4795" y="179"/>
                  </a:lnTo>
                  <a:lnTo>
                    <a:pt x="4795" y="120"/>
                  </a:lnTo>
                  <a:lnTo>
                    <a:pt x="4755" y="60"/>
                  </a:lnTo>
                  <a:lnTo>
                    <a:pt x="4696" y="21"/>
                  </a:lnTo>
                  <a:lnTo>
                    <a:pt x="4636"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26"/>
            <p:cNvSpPr/>
            <p:nvPr/>
          </p:nvSpPr>
          <p:spPr>
            <a:xfrm>
              <a:off x="434250" y="1977150"/>
              <a:ext cx="55975" cy="457650"/>
            </a:xfrm>
            <a:custGeom>
              <a:avLst/>
              <a:gdLst/>
              <a:ahLst/>
              <a:cxnLst/>
              <a:rect l="l" t="t" r="r" b="b"/>
              <a:pathLst>
                <a:path w="2239" h="18306" extrusionOk="0">
                  <a:moveTo>
                    <a:pt x="178" y="0"/>
                  </a:moveTo>
                  <a:lnTo>
                    <a:pt x="99" y="20"/>
                  </a:lnTo>
                  <a:lnTo>
                    <a:pt x="59" y="60"/>
                  </a:lnTo>
                  <a:lnTo>
                    <a:pt x="20" y="99"/>
                  </a:lnTo>
                  <a:lnTo>
                    <a:pt x="0" y="178"/>
                  </a:lnTo>
                  <a:lnTo>
                    <a:pt x="20" y="238"/>
                  </a:lnTo>
                  <a:lnTo>
                    <a:pt x="59" y="297"/>
                  </a:lnTo>
                  <a:lnTo>
                    <a:pt x="99" y="317"/>
                  </a:lnTo>
                  <a:lnTo>
                    <a:pt x="178" y="337"/>
                  </a:lnTo>
                  <a:lnTo>
                    <a:pt x="218" y="337"/>
                  </a:lnTo>
                  <a:lnTo>
                    <a:pt x="258" y="317"/>
                  </a:lnTo>
                  <a:lnTo>
                    <a:pt x="2140" y="2199"/>
                  </a:lnTo>
                  <a:lnTo>
                    <a:pt x="2140" y="18305"/>
                  </a:lnTo>
                  <a:lnTo>
                    <a:pt x="2239" y="18305"/>
                  </a:lnTo>
                  <a:lnTo>
                    <a:pt x="2239" y="2179"/>
                  </a:lnTo>
                  <a:lnTo>
                    <a:pt x="317" y="258"/>
                  </a:lnTo>
                  <a:lnTo>
                    <a:pt x="337" y="218"/>
                  </a:lnTo>
                  <a:lnTo>
                    <a:pt x="337" y="178"/>
                  </a:lnTo>
                  <a:lnTo>
                    <a:pt x="317" y="99"/>
                  </a:lnTo>
                  <a:lnTo>
                    <a:pt x="297" y="60"/>
                  </a:lnTo>
                  <a:lnTo>
                    <a:pt x="238" y="20"/>
                  </a:lnTo>
                  <a:lnTo>
                    <a:pt x="178"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26"/>
            <p:cNvSpPr/>
            <p:nvPr/>
          </p:nvSpPr>
          <p:spPr>
            <a:xfrm>
              <a:off x="434250" y="1977150"/>
              <a:ext cx="55975" cy="457650"/>
            </a:xfrm>
            <a:custGeom>
              <a:avLst/>
              <a:gdLst/>
              <a:ahLst/>
              <a:cxnLst/>
              <a:rect l="l" t="t" r="r" b="b"/>
              <a:pathLst>
                <a:path w="2239" h="18306" fill="none" extrusionOk="0">
                  <a:moveTo>
                    <a:pt x="178" y="0"/>
                  </a:moveTo>
                  <a:lnTo>
                    <a:pt x="178" y="0"/>
                  </a:lnTo>
                  <a:lnTo>
                    <a:pt x="178" y="0"/>
                  </a:lnTo>
                  <a:lnTo>
                    <a:pt x="178" y="0"/>
                  </a:lnTo>
                  <a:lnTo>
                    <a:pt x="99" y="20"/>
                  </a:lnTo>
                  <a:lnTo>
                    <a:pt x="59" y="60"/>
                  </a:lnTo>
                  <a:lnTo>
                    <a:pt x="20" y="99"/>
                  </a:lnTo>
                  <a:lnTo>
                    <a:pt x="0" y="178"/>
                  </a:lnTo>
                  <a:lnTo>
                    <a:pt x="0" y="178"/>
                  </a:lnTo>
                  <a:lnTo>
                    <a:pt x="20" y="238"/>
                  </a:lnTo>
                  <a:lnTo>
                    <a:pt x="59" y="297"/>
                  </a:lnTo>
                  <a:lnTo>
                    <a:pt x="99" y="317"/>
                  </a:lnTo>
                  <a:lnTo>
                    <a:pt x="178" y="337"/>
                  </a:lnTo>
                  <a:lnTo>
                    <a:pt x="178" y="337"/>
                  </a:lnTo>
                  <a:lnTo>
                    <a:pt x="218" y="337"/>
                  </a:lnTo>
                  <a:lnTo>
                    <a:pt x="258" y="317"/>
                  </a:lnTo>
                  <a:lnTo>
                    <a:pt x="2140" y="2199"/>
                  </a:lnTo>
                  <a:lnTo>
                    <a:pt x="2140" y="18305"/>
                  </a:lnTo>
                  <a:lnTo>
                    <a:pt x="2239" y="18305"/>
                  </a:lnTo>
                  <a:lnTo>
                    <a:pt x="2239" y="2179"/>
                  </a:lnTo>
                  <a:lnTo>
                    <a:pt x="317" y="258"/>
                  </a:lnTo>
                  <a:lnTo>
                    <a:pt x="317" y="258"/>
                  </a:lnTo>
                  <a:lnTo>
                    <a:pt x="337" y="218"/>
                  </a:lnTo>
                  <a:lnTo>
                    <a:pt x="337" y="178"/>
                  </a:lnTo>
                  <a:lnTo>
                    <a:pt x="337" y="178"/>
                  </a:lnTo>
                  <a:lnTo>
                    <a:pt x="317" y="99"/>
                  </a:lnTo>
                  <a:lnTo>
                    <a:pt x="297" y="60"/>
                  </a:lnTo>
                  <a:lnTo>
                    <a:pt x="238" y="20"/>
                  </a:lnTo>
                  <a:lnTo>
                    <a:pt x="178"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26"/>
            <p:cNvSpPr/>
            <p:nvPr/>
          </p:nvSpPr>
          <p:spPr>
            <a:xfrm>
              <a:off x="891875" y="1444725"/>
              <a:ext cx="120375" cy="990075"/>
            </a:xfrm>
            <a:custGeom>
              <a:avLst/>
              <a:gdLst/>
              <a:ahLst/>
              <a:cxnLst/>
              <a:rect l="l" t="t" r="r" b="b"/>
              <a:pathLst>
                <a:path w="4815" h="39603" extrusionOk="0">
                  <a:moveTo>
                    <a:pt x="178" y="1"/>
                  </a:moveTo>
                  <a:lnTo>
                    <a:pt x="119" y="21"/>
                  </a:lnTo>
                  <a:lnTo>
                    <a:pt x="60" y="60"/>
                  </a:lnTo>
                  <a:lnTo>
                    <a:pt x="20" y="100"/>
                  </a:lnTo>
                  <a:lnTo>
                    <a:pt x="0" y="179"/>
                  </a:lnTo>
                  <a:lnTo>
                    <a:pt x="20" y="219"/>
                  </a:lnTo>
                  <a:lnTo>
                    <a:pt x="40" y="278"/>
                  </a:lnTo>
                  <a:lnTo>
                    <a:pt x="79" y="318"/>
                  </a:lnTo>
                  <a:lnTo>
                    <a:pt x="139" y="338"/>
                  </a:lnTo>
                  <a:lnTo>
                    <a:pt x="139" y="6756"/>
                  </a:lnTo>
                  <a:lnTo>
                    <a:pt x="4616" y="11233"/>
                  </a:lnTo>
                  <a:lnTo>
                    <a:pt x="4616" y="39602"/>
                  </a:lnTo>
                  <a:lnTo>
                    <a:pt x="4695" y="39602"/>
                  </a:lnTo>
                  <a:lnTo>
                    <a:pt x="4695" y="5805"/>
                  </a:lnTo>
                  <a:lnTo>
                    <a:pt x="4735" y="5785"/>
                  </a:lnTo>
                  <a:lnTo>
                    <a:pt x="4775" y="5766"/>
                  </a:lnTo>
                  <a:lnTo>
                    <a:pt x="4814" y="5706"/>
                  </a:lnTo>
                  <a:lnTo>
                    <a:pt x="4814" y="5647"/>
                  </a:lnTo>
                  <a:lnTo>
                    <a:pt x="4814" y="5587"/>
                  </a:lnTo>
                  <a:lnTo>
                    <a:pt x="4775" y="5528"/>
                  </a:lnTo>
                  <a:lnTo>
                    <a:pt x="4715" y="5508"/>
                  </a:lnTo>
                  <a:lnTo>
                    <a:pt x="4656" y="5488"/>
                  </a:lnTo>
                  <a:lnTo>
                    <a:pt x="4576" y="5508"/>
                  </a:lnTo>
                  <a:lnTo>
                    <a:pt x="4537" y="5528"/>
                  </a:lnTo>
                  <a:lnTo>
                    <a:pt x="4497" y="5587"/>
                  </a:lnTo>
                  <a:lnTo>
                    <a:pt x="4477" y="5647"/>
                  </a:lnTo>
                  <a:lnTo>
                    <a:pt x="4497" y="5706"/>
                  </a:lnTo>
                  <a:lnTo>
                    <a:pt x="4517" y="5766"/>
                  </a:lnTo>
                  <a:lnTo>
                    <a:pt x="4557" y="5785"/>
                  </a:lnTo>
                  <a:lnTo>
                    <a:pt x="4616" y="5805"/>
                  </a:lnTo>
                  <a:lnTo>
                    <a:pt x="4616" y="11115"/>
                  </a:lnTo>
                  <a:lnTo>
                    <a:pt x="218" y="6717"/>
                  </a:lnTo>
                  <a:lnTo>
                    <a:pt x="218" y="338"/>
                  </a:lnTo>
                  <a:lnTo>
                    <a:pt x="258" y="318"/>
                  </a:lnTo>
                  <a:lnTo>
                    <a:pt x="297" y="278"/>
                  </a:lnTo>
                  <a:lnTo>
                    <a:pt x="337" y="219"/>
                  </a:lnTo>
                  <a:lnTo>
                    <a:pt x="337" y="179"/>
                  </a:lnTo>
                  <a:lnTo>
                    <a:pt x="337" y="100"/>
                  </a:lnTo>
                  <a:lnTo>
                    <a:pt x="297" y="60"/>
                  </a:lnTo>
                  <a:lnTo>
                    <a:pt x="238" y="21"/>
                  </a:lnTo>
                  <a:lnTo>
                    <a:pt x="178"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26"/>
            <p:cNvSpPr/>
            <p:nvPr/>
          </p:nvSpPr>
          <p:spPr>
            <a:xfrm>
              <a:off x="891875" y="1444725"/>
              <a:ext cx="120375" cy="990075"/>
            </a:xfrm>
            <a:custGeom>
              <a:avLst/>
              <a:gdLst/>
              <a:ahLst/>
              <a:cxnLst/>
              <a:rect l="l" t="t" r="r" b="b"/>
              <a:pathLst>
                <a:path w="4815" h="39603" fill="none" extrusionOk="0">
                  <a:moveTo>
                    <a:pt x="178" y="1"/>
                  </a:moveTo>
                  <a:lnTo>
                    <a:pt x="178" y="1"/>
                  </a:lnTo>
                  <a:lnTo>
                    <a:pt x="119" y="21"/>
                  </a:lnTo>
                  <a:lnTo>
                    <a:pt x="60" y="60"/>
                  </a:lnTo>
                  <a:lnTo>
                    <a:pt x="20" y="100"/>
                  </a:lnTo>
                  <a:lnTo>
                    <a:pt x="0" y="179"/>
                  </a:lnTo>
                  <a:lnTo>
                    <a:pt x="0" y="179"/>
                  </a:lnTo>
                  <a:lnTo>
                    <a:pt x="20" y="219"/>
                  </a:lnTo>
                  <a:lnTo>
                    <a:pt x="40" y="278"/>
                  </a:lnTo>
                  <a:lnTo>
                    <a:pt x="79" y="318"/>
                  </a:lnTo>
                  <a:lnTo>
                    <a:pt x="139" y="338"/>
                  </a:lnTo>
                  <a:lnTo>
                    <a:pt x="139" y="6756"/>
                  </a:lnTo>
                  <a:lnTo>
                    <a:pt x="4616" y="11233"/>
                  </a:lnTo>
                  <a:lnTo>
                    <a:pt x="4616" y="39602"/>
                  </a:lnTo>
                  <a:lnTo>
                    <a:pt x="4695" y="39602"/>
                  </a:lnTo>
                  <a:lnTo>
                    <a:pt x="4695" y="5805"/>
                  </a:lnTo>
                  <a:lnTo>
                    <a:pt x="4695" y="5805"/>
                  </a:lnTo>
                  <a:lnTo>
                    <a:pt x="4735" y="5785"/>
                  </a:lnTo>
                  <a:lnTo>
                    <a:pt x="4775" y="5766"/>
                  </a:lnTo>
                  <a:lnTo>
                    <a:pt x="4814" y="5706"/>
                  </a:lnTo>
                  <a:lnTo>
                    <a:pt x="4814" y="5647"/>
                  </a:lnTo>
                  <a:lnTo>
                    <a:pt x="4814" y="5647"/>
                  </a:lnTo>
                  <a:lnTo>
                    <a:pt x="4814" y="5587"/>
                  </a:lnTo>
                  <a:lnTo>
                    <a:pt x="4775" y="5528"/>
                  </a:lnTo>
                  <a:lnTo>
                    <a:pt x="4715" y="5508"/>
                  </a:lnTo>
                  <a:lnTo>
                    <a:pt x="4656" y="5488"/>
                  </a:lnTo>
                  <a:lnTo>
                    <a:pt x="4656" y="5488"/>
                  </a:lnTo>
                  <a:lnTo>
                    <a:pt x="4576" y="5508"/>
                  </a:lnTo>
                  <a:lnTo>
                    <a:pt x="4537" y="5528"/>
                  </a:lnTo>
                  <a:lnTo>
                    <a:pt x="4497" y="5587"/>
                  </a:lnTo>
                  <a:lnTo>
                    <a:pt x="4477" y="5647"/>
                  </a:lnTo>
                  <a:lnTo>
                    <a:pt x="4477" y="5647"/>
                  </a:lnTo>
                  <a:lnTo>
                    <a:pt x="4497" y="5706"/>
                  </a:lnTo>
                  <a:lnTo>
                    <a:pt x="4517" y="5766"/>
                  </a:lnTo>
                  <a:lnTo>
                    <a:pt x="4557" y="5785"/>
                  </a:lnTo>
                  <a:lnTo>
                    <a:pt x="4616" y="5805"/>
                  </a:lnTo>
                  <a:lnTo>
                    <a:pt x="4616" y="11115"/>
                  </a:lnTo>
                  <a:lnTo>
                    <a:pt x="218" y="6717"/>
                  </a:lnTo>
                  <a:lnTo>
                    <a:pt x="218" y="338"/>
                  </a:lnTo>
                  <a:lnTo>
                    <a:pt x="218" y="338"/>
                  </a:lnTo>
                  <a:lnTo>
                    <a:pt x="258" y="318"/>
                  </a:lnTo>
                  <a:lnTo>
                    <a:pt x="297" y="278"/>
                  </a:lnTo>
                  <a:lnTo>
                    <a:pt x="337" y="219"/>
                  </a:lnTo>
                  <a:lnTo>
                    <a:pt x="337" y="179"/>
                  </a:lnTo>
                  <a:lnTo>
                    <a:pt x="337" y="179"/>
                  </a:lnTo>
                  <a:lnTo>
                    <a:pt x="337" y="100"/>
                  </a:lnTo>
                  <a:lnTo>
                    <a:pt x="297" y="60"/>
                  </a:lnTo>
                  <a:lnTo>
                    <a:pt x="238" y="21"/>
                  </a:lnTo>
                  <a:lnTo>
                    <a:pt x="178"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26"/>
            <p:cNvSpPr/>
            <p:nvPr/>
          </p:nvSpPr>
          <p:spPr>
            <a:xfrm>
              <a:off x="382725" y="1322400"/>
              <a:ext cx="54500" cy="1112400"/>
            </a:xfrm>
            <a:custGeom>
              <a:avLst/>
              <a:gdLst/>
              <a:ahLst/>
              <a:cxnLst/>
              <a:rect l="l" t="t" r="r" b="b"/>
              <a:pathLst>
                <a:path w="2180" h="44496" extrusionOk="0">
                  <a:moveTo>
                    <a:pt x="1942" y="1"/>
                  </a:moveTo>
                  <a:lnTo>
                    <a:pt x="1903" y="40"/>
                  </a:lnTo>
                  <a:lnTo>
                    <a:pt x="1863" y="100"/>
                  </a:lnTo>
                  <a:lnTo>
                    <a:pt x="1843" y="159"/>
                  </a:lnTo>
                  <a:lnTo>
                    <a:pt x="1863" y="218"/>
                  </a:lnTo>
                  <a:lnTo>
                    <a:pt x="1883" y="258"/>
                  </a:lnTo>
                  <a:lnTo>
                    <a:pt x="1922" y="298"/>
                  </a:lnTo>
                  <a:lnTo>
                    <a:pt x="1982" y="318"/>
                  </a:lnTo>
                  <a:lnTo>
                    <a:pt x="1982" y="12957"/>
                  </a:lnTo>
                  <a:lnTo>
                    <a:pt x="1" y="14918"/>
                  </a:lnTo>
                  <a:lnTo>
                    <a:pt x="1" y="44495"/>
                  </a:lnTo>
                  <a:lnTo>
                    <a:pt x="100" y="44495"/>
                  </a:lnTo>
                  <a:lnTo>
                    <a:pt x="100" y="14958"/>
                  </a:lnTo>
                  <a:lnTo>
                    <a:pt x="2061" y="12996"/>
                  </a:lnTo>
                  <a:lnTo>
                    <a:pt x="2061" y="318"/>
                  </a:lnTo>
                  <a:lnTo>
                    <a:pt x="2101" y="298"/>
                  </a:lnTo>
                  <a:lnTo>
                    <a:pt x="2140" y="258"/>
                  </a:lnTo>
                  <a:lnTo>
                    <a:pt x="2180" y="218"/>
                  </a:lnTo>
                  <a:lnTo>
                    <a:pt x="2180" y="159"/>
                  </a:lnTo>
                  <a:lnTo>
                    <a:pt x="2160" y="100"/>
                  </a:lnTo>
                  <a:lnTo>
                    <a:pt x="2140" y="40"/>
                  </a:lnTo>
                  <a:lnTo>
                    <a:pt x="2081"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26"/>
            <p:cNvSpPr/>
            <p:nvPr/>
          </p:nvSpPr>
          <p:spPr>
            <a:xfrm>
              <a:off x="382725" y="1322400"/>
              <a:ext cx="54500" cy="1112400"/>
            </a:xfrm>
            <a:custGeom>
              <a:avLst/>
              <a:gdLst/>
              <a:ahLst/>
              <a:cxnLst/>
              <a:rect l="l" t="t" r="r" b="b"/>
              <a:pathLst>
                <a:path w="2180" h="44496" fill="none" extrusionOk="0">
                  <a:moveTo>
                    <a:pt x="2021" y="1"/>
                  </a:moveTo>
                  <a:lnTo>
                    <a:pt x="2021" y="1"/>
                  </a:lnTo>
                  <a:lnTo>
                    <a:pt x="1942" y="1"/>
                  </a:lnTo>
                  <a:lnTo>
                    <a:pt x="1903" y="40"/>
                  </a:lnTo>
                  <a:lnTo>
                    <a:pt x="1863" y="100"/>
                  </a:lnTo>
                  <a:lnTo>
                    <a:pt x="1843" y="159"/>
                  </a:lnTo>
                  <a:lnTo>
                    <a:pt x="1843" y="159"/>
                  </a:lnTo>
                  <a:lnTo>
                    <a:pt x="1863" y="218"/>
                  </a:lnTo>
                  <a:lnTo>
                    <a:pt x="1883" y="258"/>
                  </a:lnTo>
                  <a:lnTo>
                    <a:pt x="1922" y="298"/>
                  </a:lnTo>
                  <a:lnTo>
                    <a:pt x="1982" y="318"/>
                  </a:lnTo>
                  <a:lnTo>
                    <a:pt x="1982" y="12957"/>
                  </a:lnTo>
                  <a:lnTo>
                    <a:pt x="1" y="14918"/>
                  </a:lnTo>
                  <a:lnTo>
                    <a:pt x="1" y="44495"/>
                  </a:lnTo>
                  <a:lnTo>
                    <a:pt x="100" y="44495"/>
                  </a:lnTo>
                  <a:lnTo>
                    <a:pt x="100" y="14958"/>
                  </a:lnTo>
                  <a:lnTo>
                    <a:pt x="2061" y="12996"/>
                  </a:lnTo>
                  <a:lnTo>
                    <a:pt x="2061" y="318"/>
                  </a:lnTo>
                  <a:lnTo>
                    <a:pt x="2061" y="318"/>
                  </a:lnTo>
                  <a:lnTo>
                    <a:pt x="2101" y="298"/>
                  </a:lnTo>
                  <a:lnTo>
                    <a:pt x="2140" y="258"/>
                  </a:lnTo>
                  <a:lnTo>
                    <a:pt x="2180" y="218"/>
                  </a:lnTo>
                  <a:lnTo>
                    <a:pt x="2180" y="159"/>
                  </a:lnTo>
                  <a:lnTo>
                    <a:pt x="2180" y="159"/>
                  </a:lnTo>
                  <a:lnTo>
                    <a:pt x="2160" y="100"/>
                  </a:lnTo>
                  <a:lnTo>
                    <a:pt x="2140" y="40"/>
                  </a:lnTo>
                  <a:lnTo>
                    <a:pt x="2081" y="1"/>
                  </a:lnTo>
                  <a:lnTo>
                    <a:pt x="2021"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26"/>
            <p:cNvSpPr/>
            <p:nvPr/>
          </p:nvSpPr>
          <p:spPr>
            <a:xfrm>
              <a:off x="358475" y="1269400"/>
              <a:ext cx="54500" cy="1165400"/>
            </a:xfrm>
            <a:custGeom>
              <a:avLst/>
              <a:gdLst/>
              <a:ahLst/>
              <a:cxnLst/>
              <a:rect l="l" t="t" r="r" b="b"/>
              <a:pathLst>
                <a:path w="2180" h="46616" extrusionOk="0">
                  <a:moveTo>
                    <a:pt x="1941" y="1"/>
                  </a:moveTo>
                  <a:lnTo>
                    <a:pt x="1882" y="40"/>
                  </a:lnTo>
                  <a:lnTo>
                    <a:pt x="1842" y="100"/>
                  </a:lnTo>
                  <a:lnTo>
                    <a:pt x="1842" y="159"/>
                  </a:lnTo>
                  <a:lnTo>
                    <a:pt x="1842" y="219"/>
                  </a:lnTo>
                  <a:lnTo>
                    <a:pt x="1862" y="258"/>
                  </a:lnTo>
                  <a:lnTo>
                    <a:pt x="1902" y="298"/>
                  </a:lnTo>
                  <a:lnTo>
                    <a:pt x="1961" y="318"/>
                  </a:lnTo>
                  <a:lnTo>
                    <a:pt x="1961" y="14680"/>
                  </a:lnTo>
                  <a:lnTo>
                    <a:pt x="0" y="16642"/>
                  </a:lnTo>
                  <a:lnTo>
                    <a:pt x="0" y="46615"/>
                  </a:lnTo>
                  <a:lnTo>
                    <a:pt x="79" y="46615"/>
                  </a:lnTo>
                  <a:lnTo>
                    <a:pt x="79" y="16662"/>
                  </a:lnTo>
                  <a:lnTo>
                    <a:pt x="2041" y="14700"/>
                  </a:lnTo>
                  <a:lnTo>
                    <a:pt x="2041" y="318"/>
                  </a:lnTo>
                  <a:lnTo>
                    <a:pt x="2100" y="298"/>
                  </a:lnTo>
                  <a:lnTo>
                    <a:pt x="2140" y="258"/>
                  </a:lnTo>
                  <a:lnTo>
                    <a:pt x="2159" y="219"/>
                  </a:lnTo>
                  <a:lnTo>
                    <a:pt x="2179" y="159"/>
                  </a:lnTo>
                  <a:lnTo>
                    <a:pt x="2159" y="100"/>
                  </a:lnTo>
                  <a:lnTo>
                    <a:pt x="2120" y="40"/>
                  </a:lnTo>
                  <a:lnTo>
                    <a:pt x="2060"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26"/>
            <p:cNvSpPr/>
            <p:nvPr/>
          </p:nvSpPr>
          <p:spPr>
            <a:xfrm>
              <a:off x="358475" y="1269400"/>
              <a:ext cx="54500" cy="1165400"/>
            </a:xfrm>
            <a:custGeom>
              <a:avLst/>
              <a:gdLst/>
              <a:ahLst/>
              <a:cxnLst/>
              <a:rect l="l" t="t" r="r" b="b"/>
              <a:pathLst>
                <a:path w="2180" h="46616" fill="none" extrusionOk="0">
                  <a:moveTo>
                    <a:pt x="2001" y="1"/>
                  </a:moveTo>
                  <a:lnTo>
                    <a:pt x="2001" y="1"/>
                  </a:lnTo>
                  <a:lnTo>
                    <a:pt x="2001" y="1"/>
                  </a:lnTo>
                  <a:lnTo>
                    <a:pt x="2001" y="1"/>
                  </a:lnTo>
                  <a:lnTo>
                    <a:pt x="1941" y="1"/>
                  </a:lnTo>
                  <a:lnTo>
                    <a:pt x="1882" y="40"/>
                  </a:lnTo>
                  <a:lnTo>
                    <a:pt x="1842" y="100"/>
                  </a:lnTo>
                  <a:lnTo>
                    <a:pt x="1842" y="159"/>
                  </a:lnTo>
                  <a:lnTo>
                    <a:pt x="1842" y="159"/>
                  </a:lnTo>
                  <a:lnTo>
                    <a:pt x="1842" y="219"/>
                  </a:lnTo>
                  <a:lnTo>
                    <a:pt x="1862" y="258"/>
                  </a:lnTo>
                  <a:lnTo>
                    <a:pt x="1902" y="298"/>
                  </a:lnTo>
                  <a:lnTo>
                    <a:pt x="1961" y="318"/>
                  </a:lnTo>
                  <a:lnTo>
                    <a:pt x="1961" y="14680"/>
                  </a:lnTo>
                  <a:lnTo>
                    <a:pt x="0" y="16642"/>
                  </a:lnTo>
                  <a:lnTo>
                    <a:pt x="0" y="46615"/>
                  </a:lnTo>
                  <a:lnTo>
                    <a:pt x="79" y="46615"/>
                  </a:lnTo>
                  <a:lnTo>
                    <a:pt x="79" y="16662"/>
                  </a:lnTo>
                  <a:lnTo>
                    <a:pt x="2041" y="14700"/>
                  </a:lnTo>
                  <a:lnTo>
                    <a:pt x="2041" y="318"/>
                  </a:lnTo>
                  <a:lnTo>
                    <a:pt x="2041" y="318"/>
                  </a:lnTo>
                  <a:lnTo>
                    <a:pt x="2100" y="298"/>
                  </a:lnTo>
                  <a:lnTo>
                    <a:pt x="2140" y="258"/>
                  </a:lnTo>
                  <a:lnTo>
                    <a:pt x="2159" y="219"/>
                  </a:lnTo>
                  <a:lnTo>
                    <a:pt x="2179" y="159"/>
                  </a:lnTo>
                  <a:lnTo>
                    <a:pt x="2179" y="159"/>
                  </a:lnTo>
                  <a:lnTo>
                    <a:pt x="2159" y="100"/>
                  </a:lnTo>
                  <a:lnTo>
                    <a:pt x="2120" y="40"/>
                  </a:lnTo>
                  <a:lnTo>
                    <a:pt x="2060" y="1"/>
                  </a:lnTo>
                  <a:lnTo>
                    <a:pt x="2001"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26"/>
            <p:cNvSpPr/>
            <p:nvPr/>
          </p:nvSpPr>
          <p:spPr>
            <a:xfrm>
              <a:off x="979525" y="1779025"/>
              <a:ext cx="8450" cy="655775"/>
            </a:xfrm>
            <a:custGeom>
              <a:avLst/>
              <a:gdLst/>
              <a:ahLst/>
              <a:cxnLst/>
              <a:rect l="l" t="t" r="r" b="b"/>
              <a:pathLst>
                <a:path w="338" h="26231" extrusionOk="0">
                  <a:moveTo>
                    <a:pt x="100" y="1"/>
                  </a:moveTo>
                  <a:lnTo>
                    <a:pt x="40" y="41"/>
                  </a:lnTo>
                  <a:lnTo>
                    <a:pt x="1" y="100"/>
                  </a:lnTo>
                  <a:lnTo>
                    <a:pt x="1" y="159"/>
                  </a:lnTo>
                  <a:lnTo>
                    <a:pt x="1" y="219"/>
                  </a:lnTo>
                  <a:lnTo>
                    <a:pt x="40" y="258"/>
                  </a:lnTo>
                  <a:lnTo>
                    <a:pt x="80" y="298"/>
                  </a:lnTo>
                  <a:lnTo>
                    <a:pt x="120" y="318"/>
                  </a:lnTo>
                  <a:lnTo>
                    <a:pt x="120" y="26230"/>
                  </a:lnTo>
                  <a:lnTo>
                    <a:pt x="199" y="26230"/>
                  </a:lnTo>
                  <a:lnTo>
                    <a:pt x="199" y="318"/>
                  </a:lnTo>
                  <a:lnTo>
                    <a:pt x="258" y="298"/>
                  </a:lnTo>
                  <a:lnTo>
                    <a:pt x="298" y="258"/>
                  </a:lnTo>
                  <a:lnTo>
                    <a:pt x="318" y="219"/>
                  </a:lnTo>
                  <a:lnTo>
                    <a:pt x="337" y="159"/>
                  </a:lnTo>
                  <a:lnTo>
                    <a:pt x="318" y="100"/>
                  </a:lnTo>
                  <a:lnTo>
                    <a:pt x="278" y="41"/>
                  </a:lnTo>
                  <a:lnTo>
                    <a:pt x="219"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26"/>
            <p:cNvSpPr/>
            <p:nvPr/>
          </p:nvSpPr>
          <p:spPr>
            <a:xfrm>
              <a:off x="979525" y="1779025"/>
              <a:ext cx="8450" cy="655775"/>
            </a:xfrm>
            <a:custGeom>
              <a:avLst/>
              <a:gdLst/>
              <a:ahLst/>
              <a:cxnLst/>
              <a:rect l="l" t="t" r="r" b="b"/>
              <a:pathLst>
                <a:path w="338" h="26231" fill="none" extrusionOk="0">
                  <a:moveTo>
                    <a:pt x="159" y="1"/>
                  </a:moveTo>
                  <a:lnTo>
                    <a:pt x="159" y="1"/>
                  </a:lnTo>
                  <a:lnTo>
                    <a:pt x="100" y="1"/>
                  </a:lnTo>
                  <a:lnTo>
                    <a:pt x="40" y="41"/>
                  </a:lnTo>
                  <a:lnTo>
                    <a:pt x="1" y="100"/>
                  </a:lnTo>
                  <a:lnTo>
                    <a:pt x="1" y="159"/>
                  </a:lnTo>
                  <a:lnTo>
                    <a:pt x="1" y="159"/>
                  </a:lnTo>
                  <a:lnTo>
                    <a:pt x="1" y="219"/>
                  </a:lnTo>
                  <a:lnTo>
                    <a:pt x="40" y="258"/>
                  </a:lnTo>
                  <a:lnTo>
                    <a:pt x="80" y="298"/>
                  </a:lnTo>
                  <a:lnTo>
                    <a:pt x="120" y="318"/>
                  </a:lnTo>
                  <a:lnTo>
                    <a:pt x="120" y="26230"/>
                  </a:lnTo>
                  <a:lnTo>
                    <a:pt x="199" y="26230"/>
                  </a:lnTo>
                  <a:lnTo>
                    <a:pt x="199" y="318"/>
                  </a:lnTo>
                  <a:lnTo>
                    <a:pt x="199" y="318"/>
                  </a:lnTo>
                  <a:lnTo>
                    <a:pt x="258" y="298"/>
                  </a:lnTo>
                  <a:lnTo>
                    <a:pt x="298" y="258"/>
                  </a:lnTo>
                  <a:lnTo>
                    <a:pt x="318" y="219"/>
                  </a:lnTo>
                  <a:lnTo>
                    <a:pt x="337" y="159"/>
                  </a:lnTo>
                  <a:lnTo>
                    <a:pt x="337" y="159"/>
                  </a:lnTo>
                  <a:lnTo>
                    <a:pt x="318" y="100"/>
                  </a:lnTo>
                  <a:lnTo>
                    <a:pt x="278" y="41"/>
                  </a:lnTo>
                  <a:lnTo>
                    <a:pt x="219" y="1"/>
                  </a:lnTo>
                  <a:lnTo>
                    <a:pt x="159"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26"/>
            <p:cNvSpPr/>
            <p:nvPr/>
          </p:nvSpPr>
          <p:spPr>
            <a:xfrm>
              <a:off x="538750" y="1510100"/>
              <a:ext cx="54000" cy="924700"/>
            </a:xfrm>
            <a:custGeom>
              <a:avLst/>
              <a:gdLst/>
              <a:ahLst/>
              <a:cxnLst/>
              <a:rect l="l" t="t" r="r" b="b"/>
              <a:pathLst>
                <a:path w="2160" h="36988" extrusionOk="0">
                  <a:moveTo>
                    <a:pt x="159" y="1"/>
                  </a:moveTo>
                  <a:lnTo>
                    <a:pt x="99" y="21"/>
                  </a:lnTo>
                  <a:lnTo>
                    <a:pt x="40" y="40"/>
                  </a:lnTo>
                  <a:lnTo>
                    <a:pt x="0" y="100"/>
                  </a:lnTo>
                  <a:lnTo>
                    <a:pt x="0" y="159"/>
                  </a:lnTo>
                  <a:lnTo>
                    <a:pt x="0" y="219"/>
                  </a:lnTo>
                  <a:lnTo>
                    <a:pt x="40" y="278"/>
                  </a:lnTo>
                  <a:lnTo>
                    <a:pt x="79" y="298"/>
                  </a:lnTo>
                  <a:lnTo>
                    <a:pt x="119" y="318"/>
                  </a:lnTo>
                  <a:lnTo>
                    <a:pt x="119" y="3270"/>
                  </a:lnTo>
                  <a:lnTo>
                    <a:pt x="2080" y="5231"/>
                  </a:lnTo>
                  <a:lnTo>
                    <a:pt x="2080" y="36987"/>
                  </a:lnTo>
                  <a:lnTo>
                    <a:pt x="2159" y="36987"/>
                  </a:lnTo>
                  <a:lnTo>
                    <a:pt x="2159" y="5191"/>
                  </a:lnTo>
                  <a:lnTo>
                    <a:pt x="198" y="3230"/>
                  </a:lnTo>
                  <a:lnTo>
                    <a:pt x="198" y="318"/>
                  </a:lnTo>
                  <a:lnTo>
                    <a:pt x="258" y="298"/>
                  </a:lnTo>
                  <a:lnTo>
                    <a:pt x="297" y="278"/>
                  </a:lnTo>
                  <a:lnTo>
                    <a:pt x="317" y="219"/>
                  </a:lnTo>
                  <a:lnTo>
                    <a:pt x="337" y="159"/>
                  </a:lnTo>
                  <a:lnTo>
                    <a:pt x="317" y="100"/>
                  </a:lnTo>
                  <a:lnTo>
                    <a:pt x="277" y="40"/>
                  </a:lnTo>
                  <a:lnTo>
                    <a:pt x="218" y="21"/>
                  </a:lnTo>
                  <a:lnTo>
                    <a:pt x="159"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26"/>
            <p:cNvSpPr/>
            <p:nvPr/>
          </p:nvSpPr>
          <p:spPr>
            <a:xfrm>
              <a:off x="538750" y="1510100"/>
              <a:ext cx="54000" cy="924700"/>
            </a:xfrm>
            <a:custGeom>
              <a:avLst/>
              <a:gdLst/>
              <a:ahLst/>
              <a:cxnLst/>
              <a:rect l="l" t="t" r="r" b="b"/>
              <a:pathLst>
                <a:path w="2160" h="36988" fill="none" extrusionOk="0">
                  <a:moveTo>
                    <a:pt x="159" y="1"/>
                  </a:moveTo>
                  <a:lnTo>
                    <a:pt x="159" y="1"/>
                  </a:lnTo>
                  <a:lnTo>
                    <a:pt x="99" y="21"/>
                  </a:lnTo>
                  <a:lnTo>
                    <a:pt x="40" y="40"/>
                  </a:lnTo>
                  <a:lnTo>
                    <a:pt x="0" y="100"/>
                  </a:lnTo>
                  <a:lnTo>
                    <a:pt x="0" y="159"/>
                  </a:lnTo>
                  <a:lnTo>
                    <a:pt x="0" y="159"/>
                  </a:lnTo>
                  <a:lnTo>
                    <a:pt x="0" y="219"/>
                  </a:lnTo>
                  <a:lnTo>
                    <a:pt x="40" y="278"/>
                  </a:lnTo>
                  <a:lnTo>
                    <a:pt x="79" y="298"/>
                  </a:lnTo>
                  <a:lnTo>
                    <a:pt x="119" y="318"/>
                  </a:lnTo>
                  <a:lnTo>
                    <a:pt x="119" y="3270"/>
                  </a:lnTo>
                  <a:lnTo>
                    <a:pt x="2080" y="5231"/>
                  </a:lnTo>
                  <a:lnTo>
                    <a:pt x="2080" y="36987"/>
                  </a:lnTo>
                  <a:lnTo>
                    <a:pt x="2159" y="36987"/>
                  </a:lnTo>
                  <a:lnTo>
                    <a:pt x="2159" y="5191"/>
                  </a:lnTo>
                  <a:lnTo>
                    <a:pt x="198" y="3230"/>
                  </a:lnTo>
                  <a:lnTo>
                    <a:pt x="198" y="318"/>
                  </a:lnTo>
                  <a:lnTo>
                    <a:pt x="198" y="318"/>
                  </a:lnTo>
                  <a:lnTo>
                    <a:pt x="258" y="298"/>
                  </a:lnTo>
                  <a:lnTo>
                    <a:pt x="297" y="278"/>
                  </a:lnTo>
                  <a:lnTo>
                    <a:pt x="317" y="219"/>
                  </a:lnTo>
                  <a:lnTo>
                    <a:pt x="337" y="159"/>
                  </a:lnTo>
                  <a:lnTo>
                    <a:pt x="337" y="159"/>
                  </a:lnTo>
                  <a:lnTo>
                    <a:pt x="317" y="100"/>
                  </a:lnTo>
                  <a:lnTo>
                    <a:pt x="277" y="40"/>
                  </a:lnTo>
                  <a:lnTo>
                    <a:pt x="218" y="21"/>
                  </a:lnTo>
                  <a:lnTo>
                    <a:pt x="159"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26"/>
            <p:cNvSpPr/>
            <p:nvPr/>
          </p:nvSpPr>
          <p:spPr>
            <a:xfrm>
              <a:off x="516450" y="1278825"/>
              <a:ext cx="54025" cy="1155975"/>
            </a:xfrm>
            <a:custGeom>
              <a:avLst/>
              <a:gdLst/>
              <a:ahLst/>
              <a:cxnLst/>
              <a:rect l="l" t="t" r="r" b="b"/>
              <a:pathLst>
                <a:path w="2161" h="46239" extrusionOk="0">
                  <a:moveTo>
                    <a:pt x="159" y="0"/>
                  </a:moveTo>
                  <a:lnTo>
                    <a:pt x="100" y="20"/>
                  </a:lnTo>
                  <a:lnTo>
                    <a:pt x="40" y="60"/>
                  </a:lnTo>
                  <a:lnTo>
                    <a:pt x="1" y="99"/>
                  </a:lnTo>
                  <a:lnTo>
                    <a:pt x="1" y="179"/>
                  </a:lnTo>
                  <a:lnTo>
                    <a:pt x="1" y="218"/>
                  </a:lnTo>
                  <a:lnTo>
                    <a:pt x="20" y="278"/>
                  </a:lnTo>
                  <a:lnTo>
                    <a:pt x="60" y="297"/>
                  </a:lnTo>
                  <a:lnTo>
                    <a:pt x="119" y="337"/>
                  </a:lnTo>
                  <a:lnTo>
                    <a:pt x="119" y="12996"/>
                  </a:lnTo>
                  <a:lnTo>
                    <a:pt x="2081" y="14957"/>
                  </a:lnTo>
                  <a:lnTo>
                    <a:pt x="2081" y="46238"/>
                  </a:lnTo>
                  <a:lnTo>
                    <a:pt x="2160" y="46238"/>
                  </a:lnTo>
                  <a:lnTo>
                    <a:pt x="2160" y="14918"/>
                  </a:lnTo>
                  <a:lnTo>
                    <a:pt x="199" y="12956"/>
                  </a:lnTo>
                  <a:lnTo>
                    <a:pt x="199" y="337"/>
                  </a:lnTo>
                  <a:lnTo>
                    <a:pt x="258" y="297"/>
                  </a:lnTo>
                  <a:lnTo>
                    <a:pt x="298" y="278"/>
                  </a:lnTo>
                  <a:lnTo>
                    <a:pt x="318" y="218"/>
                  </a:lnTo>
                  <a:lnTo>
                    <a:pt x="318" y="179"/>
                  </a:lnTo>
                  <a:lnTo>
                    <a:pt x="318" y="99"/>
                  </a:lnTo>
                  <a:lnTo>
                    <a:pt x="278" y="60"/>
                  </a:lnTo>
                  <a:lnTo>
                    <a:pt x="219" y="20"/>
                  </a:lnTo>
                  <a:lnTo>
                    <a:pt x="159"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26"/>
            <p:cNvSpPr/>
            <p:nvPr/>
          </p:nvSpPr>
          <p:spPr>
            <a:xfrm>
              <a:off x="516450" y="1278825"/>
              <a:ext cx="54025" cy="1155975"/>
            </a:xfrm>
            <a:custGeom>
              <a:avLst/>
              <a:gdLst/>
              <a:ahLst/>
              <a:cxnLst/>
              <a:rect l="l" t="t" r="r" b="b"/>
              <a:pathLst>
                <a:path w="2161" h="46239" fill="none" extrusionOk="0">
                  <a:moveTo>
                    <a:pt x="159" y="0"/>
                  </a:moveTo>
                  <a:lnTo>
                    <a:pt x="159" y="0"/>
                  </a:lnTo>
                  <a:lnTo>
                    <a:pt x="100" y="20"/>
                  </a:lnTo>
                  <a:lnTo>
                    <a:pt x="40" y="60"/>
                  </a:lnTo>
                  <a:lnTo>
                    <a:pt x="1" y="99"/>
                  </a:lnTo>
                  <a:lnTo>
                    <a:pt x="1" y="179"/>
                  </a:lnTo>
                  <a:lnTo>
                    <a:pt x="1" y="179"/>
                  </a:lnTo>
                  <a:lnTo>
                    <a:pt x="1" y="218"/>
                  </a:lnTo>
                  <a:lnTo>
                    <a:pt x="20" y="278"/>
                  </a:lnTo>
                  <a:lnTo>
                    <a:pt x="60" y="297"/>
                  </a:lnTo>
                  <a:lnTo>
                    <a:pt x="119" y="337"/>
                  </a:lnTo>
                  <a:lnTo>
                    <a:pt x="119" y="12996"/>
                  </a:lnTo>
                  <a:lnTo>
                    <a:pt x="2081" y="14957"/>
                  </a:lnTo>
                  <a:lnTo>
                    <a:pt x="2081" y="46238"/>
                  </a:lnTo>
                  <a:lnTo>
                    <a:pt x="2160" y="46238"/>
                  </a:lnTo>
                  <a:lnTo>
                    <a:pt x="2160" y="14918"/>
                  </a:lnTo>
                  <a:lnTo>
                    <a:pt x="199" y="12956"/>
                  </a:lnTo>
                  <a:lnTo>
                    <a:pt x="199" y="337"/>
                  </a:lnTo>
                  <a:lnTo>
                    <a:pt x="199" y="337"/>
                  </a:lnTo>
                  <a:lnTo>
                    <a:pt x="258" y="297"/>
                  </a:lnTo>
                  <a:lnTo>
                    <a:pt x="298" y="278"/>
                  </a:lnTo>
                  <a:lnTo>
                    <a:pt x="318" y="218"/>
                  </a:lnTo>
                  <a:lnTo>
                    <a:pt x="318" y="179"/>
                  </a:lnTo>
                  <a:lnTo>
                    <a:pt x="318" y="179"/>
                  </a:lnTo>
                  <a:lnTo>
                    <a:pt x="318" y="99"/>
                  </a:lnTo>
                  <a:lnTo>
                    <a:pt x="278" y="60"/>
                  </a:lnTo>
                  <a:lnTo>
                    <a:pt x="219" y="20"/>
                  </a:lnTo>
                  <a:lnTo>
                    <a:pt x="159"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26"/>
            <p:cNvSpPr/>
            <p:nvPr/>
          </p:nvSpPr>
          <p:spPr>
            <a:xfrm>
              <a:off x="611550" y="1825100"/>
              <a:ext cx="8450" cy="609700"/>
            </a:xfrm>
            <a:custGeom>
              <a:avLst/>
              <a:gdLst/>
              <a:ahLst/>
              <a:cxnLst/>
              <a:rect l="l" t="t" r="r" b="b"/>
              <a:pathLst>
                <a:path w="338" h="24388" extrusionOk="0">
                  <a:moveTo>
                    <a:pt x="159" y="0"/>
                  </a:moveTo>
                  <a:lnTo>
                    <a:pt x="99" y="20"/>
                  </a:lnTo>
                  <a:lnTo>
                    <a:pt x="40" y="60"/>
                  </a:lnTo>
                  <a:lnTo>
                    <a:pt x="20" y="99"/>
                  </a:lnTo>
                  <a:lnTo>
                    <a:pt x="0" y="179"/>
                  </a:lnTo>
                  <a:lnTo>
                    <a:pt x="0" y="218"/>
                  </a:lnTo>
                  <a:lnTo>
                    <a:pt x="40" y="278"/>
                  </a:lnTo>
                  <a:lnTo>
                    <a:pt x="80" y="317"/>
                  </a:lnTo>
                  <a:lnTo>
                    <a:pt x="119" y="337"/>
                  </a:lnTo>
                  <a:lnTo>
                    <a:pt x="119" y="24387"/>
                  </a:lnTo>
                  <a:lnTo>
                    <a:pt x="198" y="24387"/>
                  </a:lnTo>
                  <a:lnTo>
                    <a:pt x="198" y="337"/>
                  </a:lnTo>
                  <a:lnTo>
                    <a:pt x="258" y="317"/>
                  </a:lnTo>
                  <a:lnTo>
                    <a:pt x="297" y="278"/>
                  </a:lnTo>
                  <a:lnTo>
                    <a:pt x="317" y="218"/>
                  </a:lnTo>
                  <a:lnTo>
                    <a:pt x="337" y="179"/>
                  </a:lnTo>
                  <a:lnTo>
                    <a:pt x="317" y="99"/>
                  </a:lnTo>
                  <a:lnTo>
                    <a:pt x="278" y="60"/>
                  </a:lnTo>
                  <a:lnTo>
                    <a:pt x="238" y="20"/>
                  </a:lnTo>
                  <a:lnTo>
                    <a:pt x="159"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26"/>
            <p:cNvSpPr/>
            <p:nvPr/>
          </p:nvSpPr>
          <p:spPr>
            <a:xfrm>
              <a:off x="611550" y="1825100"/>
              <a:ext cx="8450" cy="609700"/>
            </a:xfrm>
            <a:custGeom>
              <a:avLst/>
              <a:gdLst/>
              <a:ahLst/>
              <a:cxnLst/>
              <a:rect l="l" t="t" r="r" b="b"/>
              <a:pathLst>
                <a:path w="338" h="24388" fill="none" extrusionOk="0">
                  <a:moveTo>
                    <a:pt x="159" y="0"/>
                  </a:moveTo>
                  <a:lnTo>
                    <a:pt x="159" y="0"/>
                  </a:lnTo>
                  <a:lnTo>
                    <a:pt x="99" y="20"/>
                  </a:lnTo>
                  <a:lnTo>
                    <a:pt x="40" y="60"/>
                  </a:lnTo>
                  <a:lnTo>
                    <a:pt x="20" y="99"/>
                  </a:lnTo>
                  <a:lnTo>
                    <a:pt x="0" y="179"/>
                  </a:lnTo>
                  <a:lnTo>
                    <a:pt x="0" y="179"/>
                  </a:lnTo>
                  <a:lnTo>
                    <a:pt x="0" y="218"/>
                  </a:lnTo>
                  <a:lnTo>
                    <a:pt x="40" y="278"/>
                  </a:lnTo>
                  <a:lnTo>
                    <a:pt x="80" y="317"/>
                  </a:lnTo>
                  <a:lnTo>
                    <a:pt x="119" y="337"/>
                  </a:lnTo>
                  <a:lnTo>
                    <a:pt x="119" y="24387"/>
                  </a:lnTo>
                  <a:lnTo>
                    <a:pt x="198" y="24387"/>
                  </a:lnTo>
                  <a:lnTo>
                    <a:pt x="198" y="337"/>
                  </a:lnTo>
                  <a:lnTo>
                    <a:pt x="198" y="337"/>
                  </a:lnTo>
                  <a:lnTo>
                    <a:pt x="258" y="317"/>
                  </a:lnTo>
                  <a:lnTo>
                    <a:pt x="297" y="278"/>
                  </a:lnTo>
                  <a:lnTo>
                    <a:pt x="317" y="218"/>
                  </a:lnTo>
                  <a:lnTo>
                    <a:pt x="337" y="179"/>
                  </a:lnTo>
                  <a:lnTo>
                    <a:pt x="337" y="179"/>
                  </a:lnTo>
                  <a:lnTo>
                    <a:pt x="317" y="99"/>
                  </a:lnTo>
                  <a:lnTo>
                    <a:pt x="278" y="60"/>
                  </a:lnTo>
                  <a:lnTo>
                    <a:pt x="238" y="20"/>
                  </a:lnTo>
                  <a:lnTo>
                    <a:pt x="159"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26"/>
            <p:cNvSpPr/>
            <p:nvPr/>
          </p:nvSpPr>
          <p:spPr>
            <a:xfrm>
              <a:off x="926525" y="1733975"/>
              <a:ext cx="56000" cy="700825"/>
            </a:xfrm>
            <a:custGeom>
              <a:avLst/>
              <a:gdLst/>
              <a:ahLst/>
              <a:cxnLst/>
              <a:rect l="l" t="t" r="r" b="b"/>
              <a:pathLst>
                <a:path w="2240" h="28033" extrusionOk="0">
                  <a:moveTo>
                    <a:pt x="2061" y="0"/>
                  </a:moveTo>
                  <a:lnTo>
                    <a:pt x="2002" y="20"/>
                  </a:lnTo>
                  <a:lnTo>
                    <a:pt x="1942" y="40"/>
                  </a:lnTo>
                  <a:lnTo>
                    <a:pt x="1903" y="99"/>
                  </a:lnTo>
                  <a:lnTo>
                    <a:pt x="1903" y="159"/>
                  </a:lnTo>
                  <a:lnTo>
                    <a:pt x="1903" y="218"/>
                  </a:lnTo>
                  <a:lnTo>
                    <a:pt x="1923" y="258"/>
                  </a:lnTo>
                  <a:lnTo>
                    <a:pt x="1" y="2160"/>
                  </a:lnTo>
                  <a:lnTo>
                    <a:pt x="1" y="28032"/>
                  </a:lnTo>
                  <a:lnTo>
                    <a:pt x="80" y="28032"/>
                  </a:lnTo>
                  <a:lnTo>
                    <a:pt x="80" y="2199"/>
                  </a:lnTo>
                  <a:lnTo>
                    <a:pt x="1982" y="317"/>
                  </a:lnTo>
                  <a:lnTo>
                    <a:pt x="2022" y="337"/>
                  </a:lnTo>
                  <a:lnTo>
                    <a:pt x="2061" y="337"/>
                  </a:lnTo>
                  <a:lnTo>
                    <a:pt x="2121" y="317"/>
                  </a:lnTo>
                  <a:lnTo>
                    <a:pt x="2180" y="278"/>
                  </a:lnTo>
                  <a:lnTo>
                    <a:pt x="2220" y="238"/>
                  </a:lnTo>
                  <a:lnTo>
                    <a:pt x="2240" y="159"/>
                  </a:lnTo>
                  <a:lnTo>
                    <a:pt x="2220" y="99"/>
                  </a:lnTo>
                  <a:lnTo>
                    <a:pt x="2180" y="40"/>
                  </a:lnTo>
                  <a:lnTo>
                    <a:pt x="2121" y="20"/>
                  </a:lnTo>
                  <a:lnTo>
                    <a:pt x="2061"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26"/>
            <p:cNvSpPr/>
            <p:nvPr/>
          </p:nvSpPr>
          <p:spPr>
            <a:xfrm>
              <a:off x="926525" y="1733975"/>
              <a:ext cx="56000" cy="700825"/>
            </a:xfrm>
            <a:custGeom>
              <a:avLst/>
              <a:gdLst/>
              <a:ahLst/>
              <a:cxnLst/>
              <a:rect l="l" t="t" r="r" b="b"/>
              <a:pathLst>
                <a:path w="2240" h="28033" fill="none" extrusionOk="0">
                  <a:moveTo>
                    <a:pt x="2061" y="0"/>
                  </a:moveTo>
                  <a:lnTo>
                    <a:pt x="2061" y="0"/>
                  </a:lnTo>
                  <a:lnTo>
                    <a:pt x="2002" y="20"/>
                  </a:lnTo>
                  <a:lnTo>
                    <a:pt x="1942" y="40"/>
                  </a:lnTo>
                  <a:lnTo>
                    <a:pt x="1903" y="99"/>
                  </a:lnTo>
                  <a:lnTo>
                    <a:pt x="1903" y="159"/>
                  </a:lnTo>
                  <a:lnTo>
                    <a:pt x="1903" y="159"/>
                  </a:lnTo>
                  <a:lnTo>
                    <a:pt x="1903" y="218"/>
                  </a:lnTo>
                  <a:lnTo>
                    <a:pt x="1923" y="258"/>
                  </a:lnTo>
                  <a:lnTo>
                    <a:pt x="1" y="2160"/>
                  </a:lnTo>
                  <a:lnTo>
                    <a:pt x="1" y="28032"/>
                  </a:lnTo>
                  <a:lnTo>
                    <a:pt x="80" y="28032"/>
                  </a:lnTo>
                  <a:lnTo>
                    <a:pt x="80" y="2199"/>
                  </a:lnTo>
                  <a:lnTo>
                    <a:pt x="1982" y="317"/>
                  </a:lnTo>
                  <a:lnTo>
                    <a:pt x="1982" y="317"/>
                  </a:lnTo>
                  <a:lnTo>
                    <a:pt x="2022" y="337"/>
                  </a:lnTo>
                  <a:lnTo>
                    <a:pt x="2061" y="337"/>
                  </a:lnTo>
                  <a:lnTo>
                    <a:pt x="2061" y="337"/>
                  </a:lnTo>
                  <a:lnTo>
                    <a:pt x="2121" y="317"/>
                  </a:lnTo>
                  <a:lnTo>
                    <a:pt x="2180" y="278"/>
                  </a:lnTo>
                  <a:lnTo>
                    <a:pt x="2220" y="238"/>
                  </a:lnTo>
                  <a:lnTo>
                    <a:pt x="2240" y="159"/>
                  </a:lnTo>
                  <a:lnTo>
                    <a:pt x="2240" y="159"/>
                  </a:lnTo>
                  <a:lnTo>
                    <a:pt x="2220" y="99"/>
                  </a:lnTo>
                  <a:lnTo>
                    <a:pt x="2180" y="40"/>
                  </a:lnTo>
                  <a:lnTo>
                    <a:pt x="2121" y="20"/>
                  </a:lnTo>
                  <a:lnTo>
                    <a:pt x="2061"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26"/>
            <p:cNvSpPr/>
            <p:nvPr/>
          </p:nvSpPr>
          <p:spPr>
            <a:xfrm>
              <a:off x="472875" y="1899875"/>
              <a:ext cx="49550" cy="534925"/>
            </a:xfrm>
            <a:custGeom>
              <a:avLst/>
              <a:gdLst/>
              <a:ahLst/>
              <a:cxnLst/>
              <a:rect l="l" t="t" r="r" b="b"/>
              <a:pathLst>
                <a:path w="1982" h="21397" extrusionOk="0">
                  <a:moveTo>
                    <a:pt x="1744" y="1"/>
                  </a:moveTo>
                  <a:lnTo>
                    <a:pt x="1684" y="40"/>
                  </a:lnTo>
                  <a:lnTo>
                    <a:pt x="1664" y="100"/>
                  </a:lnTo>
                  <a:lnTo>
                    <a:pt x="1645" y="159"/>
                  </a:lnTo>
                  <a:lnTo>
                    <a:pt x="1645" y="199"/>
                  </a:lnTo>
                  <a:lnTo>
                    <a:pt x="1664" y="258"/>
                  </a:lnTo>
                  <a:lnTo>
                    <a:pt x="0" y="1922"/>
                  </a:lnTo>
                  <a:lnTo>
                    <a:pt x="0" y="3111"/>
                  </a:lnTo>
                  <a:lnTo>
                    <a:pt x="1763" y="4874"/>
                  </a:lnTo>
                  <a:lnTo>
                    <a:pt x="1763" y="21396"/>
                  </a:lnTo>
                  <a:lnTo>
                    <a:pt x="1862" y="21396"/>
                  </a:lnTo>
                  <a:lnTo>
                    <a:pt x="1862" y="4834"/>
                  </a:lnTo>
                  <a:lnTo>
                    <a:pt x="1862" y="2735"/>
                  </a:lnTo>
                  <a:lnTo>
                    <a:pt x="1902" y="2715"/>
                  </a:lnTo>
                  <a:lnTo>
                    <a:pt x="1942" y="2675"/>
                  </a:lnTo>
                  <a:lnTo>
                    <a:pt x="1962" y="2636"/>
                  </a:lnTo>
                  <a:lnTo>
                    <a:pt x="1981" y="2576"/>
                  </a:lnTo>
                  <a:lnTo>
                    <a:pt x="1962" y="2517"/>
                  </a:lnTo>
                  <a:lnTo>
                    <a:pt x="1922" y="2457"/>
                  </a:lnTo>
                  <a:lnTo>
                    <a:pt x="1882" y="2418"/>
                  </a:lnTo>
                  <a:lnTo>
                    <a:pt x="1744" y="2418"/>
                  </a:lnTo>
                  <a:lnTo>
                    <a:pt x="1684" y="2457"/>
                  </a:lnTo>
                  <a:lnTo>
                    <a:pt x="1664" y="2517"/>
                  </a:lnTo>
                  <a:lnTo>
                    <a:pt x="1645" y="2576"/>
                  </a:lnTo>
                  <a:lnTo>
                    <a:pt x="1645" y="2636"/>
                  </a:lnTo>
                  <a:lnTo>
                    <a:pt x="1684" y="2675"/>
                  </a:lnTo>
                  <a:lnTo>
                    <a:pt x="1724" y="2715"/>
                  </a:lnTo>
                  <a:lnTo>
                    <a:pt x="1763" y="2735"/>
                  </a:lnTo>
                  <a:lnTo>
                    <a:pt x="1763" y="4755"/>
                  </a:lnTo>
                  <a:lnTo>
                    <a:pt x="80" y="3071"/>
                  </a:lnTo>
                  <a:lnTo>
                    <a:pt x="80" y="1962"/>
                  </a:lnTo>
                  <a:lnTo>
                    <a:pt x="1744" y="298"/>
                  </a:lnTo>
                  <a:lnTo>
                    <a:pt x="1803" y="318"/>
                  </a:lnTo>
                  <a:lnTo>
                    <a:pt x="1882" y="318"/>
                  </a:lnTo>
                  <a:lnTo>
                    <a:pt x="1922" y="278"/>
                  </a:lnTo>
                  <a:lnTo>
                    <a:pt x="1962" y="219"/>
                  </a:lnTo>
                  <a:lnTo>
                    <a:pt x="1981" y="159"/>
                  </a:lnTo>
                  <a:lnTo>
                    <a:pt x="1962" y="100"/>
                  </a:lnTo>
                  <a:lnTo>
                    <a:pt x="1922" y="40"/>
                  </a:lnTo>
                  <a:lnTo>
                    <a:pt x="1882"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26"/>
            <p:cNvSpPr/>
            <p:nvPr/>
          </p:nvSpPr>
          <p:spPr>
            <a:xfrm>
              <a:off x="472875" y="1899875"/>
              <a:ext cx="49550" cy="534925"/>
            </a:xfrm>
            <a:custGeom>
              <a:avLst/>
              <a:gdLst/>
              <a:ahLst/>
              <a:cxnLst/>
              <a:rect l="l" t="t" r="r" b="b"/>
              <a:pathLst>
                <a:path w="1982" h="21397" fill="none" extrusionOk="0">
                  <a:moveTo>
                    <a:pt x="1803" y="1"/>
                  </a:moveTo>
                  <a:lnTo>
                    <a:pt x="1803" y="1"/>
                  </a:lnTo>
                  <a:lnTo>
                    <a:pt x="1744" y="1"/>
                  </a:lnTo>
                  <a:lnTo>
                    <a:pt x="1684" y="40"/>
                  </a:lnTo>
                  <a:lnTo>
                    <a:pt x="1664" y="100"/>
                  </a:lnTo>
                  <a:lnTo>
                    <a:pt x="1645" y="159"/>
                  </a:lnTo>
                  <a:lnTo>
                    <a:pt x="1645" y="159"/>
                  </a:lnTo>
                  <a:lnTo>
                    <a:pt x="1645" y="199"/>
                  </a:lnTo>
                  <a:lnTo>
                    <a:pt x="1664" y="258"/>
                  </a:lnTo>
                  <a:lnTo>
                    <a:pt x="0" y="1922"/>
                  </a:lnTo>
                  <a:lnTo>
                    <a:pt x="0" y="3111"/>
                  </a:lnTo>
                  <a:lnTo>
                    <a:pt x="1763" y="4874"/>
                  </a:lnTo>
                  <a:lnTo>
                    <a:pt x="1763" y="21396"/>
                  </a:lnTo>
                  <a:lnTo>
                    <a:pt x="1862" y="21396"/>
                  </a:lnTo>
                  <a:lnTo>
                    <a:pt x="1862" y="4834"/>
                  </a:lnTo>
                  <a:lnTo>
                    <a:pt x="1862" y="2735"/>
                  </a:lnTo>
                  <a:lnTo>
                    <a:pt x="1862" y="2735"/>
                  </a:lnTo>
                  <a:lnTo>
                    <a:pt x="1902" y="2715"/>
                  </a:lnTo>
                  <a:lnTo>
                    <a:pt x="1942" y="2675"/>
                  </a:lnTo>
                  <a:lnTo>
                    <a:pt x="1962" y="2636"/>
                  </a:lnTo>
                  <a:lnTo>
                    <a:pt x="1981" y="2576"/>
                  </a:lnTo>
                  <a:lnTo>
                    <a:pt x="1981" y="2576"/>
                  </a:lnTo>
                  <a:lnTo>
                    <a:pt x="1962" y="2517"/>
                  </a:lnTo>
                  <a:lnTo>
                    <a:pt x="1922" y="2457"/>
                  </a:lnTo>
                  <a:lnTo>
                    <a:pt x="1882" y="2418"/>
                  </a:lnTo>
                  <a:lnTo>
                    <a:pt x="1803" y="2418"/>
                  </a:lnTo>
                  <a:lnTo>
                    <a:pt x="1803" y="2418"/>
                  </a:lnTo>
                  <a:lnTo>
                    <a:pt x="1744" y="2418"/>
                  </a:lnTo>
                  <a:lnTo>
                    <a:pt x="1684" y="2457"/>
                  </a:lnTo>
                  <a:lnTo>
                    <a:pt x="1664" y="2517"/>
                  </a:lnTo>
                  <a:lnTo>
                    <a:pt x="1645" y="2576"/>
                  </a:lnTo>
                  <a:lnTo>
                    <a:pt x="1645" y="2576"/>
                  </a:lnTo>
                  <a:lnTo>
                    <a:pt x="1645" y="2636"/>
                  </a:lnTo>
                  <a:lnTo>
                    <a:pt x="1684" y="2675"/>
                  </a:lnTo>
                  <a:lnTo>
                    <a:pt x="1724" y="2715"/>
                  </a:lnTo>
                  <a:lnTo>
                    <a:pt x="1763" y="2735"/>
                  </a:lnTo>
                  <a:lnTo>
                    <a:pt x="1763" y="4755"/>
                  </a:lnTo>
                  <a:lnTo>
                    <a:pt x="80" y="3071"/>
                  </a:lnTo>
                  <a:lnTo>
                    <a:pt x="80" y="1962"/>
                  </a:lnTo>
                  <a:lnTo>
                    <a:pt x="1744" y="298"/>
                  </a:lnTo>
                  <a:lnTo>
                    <a:pt x="1744" y="298"/>
                  </a:lnTo>
                  <a:lnTo>
                    <a:pt x="1803" y="318"/>
                  </a:lnTo>
                  <a:lnTo>
                    <a:pt x="1803" y="318"/>
                  </a:lnTo>
                  <a:lnTo>
                    <a:pt x="1882" y="318"/>
                  </a:lnTo>
                  <a:lnTo>
                    <a:pt x="1922" y="278"/>
                  </a:lnTo>
                  <a:lnTo>
                    <a:pt x="1962" y="219"/>
                  </a:lnTo>
                  <a:lnTo>
                    <a:pt x="1981" y="159"/>
                  </a:lnTo>
                  <a:lnTo>
                    <a:pt x="1981" y="159"/>
                  </a:lnTo>
                  <a:lnTo>
                    <a:pt x="1962" y="100"/>
                  </a:lnTo>
                  <a:lnTo>
                    <a:pt x="1922" y="40"/>
                  </a:lnTo>
                  <a:lnTo>
                    <a:pt x="1882" y="1"/>
                  </a:lnTo>
                  <a:lnTo>
                    <a:pt x="1803"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26"/>
            <p:cNvSpPr/>
            <p:nvPr/>
          </p:nvSpPr>
          <p:spPr>
            <a:xfrm>
              <a:off x="635825" y="1904825"/>
              <a:ext cx="8425" cy="529975"/>
            </a:xfrm>
            <a:custGeom>
              <a:avLst/>
              <a:gdLst/>
              <a:ahLst/>
              <a:cxnLst/>
              <a:rect l="l" t="t" r="r" b="b"/>
              <a:pathLst>
                <a:path w="337" h="21199" extrusionOk="0">
                  <a:moveTo>
                    <a:pt x="119" y="1"/>
                  </a:moveTo>
                  <a:lnTo>
                    <a:pt x="59" y="40"/>
                  </a:lnTo>
                  <a:lnTo>
                    <a:pt x="20" y="100"/>
                  </a:lnTo>
                  <a:lnTo>
                    <a:pt x="0" y="159"/>
                  </a:lnTo>
                  <a:lnTo>
                    <a:pt x="20" y="219"/>
                  </a:lnTo>
                  <a:lnTo>
                    <a:pt x="40" y="258"/>
                  </a:lnTo>
                  <a:lnTo>
                    <a:pt x="79" y="298"/>
                  </a:lnTo>
                  <a:lnTo>
                    <a:pt x="139" y="318"/>
                  </a:lnTo>
                  <a:lnTo>
                    <a:pt x="139" y="21198"/>
                  </a:lnTo>
                  <a:lnTo>
                    <a:pt x="218" y="21198"/>
                  </a:lnTo>
                  <a:lnTo>
                    <a:pt x="218" y="318"/>
                  </a:lnTo>
                  <a:lnTo>
                    <a:pt x="277" y="298"/>
                  </a:lnTo>
                  <a:lnTo>
                    <a:pt x="317" y="258"/>
                  </a:lnTo>
                  <a:lnTo>
                    <a:pt x="337" y="219"/>
                  </a:lnTo>
                  <a:lnTo>
                    <a:pt x="337" y="159"/>
                  </a:lnTo>
                  <a:lnTo>
                    <a:pt x="337" y="100"/>
                  </a:lnTo>
                  <a:lnTo>
                    <a:pt x="297" y="40"/>
                  </a:lnTo>
                  <a:lnTo>
                    <a:pt x="238"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26"/>
            <p:cNvSpPr/>
            <p:nvPr/>
          </p:nvSpPr>
          <p:spPr>
            <a:xfrm>
              <a:off x="635825" y="1904825"/>
              <a:ext cx="8425" cy="529975"/>
            </a:xfrm>
            <a:custGeom>
              <a:avLst/>
              <a:gdLst/>
              <a:ahLst/>
              <a:cxnLst/>
              <a:rect l="l" t="t" r="r" b="b"/>
              <a:pathLst>
                <a:path w="337" h="21199" fill="none" extrusionOk="0">
                  <a:moveTo>
                    <a:pt x="178" y="1"/>
                  </a:moveTo>
                  <a:lnTo>
                    <a:pt x="178" y="1"/>
                  </a:lnTo>
                  <a:lnTo>
                    <a:pt x="119" y="1"/>
                  </a:lnTo>
                  <a:lnTo>
                    <a:pt x="59" y="40"/>
                  </a:lnTo>
                  <a:lnTo>
                    <a:pt x="20" y="100"/>
                  </a:lnTo>
                  <a:lnTo>
                    <a:pt x="0" y="159"/>
                  </a:lnTo>
                  <a:lnTo>
                    <a:pt x="0" y="159"/>
                  </a:lnTo>
                  <a:lnTo>
                    <a:pt x="20" y="219"/>
                  </a:lnTo>
                  <a:lnTo>
                    <a:pt x="40" y="258"/>
                  </a:lnTo>
                  <a:lnTo>
                    <a:pt x="79" y="298"/>
                  </a:lnTo>
                  <a:lnTo>
                    <a:pt x="139" y="318"/>
                  </a:lnTo>
                  <a:lnTo>
                    <a:pt x="139" y="21198"/>
                  </a:lnTo>
                  <a:lnTo>
                    <a:pt x="218" y="21198"/>
                  </a:lnTo>
                  <a:lnTo>
                    <a:pt x="218" y="318"/>
                  </a:lnTo>
                  <a:lnTo>
                    <a:pt x="218" y="318"/>
                  </a:lnTo>
                  <a:lnTo>
                    <a:pt x="277" y="298"/>
                  </a:lnTo>
                  <a:lnTo>
                    <a:pt x="317" y="258"/>
                  </a:lnTo>
                  <a:lnTo>
                    <a:pt x="337" y="219"/>
                  </a:lnTo>
                  <a:lnTo>
                    <a:pt x="337" y="159"/>
                  </a:lnTo>
                  <a:lnTo>
                    <a:pt x="337" y="159"/>
                  </a:lnTo>
                  <a:lnTo>
                    <a:pt x="337" y="100"/>
                  </a:lnTo>
                  <a:lnTo>
                    <a:pt x="297" y="40"/>
                  </a:lnTo>
                  <a:lnTo>
                    <a:pt x="238" y="1"/>
                  </a:lnTo>
                  <a:lnTo>
                    <a:pt x="178"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26"/>
            <p:cNvSpPr/>
            <p:nvPr/>
          </p:nvSpPr>
          <p:spPr>
            <a:xfrm>
              <a:off x="469900" y="1333800"/>
              <a:ext cx="78275" cy="1101000"/>
            </a:xfrm>
            <a:custGeom>
              <a:avLst/>
              <a:gdLst/>
              <a:ahLst/>
              <a:cxnLst/>
              <a:rect l="l" t="t" r="r" b="b"/>
              <a:pathLst>
                <a:path w="3131" h="44040" extrusionOk="0">
                  <a:moveTo>
                    <a:pt x="179" y="0"/>
                  </a:moveTo>
                  <a:lnTo>
                    <a:pt x="119" y="20"/>
                  </a:lnTo>
                  <a:lnTo>
                    <a:pt x="60" y="60"/>
                  </a:lnTo>
                  <a:lnTo>
                    <a:pt x="20" y="119"/>
                  </a:lnTo>
                  <a:lnTo>
                    <a:pt x="0" y="178"/>
                  </a:lnTo>
                  <a:lnTo>
                    <a:pt x="20" y="238"/>
                  </a:lnTo>
                  <a:lnTo>
                    <a:pt x="40" y="278"/>
                  </a:lnTo>
                  <a:lnTo>
                    <a:pt x="80" y="317"/>
                  </a:lnTo>
                  <a:lnTo>
                    <a:pt x="139" y="337"/>
                  </a:lnTo>
                  <a:lnTo>
                    <a:pt x="139" y="1684"/>
                  </a:lnTo>
                  <a:lnTo>
                    <a:pt x="1090" y="2635"/>
                  </a:lnTo>
                  <a:lnTo>
                    <a:pt x="1090" y="11272"/>
                  </a:lnTo>
                  <a:lnTo>
                    <a:pt x="3051" y="13234"/>
                  </a:lnTo>
                  <a:lnTo>
                    <a:pt x="3051" y="44039"/>
                  </a:lnTo>
                  <a:lnTo>
                    <a:pt x="3131" y="44039"/>
                  </a:lnTo>
                  <a:lnTo>
                    <a:pt x="3131" y="13194"/>
                  </a:lnTo>
                  <a:lnTo>
                    <a:pt x="1169" y="11233"/>
                  </a:lnTo>
                  <a:lnTo>
                    <a:pt x="1169" y="2595"/>
                  </a:lnTo>
                  <a:lnTo>
                    <a:pt x="218" y="1644"/>
                  </a:lnTo>
                  <a:lnTo>
                    <a:pt x="218" y="337"/>
                  </a:lnTo>
                  <a:lnTo>
                    <a:pt x="278" y="317"/>
                  </a:lnTo>
                  <a:lnTo>
                    <a:pt x="317" y="278"/>
                  </a:lnTo>
                  <a:lnTo>
                    <a:pt x="337" y="238"/>
                  </a:lnTo>
                  <a:lnTo>
                    <a:pt x="337" y="178"/>
                  </a:lnTo>
                  <a:lnTo>
                    <a:pt x="337" y="119"/>
                  </a:lnTo>
                  <a:lnTo>
                    <a:pt x="298" y="60"/>
                  </a:lnTo>
                  <a:lnTo>
                    <a:pt x="238" y="20"/>
                  </a:lnTo>
                  <a:lnTo>
                    <a:pt x="179"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26"/>
            <p:cNvSpPr/>
            <p:nvPr/>
          </p:nvSpPr>
          <p:spPr>
            <a:xfrm>
              <a:off x="469900" y="1333800"/>
              <a:ext cx="78275" cy="1101000"/>
            </a:xfrm>
            <a:custGeom>
              <a:avLst/>
              <a:gdLst/>
              <a:ahLst/>
              <a:cxnLst/>
              <a:rect l="l" t="t" r="r" b="b"/>
              <a:pathLst>
                <a:path w="3131" h="44040" fill="none" extrusionOk="0">
                  <a:moveTo>
                    <a:pt x="179" y="0"/>
                  </a:moveTo>
                  <a:lnTo>
                    <a:pt x="179" y="0"/>
                  </a:lnTo>
                  <a:lnTo>
                    <a:pt x="119" y="20"/>
                  </a:lnTo>
                  <a:lnTo>
                    <a:pt x="60" y="60"/>
                  </a:lnTo>
                  <a:lnTo>
                    <a:pt x="20" y="119"/>
                  </a:lnTo>
                  <a:lnTo>
                    <a:pt x="0" y="178"/>
                  </a:lnTo>
                  <a:lnTo>
                    <a:pt x="0" y="178"/>
                  </a:lnTo>
                  <a:lnTo>
                    <a:pt x="20" y="238"/>
                  </a:lnTo>
                  <a:lnTo>
                    <a:pt x="40" y="278"/>
                  </a:lnTo>
                  <a:lnTo>
                    <a:pt x="80" y="317"/>
                  </a:lnTo>
                  <a:lnTo>
                    <a:pt x="139" y="337"/>
                  </a:lnTo>
                  <a:lnTo>
                    <a:pt x="139" y="1684"/>
                  </a:lnTo>
                  <a:lnTo>
                    <a:pt x="1090" y="2635"/>
                  </a:lnTo>
                  <a:lnTo>
                    <a:pt x="1090" y="11272"/>
                  </a:lnTo>
                  <a:lnTo>
                    <a:pt x="3051" y="13234"/>
                  </a:lnTo>
                  <a:lnTo>
                    <a:pt x="3051" y="44039"/>
                  </a:lnTo>
                  <a:lnTo>
                    <a:pt x="3131" y="44039"/>
                  </a:lnTo>
                  <a:lnTo>
                    <a:pt x="3131" y="13194"/>
                  </a:lnTo>
                  <a:lnTo>
                    <a:pt x="1169" y="11233"/>
                  </a:lnTo>
                  <a:lnTo>
                    <a:pt x="1169" y="2595"/>
                  </a:lnTo>
                  <a:lnTo>
                    <a:pt x="218" y="1644"/>
                  </a:lnTo>
                  <a:lnTo>
                    <a:pt x="218" y="337"/>
                  </a:lnTo>
                  <a:lnTo>
                    <a:pt x="218" y="337"/>
                  </a:lnTo>
                  <a:lnTo>
                    <a:pt x="278" y="317"/>
                  </a:lnTo>
                  <a:lnTo>
                    <a:pt x="317" y="278"/>
                  </a:lnTo>
                  <a:lnTo>
                    <a:pt x="337" y="238"/>
                  </a:lnTo>
                  <a:lnTo>
                    <a:pt x="337" y="178"/>
                  </a:lnTo>
                  <a:lnTo>
                    <a:pt x="337" y="178"/>
                  </a:lnTo>
                  <a:lnTo>
                    <a:pt x="337" y="119"/>
                  </a:lnTo>
                  <a:lnTo>
                    <a:pt x="298" y="60"/>
                  </a:lnTo>
                  <a:lnTo>
                    <a:pt x="238" y="20"/>
                  </a:lnTo>
                  <a:lnTo>
                    <a:pt x="179"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26"/>
            <p:cNvSpPr/>
            <p:nvPr/>
          </p:nvSpPr>
          <p:spPr>
            <a:xfrm>
              <a:off x="868600" y="1090625"/>
              <a:ext cx="77775" cy="1344175"/>
            </a:xfrm>
            <a:custGeom>
              <a:avLst/>
              <a:gdLst/>
              <a:ahLst/>
              <a:cxnLst/>
              <a:rect l="l" t="t" r="r" b="b"/>
              <a:pathLst>
                <a:path w="3111" h="53767" extrusionOk="0">
                  <a:moveTo>
                    <a:pt x="2952" y="0"/>
                  </a:moveTo>
                  <a:lnTo>
                    <a:pt x="2892" y="20"/>
                  </a:lnTo>
                  <a:lnTo>
                    <a:pt x="2833" y="60"/>
                  </a:lnTo>
                  <a:lnTo>
                    <a:pt x="2793" y="99"/>
                  </a:lnTo>
                  <a:lnTo>
                    <a:pt x="2774" y="178"/>
                  </a:lnTo>
                  <a:lnTo>
                    <a:pt x="2793" y="218"/>
                  </a:lnTo>
                  <a:lnTo>
                    <a:pt x="2813" y="278"/>
                  </a:lnTo>
                  <a:lnTo>
                    <a:pt x="2853" y="317"/>
                  </a:lnTo>
                  <a:lnTo>
                    <a:pt x="2912" y="337"/>
                  </a:lnTo>
                  <a:lnTo>
                    <a:pt x="2912" y="1644"/>
                  </a:lnTo>
                  <a:lnTo>
                    <a:pt x="1961" y="2595"/>
                  </a:lnTo>
                  <a:lnTo>
                    <a:pt x="1961" y="11233"/>
                  </a:lnTo>
                  <a:lnTo>
                    <a:pt x="0" y="13194"/>
                  </a:lnTo>
                  <a:lnTo>
                    <a:pt x="0" y="53766"/>
                  </a:lnTo>
                  <a:lnTo>
                    <a:pt x="79" y="53766"/>
                  </a:lnTo>
                  <a:lnTo>
                    <a:pt x="79" y="13234"/>
                  </a:lnTo>
                  <a:lnTo>
                    <a:pt x="2041" y="11272"/>
                  </a:lnTo>
                  <a:lnTo>
                    <a:pt x="2041" y="2635"/>
                  </a:lnTo>
                  <a:lnTo>
                    <a:pt x="2991" y="1684"/>
                  </a:lnTo>
                  <a:lnTo>
                    <a:pt x="2991" y="337"/>
                  </a:lnTo>
                  <a:lnTo>
                    <a:pt x="3051" y="317"/>
                  </a:lnTo>
                  <a:lnTo>
                    <a:pt x="3091" y="278"/>
                  </a:lnTo>
                  <a:lnTo>
                    <a:pt x="3110" y="218"/>
                  </a:lnTo>
                  <a:lnTo>
                    <a:pt x="3110" y="178"/>
                  </a:lnTo>
                  <a:lnTo>
                    <a:pt x="3110" y="99"/>
                  </a:lnTo>
                  <a:lnTo>
                    <a:pt x="3071" y="60"/>
                  </a:lnTo>
                  <a:lnTo>
                    <a:pt x="3011" y="20"/>
                  </a:lnTo>
                  <a:lnTo>
                    <a:pt x="2952"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26"/>
            <p:cNvSpPr/>
            <p:nvPr/>
          </p:nvSpPr>
          <p:spPr>
            <a:xfrm>
              <a:off x="868600" y="1090625"/>
              <a:ext cx="77775" cy="1344175"/>
            </a:xfrm>
            <a:custGeom>
              <a:avLst/>
              <a:gdLst/>
              <a:ahLst/>
              <a:cxnLst/>
              <a:rect l="l" t="t" r="r" b="b"/>
              <a:pathLst>
                <a:path w="3111" h="53767" fill="none" extrusionOk="0">
                  <a:moveTo>
                    <a:pt x="2952" y="0"/>
                  </a:moveTo>
                  <a:lnTo>
                    <a:pt x="2952" y="0"/>
                  </a:lnTo>
                  <a:lnTo>
                    <a:pt x="2892" y="20"/>
                  </a:lnTo>
                  <a:lnTo>
                    <a:pt x="2833" y="60"/>
                  </a:lnTo>
                  <a:lnTo>
                    <a:pt x="2793" y="99"/>
                  </a:lnTo>
                  <a:lnTo>
                    <a:pt x="2774" y="178"/>
                  </a:lnTo>
                  <a:lnTo>
                    <a:pt x="2774" y="178"/>
                  </a:lnTo>
                  <a:lnTo>
                    <a:pt x="2793" y="218"/>
                  </a:lnTo>
                  <a:lnTo>
                    <a:pt x="2813" y="278"/>
                  </a:lnTo>
                  <a:lnTo>
                    <a:pt x="2853" y="317"/>
                  </a:lnTo>
                  <a:lnTo>
                    <a:pt x="2912" y="337"/>
                  </a:lnTo>
                  <a:lnTo>
                    <a:pt x="2912" y="1644"/>
                  </a:lnTo>
                  <a:lnTo>
                    <a:pt x="1961" y="2595"/>
                  </a:lnTo>
                  <a:lnTo>
                    <a:pt x="1961" y="11233"/>
                  </a:lnTo>
                  <a:lnTo>
                    <a:pt x="0" y="13194"/>
                  </a:lnTo>
                  <a:lnTo>
                    <a:pt x="0" y="53766"/>
                  </a:lnTo>
                  <a:lnTo>
                    <a:pt x="79" y="53766"/>
                  </a:lnTo>
                  <a:lnTo>
                    <a:pt x="79" y="13234"/>
                  </a:lnTo>
                  <a:lnTo>
                    <a:pt x="2041" y="11272"/>
                  </a:lnTo>
                  <a:lnTo>
                    <a:pt x="2041" y="2635"/>
                  </a:lnTo>
                  <a:lnTo>
                    <a:pt x="2991" y="1684"/>
                  </a:lnTo>
                  <a:lnTo>
                    <a:pt x="2991" y="337"/>
                  </a:lnTo>
                  <a:lnTo>
                    <a:pt x="2991" y="337"/>
                  </a:lnTo>
                  <a:lnTo>
                    <a:pt x="3051" y="317"/>
                  </a:lnTo>
                  <a:lnTo>
                    <a:pt x="3091" y="278"/>
                  </a:lnTo>
                  <a:lnTo>
                    <a:pt x="3110" y="218"/>
                  </a:lnTo>
                  <a:lnTo>
                    <a:pt x="3110" y="178"/>
                  </a:lnTo>
                  <a:lnTo>
                    <a:pt x="3110" y="178"/>
                  </a:lnTo>
                  <a:lnTo>
                    <a:pt x="3110" y="99"/>
                  </a:lnTo>
                  <a:lnTo>
                    <a:pt x="3071" y="60"/>
                  </a:lnTo>
                  <a:lnTo>
                    <a:pt x="3011" y="20"/>
                  </a:lnTo>
                  <a:lnTo>
                    <a:pt x="2952"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26"/>
            <p:cNvSpPr/>
            <p:nvPr/>
          </p:nvSpPr>
          <p:spPr>
            <a:xfrm>
              <a:off x="894350" y="1656700"/>
              <a:ext cx="49550" cy="778100"/>
            </a:xfrm>
            <a:custGeom>
              <a:avLst/>
              <a:gdLst/>
              <a:ahLst/>
              <a:cxnLst/>
              <a:rect l="l" t="t" r="r" b="b"/>
              <a:pathLst>
                <a:path w="1982" h="31124" extrusionOk="0">
                  <a:moveTo>
                    <a:pt x="159" y="1"/>
                  </a:moveTo>
                  <a:lnTo>
                    <a:pt x="99" y="21"/>
                  </a:lnTo>
                  <a:lnTo>
                    <a:pt x="40" y="40"/>
                  </a:lnTo>
                  <a:lnTo>
                    <a:pt x="20" y="100"/>
                  </a:lnTo>
                  <a:lnTo>
                    <a:pt x="0" y="159"/>
                  </a:lnTo>
                  <a:lnTo>
                    <a:pt x="20" y="238"/>
                  </a:lnTo>
                  <a:lnTo>
                    <a:pt x="40" y="278"/>
                  </a:lnTo>
                  <a:lnTo>
                    <a:pt x="99" y="318"/>
                  </a:lnTo>
                  <a:lnTo>
                    <a:pt x="159" y="337"/>
                  </a:lnTo>
                  <a:lnTo>
                    <a:pt x="218" y="337"/>
                  </a:lnTo>
                  <a:lnTo>
                    <a:pt x="258" y="318"/>
                  </a:lnTo>
                  <a:lnTo>
                    <a:pt x="1902" y="1962"/>
                  </a:lnTo>
                  <a:lnTo>
                    <a:pt x="1902" y="3071"/>
                  </a:lnTo>
                  <a:lnTo>
                    <a:pt x="218" y="4755"/>
                  </a:lnTo>
                  <a:lnTo>
                    <a:pt x="218" y="2735"/>
                  </a:lnTo>
                  <a:lnTo>
                    <a:pt x="258" y="2715"/>
                  </a:lnTo>
                  <a:lnTo>
                    <a:pt x="297" y="2675"/>
                  </a:lnTo>
                  <a:lnTo>
                    <a:pt x="317" y="2616"/>
                  </a:lnTo>
                  <a:lnTo>
                    <a:pt x="337" y="2576"/>
                  </a:lnTo>
                  <a:lnTo>
                    <a:pt x="317" y="2497"/>
                  </a:lnTo>
                  <a:lnTo>
                    <a:pt x="278" y="2457"/>
                  </a:lnTo>
                  <a:lnTo>
                    <a:pt x="238" y="2418"/>
                  </a:lnTo>
                  <a:lnTo>
                    <a:pt x="159" y="2398"/>
                  </a:lnTo>
                  <a:lnTo>
                    <a:pt x="99" y="2418"/>
                  </a:lnTo>
                  <a:lnTo>
                    <a:pt x="40" y="2457"/>
                  </a:lnTo>
                  <a:lnTo>
                    <a:pt x="20" y="2497"/>
                  </a:lnTo>
                  <a:lnTo>
                    <a:pt x="0" y="2576"/>
                  </a:lnTo>
                  <a:lnTo>
                    <a:pt x="0" y="2616"/>
                  </a:lnTo>
                  <a:lnTo>
                    <a:pt x="40" y="2675"/>
                  </a:lnTo>
                  <a:lnTo>
                    <a:pt x="79" y="2715"/>
                  </a:lnTo>
                  <a:lnTo>
                    <a:pt x="119" y="2735"/>
                  </a:lnTo>
                  <a:lnTo>
                    <a:pt x="119" y="31123"/>
                  </a:lnTo>
                  <a:lnTo>
                    <a:pt x="218" y="31123"/>
                  </a:lnTo>
                  <a:lnTo>
                    <a:pt x="218" y="4874"/>
                  </a:lnTo>
                  <a:lnTo>
                    <a:pt x="1981" y="3091"/>
                  </a:lnTo>
                  <a:lnTo>
                    <a:pt x="1981" y="1922"/>
                  </a:lnTo>
                  <a:lnTo>
                    <a:pt x="317" y="258"/>
                  </a:lnTo>
                  <a:lnTo>
                    <a:pt x="337" y="219"/>
                  </a:lnTo>
                  <a:lnTo>
                    <a:pt x="337" y="159"/>
                  </a:lnTo>
                  <a:lnTo>
                    <a:pt x="317" y="100"/>
                  </a:lnTo>
                  <a:lnTo>
                    <a:pt x="278" y="40"/>
                  </a:lnTo>
                  <a:lnTo>
                    <a:pt x="238" y="21"/>
                  </a:lnTo>
                  <a:lnTo>
                    <a:pt x="159"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26"/>
            <p:cNvSpPr/>
            <p:nvPr/>
          </p:nvSpPr>
          <p:spPr>
            <a:xfrm>
              <a:off x="894350" y="1656700"/>
              <a:ext cx="49550" cy="778100"/>
            </a:xfrm>
            <a:custGeom>
              <a:avLst/>
              <a:gdLst/>
              <a:ahLst/>
              <a:cxnLst/>
              <a:rect l="l" t="t" r="r" b="b"/>
              <a:pathLst>
                <a:path w="1982" h="31124" fill="none" extrusionOk="0">
                  <a:moveTo>
                    <a:pt x="159" y="1"/>
                  </a:moveTo>
                  <a:lnTo>
                    <a:pt x="159" y="1"/>
                  </a:lnTo>
                  <a:lnTo>
                    <a:pt x="159" y="1"/>
                  </a:lnTo>
                  <a:lnTo>
                    <a:pt x="159" y="1"/>
                  </a:lnTo>
                  <a:lnTo>
                    <a:pt x="99" y="21"/>
                  </a:lnTo>
                  <a:lnTo>
                    <a:pt x="40" y="40"/>
                  </a:lnTo>
                  <a:lnTo>
                    <a:pt x="20" y="100"/>
                  </a:lnTo>
                  <a:lnTo>
                    <a:pt x="0" y="159"/>
                  </a:lnTo>
                  <a:lnTo>
                    <a:pt x="0" y="159"/>
                  </a:lnTo>
                  <a:lnTo>
                    <a:pt x="20" y="238"/>
                  </a:lnTo>
                  <a:lnTo>
                    <a:pt x="40" y="278"/>
                  </a:lnTo>
                  <a:lnTo>
                    <a:pt x="99" y="318"/>
                  </a:lnTo>
                  <a:lnTo>
                    <a:pt x="159" y="337"/>
                  </a:lnTo>
                  <a:lnTo>
                    <a:pt x="159" y="337"/>
                  </a:lnTo>
                  <a:lnTo>
                    <a:pt x="218" y="337"/>
                  </a:lnTo>
                  <a:lnTo>
                    <a:pt x="258" y="318"/>
                  </a:lnTo>
                  <a:lnTo>
                    <a:pt x="1902" y="1962"/>
                  </a:lnTo>
                  <a:lnTo>
                    <a:pt x="1902" y="3071"/>
                  </a:lnTo>
                  <a:lnTo>
                    <a:pt x="218" y="4755"/>
                  </a:lnTo>
                  <a:lnTo>
                    <a:pt x="218" y="2735"/>
                  </a:lnTo>
                  <a:lnTo>
                    <a:pt x="218" y="2735"/>
                  </a:lnTo>
                  <a:lnTo>
                    <a:pt x="258" y="2715"/>
                  </a:lnTo>
                  <a:lnTo>
                    <a:pt x="297" y="2675"/>
                  </a:lnTo>
                  <a:lnTo>
                    <a:pt x="317" y="2616"/>
                  </a:lnTo>
                  <a:lnTo>
                    <a:pt x="337" y="2576"/>
                  </a:lnTo>
                  <a:lnTo>
                    <a:pt x="337" y="2576"/>
                  </a:lnTo>
                  <a:lnTo>
                    <a:pt x="317" y="2497"/>
                  </a:lnTo>
                  <a:lnTo>
                    <a:pt x="278" y="2457"/>
                  </a:lnTo>
                  <a:lnTo>
                    <a:pt x="238" y="2418"/>
                  </a:lnTo>
                  <a:lnTo>
                    <a:pt x="159" y="2398"/>
                  </a:lnTo>
                  <a:lnTo>
                    <a:pt x="159" y="2398"/>
                  </a:lnTo>
                  <a:lnTo>
                    <a:pt x="99" y="2418"/>
                  </a:lnTo>
                  <a:lnTo>
                    <a:pt x="40" y="2457"/>
                  </a:lnTo>
                  <a:lnTo>
                    <a:pt x="20" y="2497"/>
                  </a:lnTo>
                  <a:lnTo>
                    <a:pt x="0" y="2576"/>
                  </a:lnTo>
                  <a:lnTo>
                    <a:pt x="0" y="2576"/>
                  </a:lnTo>
                  <a:lnTo>
                    <a:pt x="0" y="2616"/>
                  </a:lnTo>
                  <a:lnTo>
                    <a:pt x="40" y="2675"/>
                  </a:lnTo>
                  <a:lnTo>
                    <a:pt x="79" y="2715"/>
                  </a:lnTo>
                  <a:lnTo>
                    <a:pt x="119" y="2735"/>
                  </a:lnTo>
                  <a:lnTo>
                    <a:pt x="119" y="31123"/>
                  </a:lnTo>
                  <a:lnTo>
                    <a:pt x="218" y="31123"/>
                  </a:lnTo>
                  <a:lnTo>
                    <a:pt x="218" y="4874"/>
                  </a:lnTo>
                  <a:lnTo>
                    <a:pt x="1981" y="3091"/>
                  </a:lnTo>
                  <a:lnTo>
                    <a:pt x="1981" y="1922"/>
                  </a:lnTo>
                  <a:lnTo>
                    <a:pt x="317" y="258"/>
                  </a:lnTo>
                  <a:lnTo>
                    <a:pt x="317" y="258"/>
                  </a:lnTo>
                  <a:lnTo>
                    <a:pt x="337" y="219"/>
                  </a:lnTo>
                  <a:lnTo>
                    <a:pt x="337" y="159"/>
                  </a:lnTo>
                  <a:lnTo>
                    <a:pt x="337" y="159"/>
                  </a:lnTo>
                  <a:lnTo>
                    <a:pt x="317" y="100"/>
                  </a:lnTo>
                  <a:lnTo>
                    <a:pt x="278" y="40"/>
                  </a:lnTo>
                  <a:lnTo>
                    <a:pt x="238" y="21"/>
                  </a:lnTo>
                  <a:lnTo>
                    <a:pt x="159"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26"/>
            <p:cNvSpPr/>
            <p:nvPr/>
          </p:nvSpPr>
          <p:spPr>
            <a:xfrm>
              <a:off x="614525" y="1073275"/>
              <a:ext cx="187725" cy="1361525"/>
            </a:xfrm>
            <a:custGeom>
              <a:avLst/>
              <a:gdLst/>
              <a:ahLst/>
              <a:cxnLst/>
              <a:rect l="l" t="t" r="r" b="b"/>
              <a:pathLst>
                <a:path w="7509" h="54461" extrusionOk="0">
                  <a:moveTo>
                    <a:pt x="5488" y="1"/>
                  </a:moveTo>
                  <a:lnTo>
                    <a:pt x="5428" y="21"/>
                  </a:lnTo>
                  <a:lnTo>
                    <a:pt x="5369" y="60"/>
                  </a:lnTo>
                  <a:lnTo>
                    <a:pt x="5349" y="120"/>
                  </a:lnTo>
                  <a:lnTo>
                    <a:pt x="5329" y="179"/>
                  </a:lnTo>
                  <a:lnTo>
                    <a:pt x="5329" y="239"/>
                  </a:lnTo>
                  <a:lnTo>
                    <a:pt x="5369" y="278"/>
                  </a:lnTo>
                  <a:lnTo>
                    <a:pt x="5408" y="318"/>
                  </a:lnTo>
                  <a:lnTo>
                    <a:pt x="5448" y="338"/>
                  </a:lnTo>
                  <a:lnTo>
                    <a:pt x="5448" y="8143"/>
                  </a:lnTo>
                  <a:lnTo>
                    <a:pt x="7409" y="10104"/>
                  </a:lnTo>
                  <a:lnTo>
                    <a:pt x="7409" y="17216"/>
                  </a:lnTo>
                  <a:lnTo>
                    <a:pt x="5448" y="19177"/>
                  </a:lnTo>
                  <a:lnTo>
                    <a:pt x="5448" y="27122"/>
                  </a:lnTo>
                  <a:lnTo>
                    <a:pt x="3011" y="29558"/>
                  </a:lnTo>
                  <a:lnTo>
                    <a:pt x="3011" y="34412"/>
                  </a:lnTo>
                  <a:lnTo>
                    <a:pt x="4418" y="35818"/>
                  </a:lnTo>
                  <a:lnTo>
                    <a:pt x="4418" y="39206"/>
                  </a:lnTo>
                  <a:lnTo>
                    <a:pt x="2060" y="36849"/>
                  </a:lnTo>
                  <a:lnTo>
                    <a:pt x="2060" y="28904"/>
                  </a:lnTo>
                  <a:lnTo>
                    <a:pt x="79" y="26943"/>
                  </a:lnTo>
                  <a:lnTo>
                    <a:pt x="79" y="19831"/>
                  </a:lnTo>
                  <a:lnTo>
                    <a:pt x="2060" y="17870"/>
                  </a:lnTo>
                  <a:lnTo>
                    <a:pt x="2060" y="10065"/>
                  </a:lnTo>
                  <a:lnTo>
                    <a:pt x="2100" y="10045"/>
                  </a:lnTo>
                  <a:lnTo>
                    <a:pt x="2140" y="10005"/>
                  </a:lnTo>
                  <a:lnTo>
                    <a:pt x="2179" y="9966"/>
                  </a:lnTo>
                  <a:lnTo>
                    <a:pt x="2179" y="9906"/>
                  </a:lnTo>
                  <a:lnTo>
                    <a:pt x="2160" y="9847"/>
                  </a:lnTo>
                  <a:lnTo>
                    <a:pt x="2140" y="9787"/>
                  </a:lnTo>
                  <a:lnTo>
                    <a:pt x="2080" y="9748"/>
                  </a:lnTo>
                  <a:lnTo>
                    <a:pt x="1942" y="9748"/>
                  </a:lnTo>
                  <a:lnTo>
                    <a:pt x="1902" y="9787"/>
                  </a:lnTo>
                  <a:lnTo>
                    <a:pt x="1862" y="9847"/>
                  </a:lnTo>
                  <a:lnTo>
                    <a:pt x="1843" y="9906"/>
                  </a:lnTo>
                  <a:lnTo>
                    <a:pt x="1862" y="9966"/>
                  </a:lnTo>
                  <a:lnTo>
                    <a:pt x="1882" y="10005"/>
                  </a:lnTo>
                  <a:lnTo>
                    <a:pt x="1922" y="10045"/>
                  </a:lnTo>
                  <a:lnTo>
                    <a:pt x="1961" y="10065"/>
                  </a:lnTo>
                  <a:lnTo>
                    <a:pt x="1961" y="17830"/>
                  </a:lnTo>
                  <a:lnTo>
                    <a:pt x="0" y="19792"/>
                  </a:lnTo>
                  <a:lnTo>
                    <a:pt x="0" y="26983"/>
                  </a:lnTo>
                  <a:lnTo>
                    <a:pt x="1961" y="28944"/>
                  </a:lnTo>
                  <a:lnTo>
                    <a:pt x="1961" y="36888"/>
                  </a:lnTo>
                  <a:lnTo>
                    <a:pt x="4418" y="39325"/>
                  </a:lnTo>
                  <a:lnTo>
                    <a:pt x="4418" y="54460"/>
                  </a:lnTo>
                  <a:lnTo>
                    <a:pt x="4497" y="54460"/>
                  </a:lnTo>
                  <a:lnTo>
                    <a:pt x="4497" y="39285"/>
                  </a:lnTo>
                  <a:lnTo>
                    <a:pt x="4497" y="33540"/>
                  </a:lnTo>
                  <a:lnTo>
                    <a:pt x="7508" y="30529"/>
                  </a:lnTo>
                  <a:lnTo>
                    <a:pt x="7508" y="20505"/>
                  </a:lnTo>
                  <a:lnTo>
                    <a:pt x="7409" y="20505"/>
                  </a:lnTo>
                  <a:lnTo>
                    <a:pt x="7409" y="30509"/>
                  </a:lnTo>
                  <a:lnTo>
                    <a:pt x="4497" y="33421"/>
                  </a:lnTo>
                  <a:lnTo>
                    <a:pt x="4497" y="32530"/>
                  </a:lnTo>
                  <a:lnTo>
                    <a:pt x="6518" y="30529"/>
                  </a:lnTo>
                  <a:lnTo>
                    <a:pt x="6518" y="23694"/>
                  </a:lnTo>
                  <a:lnTo>
                    <a:pt x="6439" y="23694"/>
                  </a:lnTo>
                  <a:lnTo>
                    <a:pt x="6439" y="30509"/>
                  </a:lnTo>
                  <a:lnTo>
                    <a:pt x="4418" y="32510"/>
                  </a:lnTo>
                  <a:lnTo>
                    <a:pt x="4418" y="35700"/>
                  </a:lnTo>
                  <a:lnTo>
                    <a:pt x="3091" y="34392"/>
                  </a:lnTo>
                  <a:lnTo>
                    <a:pt x="3091" y="29598"/>
                  </a:lnTo>
                  <a:lnTo>
                    <a:pt x="5547" y="27161"/>
                  </a:lnTo>
                  <a:lnTo>
                    <a:pt x="5547" y="19217"/>
                  </a:lnTo>
                  <a:lnTo>
                    <a:pt x="7508" y="17256"/>
                  </a:lnTo>
                  <a:lnTo>
                    <a:pt x="7508" y="10065"/>
                  </a:lnTo>
                  <a:lnTo>
                    <a:pt x="5547" y="8103"/>
                  </a:lnTo>
                  <a:lnTo>
                    <a:pt x="5547" y="338"/>
                  </a:lnTo>
                  <a:lnTo>
                    <a:pt x="5587" y="318"/>
                  </a:lnTo>
                  <a:lnTo>
                    <a:pt x="5626" y="278"/>
                  </a:lnTo>
                  <a:lnTo>
                    <a:pt x="5646" y="239"/>
                  </a:lnTo>
                  <a:lnTo>
                    <a:pt x="5666" y="179"/>
                  </a:lnTo>
                  <a:lnTo>
                    <a:pt x="5646" y="120"/>
                  </a:lnTo>
                  <a:lnTo>
                    <a:pt x="5607" y="60"/>
                  </a:lnTo>
                  <a:lnTo>
                    <a:pt x="5567" y="21"/>
                  </a:lnTo>
                  <a:lnTo>
                    <a:pt x="5488"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26"/>
            <p:cNvSpPr/>
            <p:nvPr/>
          </p:nvSpPr>
          <p:spPr>
            <a:xfrm>
              <a:off x="614525" y="1073275"/>
              <a:ext cx="187725" cy="1361525"/>
            </a:xfrm>
            <a:custGeom>
              <a:avLst/>
              <a:gdLst/>
              <a:ahLst/>
              <a:cxnLst/>
              <a:rect l="l" t="t" r="r" b="b"/>
              <a:pathLst>
                <a:path w="7509" h="54461" fill="none" extrusionOk="0">
                  <a:moveTo>
                    <a:pt x="5488" y="1"/>
                  </a:moveTo>
                  <a:lnTo>
                    <a:pt x="5488" y="1"/>
                  </a:lnTo>
                  <a:lnTo>
                    <a:pt x="5428" y="21"/>
                  </a:lnTo>
                  <a:lnTo>
                    <a:pt x="5369" y="60"/>
                  </a:lnTo>
                  <a:lnTo>
                    <a:pt x="5349" y="120"/>
                  </a:lnTo>
                  <a:lnTo>
                    <a:pt x="5329" y="179"/>
                  </a:lnTo>
                  <a:lnTo>
                    <a:pt x="5329" y="179"/>
                  </a:lnTo>
                  <a:lnTo>
                    <a:pt x="5329" y="239"/>
                  </a:lnTo>
                  <a:lnTo>
                    <a:pt x="5369" y="278"/>
                  </a:lnTo>
                  <a:lnTo>
                    <a:pt x="5408" y="318"/>
                  </a:lnTo>
                  <a:lnTo>
                    <a:pt x="5448" y="338"/>
                  </a:lnTo>
                  <a:lnTo>
                    <a:pt x="5448" y="8143"/>
                  </a:lnTo>
                  <a:lnTo>
                    <a:pt x="7409" y="10104"/>
                  </a:lnTo>
                  <a:lnTo>
                    <a:pt x="7409" y="17216"/>
                  </a:lnTo>
                  <a:lnTo>
                    <a:pt x="5448" y="19177"/>
                  </a:lnTo>
                  <a:lnTo>
                    <a:pt x="5448" y="27122"/>
                  </a:lnTo>
                  <a:lnTo>
                    <a:pt x="3011" y="29558"/>
                  </a:lnTo>
                  <a:lnTo>
                    <a:pt x="3011" y="34412"/>
                  </a:lnTo>
                  <a:lnTo>
                    <a:pt x="4418" y="35818"/>
                  </a:lnTo>
                  <a:lnTo>
                    <a:pt x="4418" y="39206"/>
                  </a:lnTo>
                  <a:lnTo>
                    <a:pt x="2060" y="36849"/>
                  </a:lnTo>
                  <a:lnTo>
                    <a:pt x="2060" y="28904"/>
                  </a:lnTo>
                  <a:lnTo>
                    <a:pt x="79" y="26943"/>
                  </a:lnTo>
                  <a:lnTo>
                    <a:pt x="79" y="19831"/>
                  </a:lnTo>
                  <a:lnTo>
                    <a:pt x="2060" y="17870"/>
                  </a:lnTo>
                  <a:lnTo>
                    <a:pt x="2060" y="10065"/>
                  </a:lnTo>
                  <a:lnTo>
                    <a:pt x="2060" y="10065"/>
                  </a:lnTo>
                  <a:lnTo>
                    <a:pt x="2100" y="10045"/>
                  </a:lnTo>
                  <a:lnTo>
                    <a:pt x="2140" y="10005"/>
                  </a:lnTo>
                  <a:lnTo>
                    <a:pt x="2179" y="9966"/>
                  </a:lnTo>
                  <a:lnTo>
                    <a:pt x="2179" y="9906"/>
                  </a:lnTo>
                  <a:lnTo>
                    <a:pt x="2179" y="9906"/>
                  </a:lnTo>
                  <a:lnTo>
                    <a:pt x="2160" y="9847"/>
                  </a:lnTo>
                  <a:lnTo>
                    <a:pt x="2140" y="9787"/>
                  </a:lnTo>
                  <a:lnTo>
                    <a:pt x="2080" y="9748"/>
                  </a:lnTo>
                  <a:lnTo>
                    <a:pt x="2021" y="9748"/>
                  </a:lnTo>
                  <a:lnTo>
                    <a:pt x="2021" y="9748"/>
                  </a:lnTo>
                  <a:lnTo>
                    <a:pt x="1942" y="9748"/>
                  </a:lnTo>
                  <a:lnTo>
                    <a:pt x="1902" y="9787"/>
                  </a:lnTo>
                  <a:lnTo>
                    <a:pt x="1862" y="9847"/>
                  </a:lnTo>
                  <a:lnTo>
                    <a:pt x="1843" y="9906"/>
                  </a:lnTo>
                  <a:lnTo>
                    <a:pt x="1843" y="9906"/>
                  </a:lnTo>
                  <a:lnTo>
                    <a:pt x="1862" y="9966"/>
                  </a:lnTo>
                  <a:lnTo>
                    <a:pt x="1882" y="10005"/>
                  </a:lnTo>
                  <a:lnTo>
                    <a:pt x="1922" y="10045"/>
                  </a:lnTo>
                  <a:lnTo>
                    <a:pt x="1961" y="10065"/>
                  </a:lnTo>
                  <a:lnTo>
                    <a:pt x="1961" y="17830"/>
                  </a:lnTo>
                  <a:lnTo>
                    <a:pt x="0" y="19792"/>
                  </a:lnTo>
                  <a:lnTo>
                    <a:pt x="0" y="26983"/>
                  </a:lnTo>
                  <a:lnTo>
                    <a:pt x="1961" y="28944"/>
                  </a:lnTo>
                  <a:lnTo>
                    <a:pt x="1961" y="36888"/>
                  </a:lnTo>
                  <a:lnTo>
                    <a:pt x="4418" y="39325"/>
                  </a:lnTo>
                  <a:lnTo>
                    <a:pt x="4418" y="54460"/>
                  </a:lnTo>
                  <a:lnTo>
                    <a:pt x="4497" y="54460"/>
                  </a:lnTo>
                  <a:lnTo>
                    <a:pt x="4497" y="39285"/>
                  </a:lnTo>
                  <a:lnTo>
                    <a:pt x="4497" y="33540"/>
                  </a:lnTo>
                  <a:lnTo>
                    <a:pt x="7508" y="30529"/>
                  </a:lnTo>
                  <a:lnTo>
                    <a:pt x="7508" y="20505"/>
                  </a:lnTo>
                  <a:lnTo>
                    <a:pt x="7409" y="20505"/>
                  </a:lnTo>
                  <a:lnTo>
                    <a:pt x="7409" y="30509"/>
                  </a:lnTo>
                  <a:lnTo>
                    <a:pt x="4497" y="33421"/>
                  </a:lnTo>
                  <a:lnTo>
                    <a:pt x="4497" y="32530"/>
                  </a:lnTo>
                  <a:lnTo>
                    <a:pt x="6518" y="30529"/>
                  </a:lnTo>
                  <a:lnTo>
                    <a:pt x="6518" y="23694"/>
                  </a:lnTo>
                  <a:lnTo>
                    <a:pt x="6439" y="23694"/>
                  </a:lnTo>
                  <a:lnTo>
                    <a:pt x="6439" y="30509"/>
                  </a:lnTo>
                  <a:lnTo>
                    <a:pt x="4418" y="32510"/>
                  </a:lnTo>
                  <a:lnTo>
                    <a:pt x="4418" y="35700"/>
                  </a:lnTo>
                  <a:lnTo>
                    <a:pt x="3091" y="34392"/>
                  </a:lnTo>
                  <a:lnTo>
                    <a:pt x="3091" y="29598"/>
                  </a:lnTo>
                  <a:lnTo>
                    <a:pt x="5547" y="27161"/>
                  </a:lnTo>
                  <a:lnTo>
                    <a:pt x="5547" y="19217"/>
                  </a:lnTo>
                  <a:lnTo>
                    <a:pt x="7508" y="17256"/>
                  </a:lnTo>
                  <a:lnTo>
                    <a:pt x="7508" y="10065"/>
                  </a:lnTo>
                  <a:lnTo>
                    <a:pt x="5547" y="8103"/>
                  </a:lnTo>
                  <a:lnTo>
                    <a:pt x="5547" y="338"/>
                  </a:lnTo>
                  <a:lnTo>
                    <a:pt x="5547" y="338"/>
                  </a:lnTo>
                  <a:lnTo>
                    <a:pt x="5587" y="318"/>
                  </a:lnTo>
                  <a:lnTo>
                    <a:pt x="5626" y="278"/>
                  </a:lnTo>
                  <a:lnTo>
                    <a:pt x="5646" y="239"/>
                  </a:lnTo>
                  <a:lnTo>
                    <a:pt x="5666" y="179"/>
                  </a:lnTo>
                  <a:lnTo>
                    <a:pt x="5666" y="179"/>
                  </a:lnTo>
                  <a:lnTo>
                    <a:pt x="5646" y="120"/>
                  </a:lnTo>
                  <a:lnTo>
                    <a:pt x="5607" y="60"/>
                  </a:lnTo>
                  <a:lnTo>
                    <a:pt x="5567" y="21"/>
                  </a:lnTo>
                  <a:lnTo>
                    <a:pt x="5488"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26"/>
            <p:cNvSpPr/>
            <p:nvPr/>
          </p:nvSpPr>
          <p:spPr>
            <a:xfrm>
              <a:off x="771025" y="1035650"/>
              <a:ext cx="129275" cy="1399150"/>
            </a:xfrm>
            <a:custGeom>
              <a:avLst/>
              <a:gdLst/>
              <a:ahLst/>
              <a:cxnLst/>
              <a:rect l="l" t="t" r="r" b="b"/>
              <a:pathLst>
                <a:path w="5171" h="55966" extrusionOk="0">
                  <a:moveTo>
                    <a:pt x="4953" y="0"/>
                  </a:moveTo>
                  <a:lnTo>
                    <a:pt x="4894" y="40"/>
                  </a:lnTo>
                  <a:lnTo>
                    <a:pt x="4854" y="99"/>
                  </a:lnTo>
                  <a:lnTo>
                    <a:pt x="4834" y="159"/>
                  </a:lnTo>
                  <a:lnTo>
                    <a:pt x="4854" y="218"/>
                  </a:lnTo>
                  <a:lnTo>
                    <a:pt x="4874" y="258"/>
                  </a:lnTo>
                  <a:lnTo>
                    <a:pt x="4913" y="297"/>
                  </a:lnTo>
                  <a:lnTo>
                    <a:pt x="4973" y="317"/>
                  </a:lnTo>
                  <a:lnTo>
                    <a:pt x="4973" y="12956"/>
                  </a:lnTo>
                  <a:lnTo>
                    <a:pt x="3012" y="14918"/>
                  </a:lnTo>
                  <a:lnTo>
                    <a:pt x="3012" y="32014"/>
                  </a:lnTo>
                  <a:lnTo>
                    <a:pt x="0" y="35006"/>
                  </a:lnTo>
                  <a:lnTo>
                    <a:pt x="0" y="55965"/>
                  </a:lnTo>
                  <a:lnTo>
                    <a:pt x="80" y="55965"/>
                  </a:lnTo>
                  <a:lnTo>
                    <a:pt x="80" y="35045"/>
                  </a:lnTo>
                  <a:lnTo>
                    <a:pt x="3091" y="32034"/>
                  </a:lnTo>
                  <a:lnTo>
                    <a:pt x="3091" y="14957"/>
                  </a:lnTo>
                  <a:lnTo>
                    <a:pt x="5052" y="12996"/>
                  </a:lnTo>
                  <a:lnTo>
                    <a:pt x="5052" y="317"/>
                  </a:lnTo>
                  <a:lnTo>
                    <a:pt x="5092" y="297"/>
                  </a:lnTo>
                  <a:lnTo>
                    <a:pt x="5131" y="258"/>
                  </a:lnTo>
                  <a:lnTo>
                    <a:pt x="5171" y="218"/>
                  </a:lnTo>
                  <a:lnTo>
                    <a:pt x="5171" y="159"/>
                  </a:lnTo>
                  <a:lnTo>
                    <a:pt x="5171" y="99"/>
                  </a:lnTo>
                  <a:lnTo>
                    <a:pt x="5131" y="40"/>
                  </a:lnTo>
                  <a:lnTo>
                    <a:pt x="5072"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26"/>
            <p:cNvSpPr/>
            <p:nvPr/>
          </p:nvSpPr>
          <p:spPr>
            <a:xfrm>
              <a:off x="771025" y="1035650"/>
              <a:ext cx="129275" cy="1399150"/>
            </a:xfrm>
            <a:custGeom>
              <a:avLst/>
              <a:gdLst/>
              <a:ahLst/>
              <a:cxnLst/>
              <a:rect l="l" t="t" r="r" b="b"/>
              <a:pathLst>
                <a:path w="5171" h="55966" fill="none" extrusionOk="0">
                  <a:moveTo>
                    <a:pt x="5012" y="0"/>
                  </a:moveTo>
                  <a:lnTo>
                    <a:pt x="5012" y="0"/>
                  </a:lnTo>
                  <a:lnTo>
                    <a:pt x="4953" y="0"/>
                  </a:lnTo>
                  <a:lnTo>
                    <a:pt x="4894" y="40"/>
                  </a:lnTo>
                  <a:lnTo>
                    <a:pt x="4854" y="99"/>
                  </a:lnTo>
                  <a:lnTo>
                    <a:pt x="4834" y="159"/>
                  </a:lnTo>
                  <a:lnTo>
                    <a:pt x="4834" y="159"/>
                  </a:lnTo>
                  <a:lnTo>
                    <a:pt x="4854" y="218"/>
                  </a:lnTo>
                  <a:lnTo>
                    <a:pt x="4874" y="258"/>
                  </a:lnTo>
                  <a:lnTo>
                    <a:pt x="4913" y="297"/>
                  </a:lnTo>
                  <a:lnTo>
                    <a:pt x="4973" y="317"/>
                  </a:lnTo>
                  <a:lnTo>
                    <a:pt x="4973" y="12956"/>
                  </a:lnTo>
                  <a:lnTo>
                    <a:pt x="3012" y="14918"/>
                  </a:lnTo>
                  <a:lnTo>
                    <a:pt x="3012" y="32014"/>
                  </a:lnTo>
                  <a:lnTo>
                    <a:pt x="0" y="35006"/>
                  </a:lnTo>
                  <a:lnTo>
                    <a:pt x="0" y="55965"/>
                  </a:lnTo>
                  <a:lnTo>
                    <a:pt x="80" y="55965"/>
                  </a:lnTo>
                  <a:lnTo>
                    <a:pt x="80" y="35045"/>
                  </a:lnTo>
                  <a:lnTo>
                    <a:pt x="3091" y="32034"/>
                  </a:lnTo>
                  <a:lnTo>
                    <a:pt x="3091" y="14957"/>
                  </a:lnTo>
                  <a:lnTo>
                    <a:pt x="5052" y="12996"/>
                  </a:lnTo>
                  <a:lnTo>
                    <a:pt x="5052" y="317"/>
                  </a:lnTo>
                  <a:lnTo>
                    <a:pt x="5052" y="317"/>
                  </a:lnTo>
                  <a:lnTo>
                    <a:pt x="5092" y="297"/>
                  </a:lnTo>
                  <a:lnTo>
                    <a:pt x="5131" y="258"/>
                  </a:lnTo>
                  <a:lnTo>
                    <a:pt x="5171" y="218"/>
                  </a:lnTo>
                  <a:lnTo>
                    <a:pt x="5171" y="159"/>
                  </a:lnTo>
                  <a:lnTo>
                    <a:pt x="5171" y="159"/>
                  </a:lnTo>
                  <a:lnTo>
                    <a:pt x="5171" y="99"/>
                  </a:lnTo>
                  <a:lnTo>
                    <a:pt x="5131" y="40"/>
                  </a:lnTo>
                  <a:lnTo>
                    <a:pt x="5072" y="0"/>
                  </a:lnTo>
                  <a:lnTo>
                    <a:pt x="5012"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26"/>
            <p:cNvSpPr/>
            <p:nvPr/>
          </p:nvSpPr>
          <p:spPr>
            <a:xfrm>
              <a:off x="747750" y="1264950"/>
              <a:ext cx="130275" cy="1169850"/>
            </a:xfrm>
            <a:custGeom>
              <a:avLst/>
              <a:gdLst/>
              <a:ahLst/>
              <a:cxnLst/>
              <a:rect l="l" t="t" r="r" b="b"/>
              <a:pathLst>
                <a:path w="5211" h="46794" extrusionOk="0">
                  <a:moveTo>
                    <a:pt x="5052" y="1"/>
                  </a:moveTo>
                  <a:lnTo>
                    <a:pt x="4973" y="20"/>
                  </a:lnTo>
                  <a:lnTo>
                    <a:pt x="4933" y="60"/>
                  </a:lnTo>
                  <a:lnTo>
                    <a:pt x="4893" y="100"/>
                  </a:lnTo>
                  <a:lnTo>
                    <a:pt x="4874" y="179"/>
                  </a:lnTo>
                  <a:lnTo>
                    <a:pt x="4874" y="218"/>
                  </a:lnTo>
                  <a:lnTo>
                    <a:pt x="4893" y="258"/>
                  </a:lnTo>
                  <a:lnTo>
                    <a:pt x="4953" y="317"/>
                  </a:lnTo>
                  <a:lnTo>
                    <a:pt x="4953" y="3349"/>
                  </a:lnTo>
                  <a:lnTo>
                    <a:pt x="2992" y="5310"/>
                  </a:lnTo>
                  <a:lnTo>
                    <a:pt x="2992" y="22882"/>
                  </a:lnTo>
                  <a:lnTo>
                    <a:pt x="0" y="25873"/>
                  </a:lnTo>
                  <a:lnTo>
                    <a:pt x="0" y="46793"/>
                  </a:lnTo>
                  <a:lnTo>
                    <a:pt x="99" y="46793"/>
                  </a:lnTo>
                  <a:lnTo>
                    <a:pt x="99" y="25913"/>
                  </a:lnTo>
                  <a:lnTo>
                    <a:pt x="3091" y="22921"/>
                  </a:lnTo>
                  <a:lnTo>
                    <a:pt x="3091" y="5349"/>
                  </a:lnTo>
                  <a:lnTo>
                    <a:pt x="5052" y="3388"/>
                  </a:lnTo>
                  <a:lnTo>
                    <a:pt x="5052" y="337"/>
                  </a:lnTo>
                  <a:lnTo>
                    <a:pt x="5111" y="317"/>
                  </a:lnTo>
                  <a:lnTo>
                    <a:pt x="5171" y="298"/>
                  </a:lnTo>
                  <a:lnTo>
                    <a:pt x="5191" y="238"/>
                  </a:lnTo>
                  <a:lnTo>
                    <a:pt x="5210" y="179"/>
                  </a:lnTo>
                  <a:lnTo>
                    <a:pt x="5191" y="100"/>
                  </a:lnTo>
                  <a:lnTo>
                    <a:pt x="5171" y="60"/>
                  </a:lnTo>
                  <a:lnTo>
                    <a:pt x="5111" y="20"/>
                  </a:lnTo>
                  <a:lnTo>
                    <a:pt x="5052"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26"/>
            <p:cNvSpPr/>
            <p:nvPr/>
          </p:nvSpPr>
          <p:spPr>
            <a:xfrm>
              <a:off x="747750" y="1264950"/>
              <a:ext cx="130275" cy="1169850"/>
            </a:xfrm>
            <a:custGeom>
              <a:avLst/>
              <a:gdLst/>
              <a:ahLst/>
              <a:cxnLst/>
              <a:rect l="l" t="t" r="r" b="b"/>
              <a:pathLst>
                <a:path w="5211" h="46794" fill="none" extrusionOk="0">
                  <a:moveTo>
                    <a:pt x="5052" y="1"/>
                  </a:moveTo>
                  <a:lnTo>
                    <a:pt x="5052" y="1"/>
                  </a:lnTo>
                  <a:lnTo>
                    <a:pt x="5052" y="1"/>
                  </a:lnTo>
                  <a:lnTo>
                    <a:pt x="5052" y="1"/>
                  </a:lnTo>
                  <a:lnTo>
                    <a:pt x="4973" y="20"/>
                  </a:lnTo>
                  <a:lnTo>
                    <a:pt x="4933" y="60"/>
                  </a:lnTo>
                  <a:lnTo>
                    <a:pt x="4893" y="100"/>
                  </a:lnTo>
                  <a:lnTo>
                    <a:pt x="4874" y="179"/>
                  </a:lnTo>
                  <a:lnTo>
                    <a:pt x="4874" y="179"/>
                  </a:lnTo>
                  <a:lnTo>
                    <a:pt x="4874" y="218"/>
                  </a:lnTo>
                  <a:lnTo>
                    <a:pt x="4893" y="258"/>
                  </a:lnTo>
                  <a:lnTo>
                    <a:pt x="4953" y="317"/>
                  </a:lnTo>
                  <a:lnTo>
                    <a:pt x="4953" y="3349"/>
                  </a:lnTo>
                  <a:lnTo>
                    <a:pt x="2992" y="5310"/>
                  </a:lnTo>
                  <a:lnTo>
                    <a:pt x="2992" y="22882"/>
                  </a:lnTo>
                  <a:lnTo>
                    <a:pt x="0" y="25873"/>
                  </a:lnTo>
                  <a:lnTo>
                    <a:pt x="0" y="46793"/>
                  </a:lnTo>
                  <a:lnTo>
                    <a:pt x="99" y="46793"/>
                  </a:lnTo>
                  <a:lnTo>
                    <a:pt x="99" y="25913"/>
                  </a:lnTo>
                  <a:lnTo>
                    <a:pt x="3091" y="22921"/>
                  </a:lnTo>
                  <a:lnTo>
                    <a:pt x="3091" y="5349"/>
                  </a:lnTo>
                  <a:lnTo>
                    <a:pt x="5052" y="3388"/>
                  </a:lnTo>
                  <a:lnTo>
                    <a:pt x="5052" y="337"/>
                  </a:lnTo>
                  <a:lnTo>
                    <a:pt x="5052" y="337"/>
                  </a:lnTo>
                  <a:lnTo>
                    <a:pt x="5111" y="317"/>
                  </a:lnTo>
                  <a:lnTo>
                    <a:pt x="5171" y="298"/>
                  </a:lnTo>
                  <a:lnTo>
                    <a:pt x="5191" y="238"/>
                  </a:lnTo>
                  <a:lnTo>
                    <a:pt x="5210" y="179"/>
                  </a:lnTo>
                  <a:lnTo>
                    <a:pt x="5210" y="179"/>
                  </a:lnTo>
                  <a:lnTo>
                    <a:pt x="5191" y="100"/>
                  </a:lnTo>
                  <a:lnTo>
                    <a:pt x="5171" y="60"/>
                  </a:lnTo>
                  <a:lnTo>
                    <a:pt x="5111" y="20"/>
                  </a:lnTo>
                  <a:lnTo>
                    <a:pt x="5052"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22" name="Google Shape;2122;p26"/>
          <p:cNvGrpSpPr/>
          <p:nvPr/>
        </p:nvGrpSpPr>
        <p:grpSpPr>
          <a:xfrm rot="7200144">
            <a:off x="-2238710" y="-395374"/>
            <a:ext cx="3689443" cy="3228255"/>
            <a:chOff x="1067625" y="-1658125"/>
            <a:chExt cx="2887550" cy="2526600"/>
          </a:xfrm>
        </p:grpSpPr>
        <p:sp>
          <p:nvSpPr>
            <p:cNvPr id="2123" name="Google Shape;2123;p26"/>
            <p:cNvSpPr/>
            <p:nvPr/>
          </p:nvSpPr>
          <p:spPr>
            <a:xfrm>
              <a:off x="1067625" y="-1658125"/>
              <a:ext cx="2887550" cy="2526600"/>
            </a:xfrm>
            <a:custGeom>
              <a:avLst/>
              <a:gdLst/>
              <a:ahLst/>
              <a:cxnLst/>
              <a:rect l="l" t="t" r="r" b="b"/>
              <a:pathLst>
                <a:path w="115502" h="101064" extrusionOk="0">
                  <a:moveTo>
                    <a:pt x="49765" y="12202"/>
                  </a:moveTo>
                  <a:lnTo>
                    <a:pt x="49893" y="12585"/>
                  </a:lnTo>
                  <a:lnTo>
                    <a:pt x="50148" y="12905"/>
                  </a:lnTo>
                  <a:lnTo>
                    <a:pt x="50468" y="13097"/>
                  </a:lnTo>
                  <a:lnTo>
                    <a:pt x="50659" y="13160"/>
                  </a:lnTo>
                  <a:lnTo>
                    <a:pt x="50851" y="13224"/>
                  </a:lnTo>
                  <a:lnTo>
                    <a:pt x="51107" y="13160"/>
                  </a:lnTo>
                  <a:lnTo>
                    <a:pt x="51298" y="13097"/>
                  </a:lnTo>
                  <a:lnTo>
                    <a:pt x="56601" y="22232"/>
                  </a:lnTo>
                  <a:lnTo>
                    <a:pt x="56409" y="22423"/>
                  </a:lnTo>
                  <a:lnTo>
                    <a:pt x="56281" y="22615"/>
                  </a:lnTo>
                  <a:lnTo>
                    <a:pt x="56153" y="22871"/>
                  </a:lnTo>
                  <a:lnTo>
                    <a:pt x="56153" y="23126"/>
                  </a:lnTo>
                  <a:lnTo>
                    <a:pt x="56153" y="23382"/>
                  </a:lnTo>
                  <a:lnTo>
                    <a:pt x="56281" y="23637"/>
                  </a:lnTo>
                  <a:lnTo>
                    <a:pt x="56409" y="23829"/>
                  </a:lnTo>
                  <a:lnTo>
                    <a:pt x="56601" y="24021"/>
                  </a:lnTo>
                  <a:lnTo>
                    <a:pt x="51298" y="33156"/>
                  </a:lnTo>
                  <a:lnTo>
                    <a:pt x="51107" y="33092"/>
                  </a:lnTo>
                  <a:lnTo>
                    <a:pt x="50659" y="33092"/>
                  </a:lnTo>
                  <a:lnTo>
                    <a:pt x="50468" y="33156"/>
                  </a:lnTo>
                  <a:lnTo>
                    <a:pt x="50148" y="33347"/>
                  </a:lnTo>
                  <a:lnTo>
                    <a:pt x="49893" y="33667"/>
                  </a:lnTo>
                  <a:lnTo>
                    <a:pt x="49765" y="34050"/>
                  </a:lnTo>
                  <a:lnTo>
                    <a:pt x="39224" y="34050"/>
                  </a:lnTo>
                  <a:lnTo>
                    <a:pt x="39097" y="33667"/>
                  </a:lnTo>
                  <a:lnTo>
                    <a:pt x="38841" y="33347"/>
                  </a:lnTo>
                  <a:lnTo>
                    <a:pt x="38522" y="33156"/>
                  </a:lnTo>
                  <a:lnTo>
                    <a:pt x="38330" y="33092"/>
                  </a:lnTo>
                  <a:lnTo>
                    <a:pt x="37883" y="33092"/>
                  </a:lnTo>
                  <a:lnTo>
                    <a:pt x="37691" y="33156"/>
                  </a:lnTo>
                  <a:lnTo>
                    <a:pt x="32261" y="23765"/>
                  </a:lnTo>
                  <a:lnTo>
                    <a:pt x="32517" y="23637"/>
                  </a:lnTo>
                  <a:lnTo>
                    <a:pt x="32708" y="23382"/>
                  </a:lnTo>
                  <a:lnTo>
                    <a:pt x="32836" y="23126"/>
                  </a:lnTo>
                  <a:lnTo>
                    <a:pt x="32836" y="22807"/>
                  </a:lnTo>
                  <a:lnTo>
                    <a:pt x="32836" y="22615"/>
                  </a:lnTo>
                  <a:lnTo>
                    <a:pt x="32772" y="22360"/>
                  </a:lnTo>
                  <a:lnTo>
                    <a:pt x="32644" y="22168"/>
                  </a:lnTo>
                  <a:lnTo>
                    <a:pt x="32517" y="22040"/>
                  </a:lnTo>
                  <a:lnTo>
                    <a:pt x="37691" y="13097"/>
                  </a:lnTo>
                  <a:lnTo>
                    <a:pt x="37883" y="13160"/>
                  </a:lnTo>
                  <a:lnTo>
                    <a:pt x="38138" y="13224"/>
                  </a:lnTo>
                  <a:lnTo>
                    <a:pt x="38330" y="13160"/>
                  </a:lnTo>
                  <a:lnTo>
                    <a:pt x="38522" y="13097"/>
                  </a:lnTo>
                  <a:lnTo>
                    <a:pt x="38841" y="12905"/>
                  </a:lnTo>
                  <a:lnTo>
                    <a:pt x="39097" y="12585"/>
                  </a:lnTo>
                  <a:lnTo>
                    <a:pt x="39224" y="12202"/>
                  </a:lnTo>
                  <a:close/>
                  <a:moveTo>
                    <a:pt x="87967" y="12202"/>
                  </a:moveTo>
                  <a:lnTo>
                    <a:pt x="88031" y="12585"/>
                  </a:lnTo>
                  <a:lnTo>
                    <a:pt x="88287" y="12905"/>
                  </a:lnTo>
                  <a:lnTo>
                    <a:pt x="88606" y="13097"/>
                  </a:lnTo>
                  <a:lnTo>
                    <a:pt x="88798" y="13160"/>
                  </a:lnTo>
                  <a:lnTo>
                    <a:pt x="88989" y="13224"/>
                  </a:lnTo>
                  <a:lnTo>
                    <a:pt x="89245" y="13160"/>
                  </a:lnTo>
                  <a:lnTo>
                    <a:pt x="89437" y="13097"/>
                  </a:lnTo>
                  <a:lnTo>
                    <a:pt x="94803" y="22360"/>
                  </a:lnTo>
                  <a:lnTo>
                    <a:pt x="94675" y="22487"/>
                  </a:lnTo>
                  <a:lnTo>
                    <a:pt x="94547" y="22679"/>
                  </a:lnTo>
                  <a:lnTo>
                    <a:pt x="94483" y="22934"/>
                  </a:lnTo>
                  <a:lnTo>
                    <a:pt x="94483" y="23126"/>
                  </a:lnTo>
                  <a:lnTo>
                    <a:pt x="94483" y="23382"/>
                  </a:lnTo>
                  <a:lnTo>
                    <a:pt x="94547" y="23573"/>
                  </a:lnTo>
                  <a:lnTo>
                    <a:pt x="94675" y="23765"/>
                  </a:lnTo>
                  <a:lnTo>
                    <a:pt x="94803" y="23893"/>
                  </a:lnTo>
                  <a:lnTo>
                    <a:pt x="91864" y="29003"/>
                  </a:lnTo>
                  <a:lnTo>
                    <a:pt x="89437" y="33156"/>
                  </a:lnTo>
                  <a:lnTo>
                    <a:pt x="89245" y="33092"/>
                  </a:lnTo>
                  <a:lnTo>
                    <a:pt x="88798" y="33092"/>
                  </a:lnTo>
                  <a:lnTo>
                    <a:pt x="88606" y="33156"/>
                  </a:lnTo>
                  <a:lnTo>
                    <a:pt x="88287" y="33347"/>
                  </a:lnTo>
                  <a:lnTo>
                    <a:pt x="88031" y="33667"/>
                  </a:lnTo>
                  <a:lnTo>
                    <a:pt x="87967" y="34050"/>
                  </a:lnTo>
                  <a:lnTo>
                    <a:pt x="77363" y="34050"/>
                  </a:lnTo>
                  <a:lnTo>
                    <a:pt x="77235" y="33667"/>
                  </a:lnTo>
                  <a:lnTo>
                    <a:pt x="77043" y="33347"/>
                  </a:lnTo>
                  <a:lnTo>
                    <a:pt x="76660" y="33156"/>
                  </a:lnTo>
                  <a:lnTo>
                    <a:pt x="76468" y="33092"/>
                  </a:lnTo>
                  <a:lnTo>
                    <a:pt x="76085" y="33092"/>
                  </a:lnTo>
                  <a:lnTo>
                    <a:pt x="75829" y="33156"/>
                  </a:lnTo>
                  <a:lnTo>
                    <a:pt x="70527" y="24021"/>
                  </a:lnTo>
                  <a:lnTo>
                    <a:pt x="70719" y="23829"/>
                  </a:lnTo>
                  <a:lnTo>
                    <a:pt x="70910" y="23637"/>
                  </a:lnTo>
                  <a:lnTo>
                    <a:pt x="70974" y="23382"/>
                  </a:lnTo>
                  <a:lnTo>
                    <a:pt x="71038" y="23126"/>
                  </a:lnTo>
                  <a:lnTo>
                    <a:pt x="70974" y="22871"/>
                  </a:lnTo>
                  <a:lnTo>
                    <a:pt x="70910" y="22615"/>
                  </a:lnTo>
                  <a:lnTo>
                    <a:pt x="70719" y="22423"/>
                  </a:lnTo>
                  <a:lnTo>
                    <a:pt x="70527" y="22232"/>
                  </a:lnTo>
                  <a:lnTo>
                    <a:pt x="75702" y="13352"/>
                  </a:lnTo>
                  <a:lnTo>
                    <a:pt x="75829" y="13097"/>
                  </a:lnTo>
                  <a:lnTo>
                    <a:pt x="76085" y="13160"/>
                  </a:lnTo>
                  <a:lnTo>
                    <a:pt x="76277" y="13224"/>
                  </a:lnTo>
                  <a:lnTo>
                    <a:pt x="76468" y="13160"/>
                  </a:lnTo>
                  <a:lnTo>
                    <a:pt x="76660" y="13097"/>
                  </a:lnTo>
                  <a:lnTo>
                    <a:pt x="77043" y="12905"/>
                  </a:lnTo>
                  <a:lnTo>
                    <a:pt x="77235" y="12585"/>
                  </a:lnTo>
                  <a:lnTo>
                    <a:pt x="77363" y="12202"/>
                  </a:lnTo>
                  <a:close/>
                  <a:moveTo>
                    <a:pt x="68866" y="23254"/>
                  </a:moveTo>
                  <a:lnTo>
                    <a:pt x="68994" y="23637"/>
                  </a:lnTo>
                  <a:lnTo>
                    <a:pt x="69186" y="23957"/>
                  </a:lnTo>
                  <a:lnTo>
                    <a:pt x="69569" y="24148"/>
                  </a:lnTo>
                  <a:lnTo>
                    <a:pt x="69761" y="24212"/>
                  </a:lnTo>
                  <a:lnTo>
                    <a:pt x="70144" y="24212"/>
                  </a:lnTo>
                  <a:lnTo>
                    <a:pt x="70399" y="24084"/>
                  </a:lnTo>
                  <a:lnTo>
                    <a:pt x="75702" y="33284"/>
                  </a:lnTo>
                  <a:lnTo>
                    <a:pt x="75510" y="33411"/>
                  </a:lnTo>
                  <a:lnTo>
                    <a:pt x="75318" y="33667"/>
                  </a:lnTo>
                  <a:lnTo>
                    <a:pt x="75255" y="33858"/>
                  </a:lnTo>
                  <a:lnTo>
                    <a:pt x="75191" y="34178"/>
                  </a:lnTo>
                  <a:lnTo>
                    <a:pt x="75255" y="34433"/>
                  </a:lnTo>
                  <a:lnTo>
                    <a:pt x="75318" y="34625"/>
                  </a:lnTo>
                  <a:lnTo>
                    <a:pt x="75510" y="34881"/>
                  </a:lnTo>
                  <a:lnTo>
                    <a:pt x="75702" y="35008"/>
                  </a:lnTo>
                  <a:lnTo>
                    <a:pt x="75446" y="35392"/>
                  </a:lnTo>
                  <a:lnTo>
                    <a:pt x="70463" y="44080"/>
                  </a:lnTo>
                  <a:lnTo>
                    <a:pt x="70080" y="44080"/>
                  </a:lnTo>
                  <a:lnTo>
                    <a:pt x="69888" y="44144"/>
                  </a:lnTo>
                  <a:lnTo>
                    <a:pt x="69505" y="44335"/>
                  </a:lnTo>
                  <a:lnTo>
                    <a:pt x="69313" y="44655"/>
                  </a:lnTo>
                  <a:lnTo>
                    <a:pt x="69186" y="45038"/>
                  </a:lnTo>
                  <a:lnTo>
                    <a:pt x="58325" y="45038"/>
                  </a:lnTo>
                  <a:lnTo>
                    <a:pt x="58198" y="44655"/>
                  </a:lnTo>
                  <a:lnTo>
                    <a:pt x="57942" y="44335"/>
                  </a:lnTo>
                  <a:lnTo>
                    <a:pt x="57623" y="44144"/>
                  </a:lnTo>
                  <a:lnTo>
                    <a:pt x="57431" y="44080"/>
                  </a:lnTo>
                  <a:lnTo>
                    <a:pt x="56984" y="44080"/>
                  </a:lnTo>
                  <a:lnTo>
                    <a:pt x="56792" y="44208"/>
                  </a:lnTo>
                  <a:lnTo>
                    <a:pt x="51490" y="35008"/>
                  </a:lnTo>
                  <a:lnTo>
                    <a:pt x="51682" y="34881"/>
                  </a:lnTo>
                  <a:lnTo>
                    <a:pt x="51809" y="34625"/>
                  </a:lnTo>
                  <a:lnTo>
                    <a:pt x="51873" y="34433"/>
                  </a:lnTo>
                  <a:lnTo>
                    <a:pt x="51937" y="34178"/>
                  </a:lnTo>
                  <a:lnTo>
                    <a:pt x="51873" y="33858"/>
                  </a:lnTo>
                  <a:lnTo>
                    <a:pt x="51809" y="33667"/>
                  </a:lnTo>
                  <a:lnTo>
                    <a:pt x="51682" y="33411"/>
                  </a:lnTo>
                  <a:lnTo>
                    <a:pt x="51490" y="33284"/>
                  </a:lnTo>
                  <a:lnTo>
                    <a:pt x="56792" y="24084"/>
                  </a:lnTo>
                  <a:lnTo>
                    <a:pt x="56984" y="24148"/>
                  </a:lnTo>
                  <a:lnTo>
                    <a:pt x="57239" y="24212"/>
                  </a:lnTo>
                  <a:lnTo>
                    <a:pt x="57431" y="24148"/>
                  </a:lnTo>
                  <a:lnTo>
                    <a:pt x="57623" y="24148"/>
                  </a:lnTo>
                  <a:lnTo>
                    <a:pt x="57942" y="23893"/>
                  </a:lnTo>
                  <a:lnTo>
                    <a:pt x="58198" y="23637"/>
                  </a:lnTo>
                  <a:lnTo>
                    <a:pt x="58262" y="23254"/>
                  </a:lnTo>
                  <a:close/>
                  <a:moveTo>
                    <a:pt x="87967" y="34242"/>
                  </a:moveTo>
                  <a:lnTo>
                    <a:pt x="88031" y="34625"/>
                  </a:lnTo>
                  <a:lnTo>
                    <a:pt x="88287" y="34944"/>
                  </a:lnTo>
                  <a:lnTo>
                    <a:pt x="88606" y="35136"/>
                  </a:lnTo>
                  <a:lnTo>
                    <a:pt x="88798" y="35200"/>
                  </a:lnTo>
                  <a:lnTo>
                    <a:pt x="89245" y="35200"/>
                  </a:lnTo>
                  <a:lnTo>
                    <a:pt x="89437" y="35136"/>
                  </a:lnTo>
                  <a:lnTo>
                    <a:pt x="91034" y="37819"/>
                  </a:lnTo>
                  <a:lnTo>
                    <a:pt x="94803" y="44399"/>
                  </a:lnTo>
                  <a:lnTo>
                    <a:pt x="94675" y="44527"/>
                  </a:lnTo>
                  <a:lnTo>
                    <a:pt x="94547" y="44719"/>
                  </a:lnTo>
                  <a:lnTo>
                    <a:pt x="94483" y="44910"/>
                  </a:lnTo>
                  <a:lnTo>
                    <a:pt x="94483" y="45166"/>
                  </a:lnTo>
                  <a:lnTo>
                    <a:pt x="94483" y="45357"/>
                  </a:lnTo>
                  <a:lnTo>
                    <a:pt x="94547" y="45613"/>
                  </a:lnTo>
                  <a:lnTo>
                    <a:pt x="94675" y="45805"/>
                  </a:lnTo>
                  <a:lnTo>
                    <a:pt x="94803" y="45932"/>
                  </a:lnTo>
                  <a:lnTo>
                    <a:pt x="89437" y="55195"/>
                  </a:lnTo>
                  <a:lnTo>
                    <a:pt x="89245" y="55132"/>
                  </a:lnTo>
                  <a:lnTo>
                    <a:pt x="88989" y="55068"/>
                  </a:lnTo>
                  <a:lnTo>
                    <a:pt x="88798" y="55132"/>
                  </a:lnTo>
                  <a:lnTo>
                    <a:pt x="88606" y="55195"/>
                  </a:lnTo>
                  <a:lnTo>
                    <a:pt x="88287" y="55387"/>
                  </a:lnTo>
                  <a:lnTo>
                    <a:pt x="88031" y="55706"/>
                  </a:lnTo>
                  <a:lnTo>
                    <a:pt x="87967" y="56090"/>
                  </a:lnTo>
                  <a:lnTo>
                    <a:pt x="77363" y="56090"/>
                  </a:lnTo>
                  <a:lnTo>
                    <a:pt x="77235" y="55706"/>
                  </a:lnTo>
                  <a:lnTo>
                    <a:pt x="77043" y="55387"/>
                  </a:lnTo>
                  <a:lnTo>
                    <a:pt x="76660" y="55195"/>
                  </a:lnTo>
                  <a:lnTo>
                    <a:pt x="76468" y="55132"/>
                  </a:lnTo>
                  <a:lnTo>
                    <a:pt x="76277" y="55068"/>
                  </a:lnTo>
                  <a:lnTo>
                    <a:pt x="76085" y="55132"/>
                  </a:lnTo>
                  <a:lnTo>
                    <a:pt x="75893" y="55195"/>
                  </a:lnTo>
                  <a:lnTo>
                    <a:pt x="75702" y="55259"/>
                  </a:lnTo>
                  <a:lnTo>
                    <a:pt x="75510" y="55387"/>
                  </a:lnTo>
                  <a:lnTo>
                    <a:pt x="75382" y="55579"/>
                  </a:lnTo>
                  <a:lnTo>
                    <a:pt x="75318" y="55770"/>
                  </a:lnTo>
                  <a:lnTo>
                    <a:pt x="75255" y="55962"/>
                  </a:lnTo>
                  <a:lnTo>
                    <a:pt x="75191" y="56154"/>
                  </a:lnTo>
                  <a:lnTo>
                    <a:pt x="75255" y="56409"/>
                  </a:lnTo>
                  <a:lnTo>
                    <a:pt x="75318" y="56665"/>
                  </a:lnTo>
                  <a:lnTo>
                    <a:pt x="75510" y="56920"/>
                  </a:lnTo>
                  <a:lnTo>
                    <a:pt x="75702" y="57048"/>
                  </a:lnTo>
                  <a:lnTo>
                    <a:pt x="70336" y="66311"/>
                  </a:lnTo>
                  <a:lnTo>
                    <a:pt x="70144" y="66247"/>
                  </a:lnTo>
                  <a:lnTo>
                    <a:pt x="69888" y="66247"/>
                  </a:lnTo>
                  <a:lnTo>
                    <a:pt x="69505" y="66311"/>
                  </a:lnTo>
                  <a:lnTo>
                    <a:pt x="69186" y="66503"/>
                  </a:lnTo>
                  <a:lnTo>
                    <a:pt x="68994" y="66758"/>
                  </a:lnTo>
                  <a:lnTo>
                    <a:pt x="68866" y="67078"/>
                  </a:lnTo>
                  <a:lnTo>
                    <a:pt x="58325" y="67078"/>
                  </a:lnTo>
                  <a:lnTo>
                    <a:pt x="58198" y="66758"/>
                  </a:lnTo>
                  <a:lnTo>
                    <a:pt x="57942" y="66503"/>
                  </a:lnTo>
                  <a:lnTo>
                    <a:pt x="57623" y="66311"/>
                  </a:lnTo>
                  <a:lnTo>
                    <a:pt x="57303" y="66247"/>
                  </a:lnTo>
                  <a:lnTo>
                    <a:pt x="57048" y="66247"/>
                  </a:lnTo>
                  <a:lnTo>
                    <a:pt x="56856" y="66311"/>
                  </a:lnTo>
                  <a:lnTo>
                    <a:pt x="56664" y="66439"/>
                  </a:lnTo>
                  <a:lnTo>
                    <a:pt x="56537" y="66567"/>
                  </a:lnTo>
                  <a:lnTo>
                    <a:pt x="56409" y="66694"/>
                  </a:lnTo>
                  <a:lnTo>
                    <a:pt x="56281" y="66886"/>
                  </a:lnTo>
                  <a:lnTo>
                    <a:pt x="56217" y="67078"/>
                  </a:lnTo>
                  <a:lnTo>
                    <a:pt x="56217" y="67333"/>
                  </a:lnTo>
                  <a:lnTo>
                    <a:pt x="56217" y="67525"/>
                  </a:lnTo>
                  <a:lnTo>
                    <a:pt x="56281" y="67780"/>
                  </a:lnTo>
                  <a:lnTo>
                    <a:pt x="56409" y="67972"/>
                  </a:lnTo>
                  <a:lnTo>
                    <a:pt x="56537" y="68100"/>
                  </a:lnTo>
                  <a:lnTo>
                    <a:pt x="53534" y="73402"/>
                  </a:lnTo>
                  <a:lnTo>
                    <a:pt x="51298" y="77235"/>
                  </a:lnTo>
                  <a:lnTo>
                    <a:pt x="51107" y="77171"/>
                  </a:lnTo>
                  <a:lnTo>
                    <a:pt x="50851" y="77107"/>
                  </a:lnTo>
                  <a:lnTo>
                    <a:pt x="50659" y="77171"/>
                  </a:lnTo>
                  <a:lnTo>
                    <a:pt x="50468" y="77171"/>
                  </a:lnTo>
                  <a:lnTo>
                    <a:pt x="50148" y="77427"/>
                  </a:lnTo>
                  <a:lnTo>
                    <a:pt x="49893" y="77682"/>
                  </a:lnTo>
                  <a:lnTo>
                    <a:pt x="49765" y="78065"/>
                  </a:lnTo>
                  <a:lnTo>
                    <a:pt x="39224" y="78065"/>
                  </a:lnTo>
                  <a:lnTo>
                    <a:pt x="39160" y="77682"/>
                  </a:lnTo>
                  <a:lnTo>
                    <a:pt x="38905" y="77427"/>
                  </a:lnTo>
                  <a:lnTo>
                    <a:pt x="38586" y="77171"/>
                  </a:lnTo>
                  <a:lnTo>
                    <a:pt x="38394" y="77171"/>
                  </a:lnTo>
                  <a:lnTo>
                    <a:pt x="38202" y="77107"/>
                  </a:lnTo>
                  <a:lnTo>
                    <a:pt x="37947" y="77171"/>
                  </a:lnTo>
                  <a:lnTo>
                    <a:pt x="37691" y="77235"/>
                  </a:lnTo>
                  <a:lnTo>
                    <a:pt x="32389" y="68036"/>
                  </a:lnTo>
                  <a:lnTo>
                    <a:pt x="32580" y="67908"/>
                  </a:lnTo>
                  <a:lnTo>
                    <a:pt x="32708" y="67716"/>
                  </a:lnTo>
                  <a:lnTo>
                    <a:pt x="32836" y="67461"/>
                  </a:lnTo>
                  <a:lnTo>
                    <a:pt x="32836" y="67205"/>
                  </a:lnTo>
                  <a:lnTo>
                    <a:pt x="32836" y="66950"/>
                  </a:lnTo>
                  <a:lnTo>
                    <a:pt x="32708" y="66694"/>
                  </a:lnTo>
                  <a:lnTo>
                    <a:pt x="32580" y="66503"/>
                  </a:lnTo>
                  <a:lnTo>
                    <a:pt x="32389" y="66311"/>
                  </a:lnTo>
                  <a:lnTo>
                    <a:pt x="37691" y="57176"/>
                  </a:lnTo>
                  <a:lnTo>
                    <a:pt x="37883" y="57240"/>
                  </a:lnTo>
                  <a:lnTo>
                    <a:pt x="38330" y="57240"/>
                  </a:lnTo>
                  <a:lnTo>
                    <a:pt x="38586" y="57176"/>
                  </a:lnTo>
                  <a:lnTo>
                    <a:pt x="38713" y="57048"/>
                  </a:lnTo>
                  <a:lnTo>
                    <a:pt x="38905" y="56920"/>
                  </a:lnTo>
                  <a:lnTo>
                    <a:pt x="39033" y="56792"/>
                  </a:lnTo>
                  <a:lnTo>
                    <a:pt x="39160" y="56601"/>
                  </a:lnTo>
                  <a:lnTo>
                    <a:pt x="39224" y="56409"/>
                  </a:lnTo>
                  <a:lnTo>
                    <a:pt x="39224" y="56154"/>
                  </a:lnTo>
                  <a:lnTo>
                    <a:pt x="39224" y="55962"/>
                  </a:lnTo>
                  <a:lnTo>
                    <a:pt x="39160" y="55770"/>
                  </a:lnTo>
                  <a:lnTo>
                    <a:pt x="39033" y="55579"/>
                  </a:lnTo>
                  <a:lnTo>
                    <a:pt x="38905" y="55387"/>
                  </a:lnTo>
                  <a:lnTo>
                    <a:pt x="38713" y="55259"/>
                  </a:lnTo>
                  <a:lnTo>
                    <a:pt x="38586" y="55195"/>
                  </a:lnTo>
                  <a:lnTo>
                    <a:pt x="38330" y="55132"/>
                  </a:lnTo>
                  <a:lnTo>
                    <a:pt x="38138" y="55068"/>
                  </a:lnTo>
                  <a:lnTo>
                    <a:pt x="37947" y="55132"/>
                  </a:lnTo>
                  <a:lnTo>
                    <a:pt x="37691" y="55195"/>
                  </a:lnTo>
                  <a:lnTo>
                    <a:pt x="37563" y="55259"/>
                  </a:lnTo>
                  <a:lnTo>
                    <a:pt x="37372" y="55387"/>
                  </a:lnTo>
                  <a:lnTo>
                    <a:pt x="37244" y="55579"/>
                  </a:lnTo>
                  <a:lnTo>
                    <a:pt x="37116" y="55770"/>
                  </a:lnTo>
                  <a:lnTo>
                    <a:pt x="37052" y="55962"/>
                  </a:lnTo>
                  <a:lnTo>
                    <a:pt x="37052" y="56154"/>
                  </a:lnTo>
                  <a:lnTo>
                    <a:pt x="37116" y="56409"/>
                  </a:lnTo>
                  <a:lnTo>
                    <a:pt x="37180" y="56665"/>
                  </a:lnTo>
                  <a:lnTo>
                    <a:pt x="37308" y="56856"/>
                  </a:lnTo>
                  <a:lnTo>
                    <a:pt x="37499" y="57048"/>
                  </a:lnTo>
                  <a:lnTo>
                    <a:pt x="32197" y="66183"/>
                  </a:lnTo>
                  <a:lnTo>
                    <a:pt x="32006" y="66119"/>
                  </a:lnTo>
                  <a:lnTo>
                    <a:pt x="31558" y="66119"/>
                  </a:lnTo>
                  <a:lnTo>
                    <a:pt x="31367" y="66183"/>
                  </a:lnTo>
                  <a:lnTo>
                    <a:pt x="31047" y="66375"/>
                  </a:lnTo>
                  <a:lnTo>
                    <a:pt x="30792" y="66694"/>
                  </a:lnTo>
                  <a:lnTo>
                    <a:pt x="30728" y="67078"/>
                  </a:lnTo>
                  <a:lnTo>
                    <a:pt x="20187" y="67078"/>
                  </a:lnTo>
                  <a:lnTo>
                    <a:pt x="20059" y="66694"/>
                  </a:lnTo>
                  <a:lnTo>
                    <a:pt x="19804" y="66375"/>
                  </a:lnTo>
                  <a:lnTo>
                    <a:pt x="19484" y="66183"/>
                  </a:lnTo>
                  <a:lnTo>
                    <a:pt x="19293" y="66119"/>
                  </a:lnTo>
                  <a:lnTo>
                    <a:pt x="18846" y="66119"/>
                  </a:lnTo>
                  <a:lnTo>
                    <a:pt x="18590" y="66247"/>
                  </a:lnTo>
                  <a:lnTo>
                    <a:pt x="13288" y="57048"/>
                  </a:lnTo>
                  <a:lnTo>
                    <a:pt x="13543" y="56856"/>
                  </a:lnTo>
                  <a:lnTo>
                    <a:pt x="13735" y="56601"/>
                  </a:lnTo>
                  <a:lnTo>
                    <a:pt x="13863" y="56345"/>
                  </a:lnTo>
                  <a:lnTo>
                    <a:pt x="13927" y="56026"/>
                  </a:lnTo>
                  <a:lnTo>
                    <a:pt x="13927" y="55770"/>
                  </a:lnTo>
                  <a:lnTo>
                    <a:pt x="13799" y="55515"/>
                  </a:lnTo>
                  <a:lnTo>
                    <a:pt x="13607" y="55259"/>
                  </a:lnTo>
                  <a:lnTo>
                    <a:pt x="13415" y="55132"/>
                  </a:lnTo>
                  <a:lnTo>
                    <a:pt x="18654" y="46060"/>
                  </a:lnTo>
                  <a:lnTo>
                    <a:pt x="18973" y="46124"/>
                  </a:lnTo>
                  <a:lnTo>
                    <a:pt x="19357" y="46060"/>
                  </a:lnTo>
                  <a:lnTo>
                    <a:pt x="19676" y="45868"/>
                  </a:lnTo>
                  <a:lnTo>
                    <a:pt x="19932" y="45613"/>
                  </a:lnTo>
                  <a:lnTo>
                    <a:pt x="20059" y="45230"/>
                  </a:lnTo>
                  <a:lnTo>
                    <a:pt x="30728" y="45230"/>
                  </a:lnTo>
                  <a:lnTo>
                    <a:pt x="30792" y="45613"/>
                  </a:lnTo>
                  <a:lnTo>
                    <a:pt x="31047" y="45932"/>
                  </a:lnTo>
                  <a:lnTo>
                    <a:pt x="31367" y="46124"/>
                  </a:lnTo>
                  <a:lnTo>
                    <a:pt x="31558" y="46188"/>
                  </a:lnTo>
                  <a:lnTo>
                    <a:pt x="31750" y="46252"/>
                  </a:lnTo>
                  <a:lnTo>
                    <a:pt x="32006" y="46188"/>
                  </a:lnTo>
                  <a:lnTo>
                    <a:pt x="32197" y="46124"/>
                  </a:lnTo>
                  <a:lnTo>
                    <a:pt x="32389" y="46060"/>
                  </a:lnTo>
                  <a:lnTo>
                    <a:pt x="32517" y="45932"/>
                  </a:lnTo>
                  <a:lnTo>
                    <a:pt x="32644" y="45741"/>
                  </a:lnTo>
                  <a:lnTo>
                    <a:pt x="32772" y="45549"/>
                  </a:lnTo>
                  <a:lnTo>
                    <a:pt x="32836" y="45357"/>
                  </a:lnTo>
                  <a:lnTo>
                    <a:pt x="32836" y="45166"/>
                  </a:lnTo>
                  <a:lnTo>
                    <a:pt x="32836" y="44910"/>
                  </a:lnTo>
                  <a:lnTo>
                    <a:pt x="32708" y="44655"/>
                  </a:lnTo>
                  <a:lnTo>
                    <a:pt x="32580" y="44463"/>
                  </a:lnTo>
                  <a:lnTo>
                    <a:pt x="32389" y="44271"/>
                  </a:lnTo>
                  <a:lnTo>
                    <a:pt x="37372" y="35647"/>
                  </a:lnTo>
                  <a:lnTo>
                    <a:pt x="37691" y="35136"/>
                  </a:lnTo>
                  <a:lnTo>
                    <a:pt x="37883" y="35200"/>
                  </a:lnTo>
                  <a:lnTo>
                    <a:pt x="38330" y="35200"/>
                  </a:lnTo>
                  <a:lnTo>
                    <a:pt x="38522" y="35136"/>
                  </a:lnTo>
                  <a:lnTo>
                    <a:pt x="38841" y="34944"/>
                  </a:lnTo>
                  <a:lnTo>
                    <a:pt x="39097" y="34625"/>
                  </a:lnTo>
                  <a:lnTo>
                    <a:pt x="39224" y="34242"/>
                  </a:lnTo>
                  <a:lnTo>
                    <a:pt x="49765" y="34242"/>
                  </a:lnTo>
                  <a:lnTo>
                    <a:pt x="49893" y="34625"/>
                  </a:lnTo>
                  <a:lnTo>
                    <a:pt x="50148" y="34944"/>
                  </a:lnTo>
                  <a:lnTo>
                    <a:pt x="50468" y="35136"/>
                  </a:lnTo>
                  <a:lnTo>
                    <a:pt x="50659" y="35200"/>
                  </a:lnTo>
                  <a:lnTo>
                    <a:pt x="51107" y="35200"/>
                  </a:lnTo>
                  <a:lnTo>
                    <a:pt x="51298" y="35136"/>
                  </a:lnTo>
                  <a:lnTo>
                    <a:pt x="56601" y="44271"/>
                  </a:lnTo>
                  <a:lnTo>
                    <a:pt x="56409" y="44463"/>
                  </a:lnTo>
                  <a:lnTo>
                    <a:pt x="56281" y="44655"/>
                  </a:lnTo>
                  <a:lnTo>
                    <a:pt x="56153" y="44910"/>
                  </a:lnTo>
                  <a:lnTo>
                    <a:pt x="56153" y="45166"/>
                  </a:lnTo>
                  <a:lnTo>
                    <a:pt x="56153" y="45357"/>
                  </a:lnTo>
                  <a:lnTo>
                    <a:pt x="56217" y="45613"/>
                  </a:lnTo>
                  <a:lnTo>
                    <a:pt x="56345" y="45741"/>
                  </a:lnTo>
                  <a:lnTo>
                    <a:pt x="56473" y="45932"/>
                  </a:lnTo>
                  <a:lnTo>
                    <a:pt x="56601" y="46060"/>
                  </a:lnTo>
                  <a:lnTo>
                    <a:pt x="56792" y="46188"/>
                  </a:lnTo>
                  <a:lnTo>
                    <a:pt x="56984" y="46252"/>
                  </a:lnTo>
                  <a:lnTo>
                    <a:pt x="57431" y="46252"/>
                  </a:lnTo>
                  <a:lnTo>
                    <a:pt x="57623" y="46188"/>
                  </a:lnTo>
                  <a:lnTo>
                    <a:pt x="57942" y="45932"/>
                  </a:lnTo>
                  <a:lnTo>
                    <a:pt x="58198" y="45677"/>
                  </a:lnTo>
                  <a:lnTo>
                    <a:pt x="58325" y="45230"/>
                  </a:lnTo>
                  <a:lnTo>
                    <a:pt x="69186" y="45230"/>
                  </a:lnTo>
                  <a:lnTo>
                    <a:pt x="69313" y="45677"/>
                  </a:lnTo>
                  <a:lnTo>
                    <a:pt x="69505" y="45932"/>
                  </a:lnTo>
                  <a:lnTo>
                    <a:pt x="69888" y="46188"/>
                  </a:lnTo>
                  <a:lnTo>
                    <a:pt x="70080" y="46252"/>
                  </a:lnTo>
                  <a:lnTo>
                    <a:pt x="70463" y="46252"/>
                  </a:lnTo>
                  <a:lnTo>
                    <a:pt x="70655" y="46188"/>
                  </a:lnTo>
                  <a:lnTo>
                    <a:pt x="70847" y="46060"/>
                  </a:lnTo>
                  <a:lnTo>
                    <a:pt x="71038" y="45932"/>
                  </a:lnTo>
                  <a:lnTo>
                    <a:pt x="71166" y="45741"/>
                  </a:lnTo>
                  <a:lnTo>
                    <a:pt x="71230" y="45613"/>
                  </a:lnTo>
                  <a:lnTo>
                    <a:pt x="71294" y="45357"/>
                  </a:lnTo>
                  <a:lnTo>
                    <a:pt x="71358" y="45166"/>
                  </a:lnTo>
                  <a:lnTo>
                    <a:pt x="71294" y="44846"/>
                  </a:lnTo>
                  <a:lnTo>
                    <a:pt x="71166" y="44527"/>
                  </a:lnTo>
                  <a:lnTo>
                    <a:pt x="70910" y="44335"/>
                  </a:lnTo>
                  <a:lnTo>
                    <a:pt x="70655" y="44144"/>
                  </a:lnTo>
                  <a:lnTo>
                    <a:pt x="71294" y="43058"/>
                  </a:lnTo>
                  <a:lnTo>
                    <a:pt x="75829" y="35136"/>
                  </a:lnTo>
                  <a:lnTo>
                    <a:pt x="76085" y="35200"/>
                  </a:lnTo>
                  <a:lnTo>
                    <a:pt x="76468" y="35200"/>
                  </a:lnTo>
                  <a:lnTo>
                    <a:pt x="76660" y="35136"/>
                  </a:lnTo>
                  <a:lnTo>
                    <a:pt x="77043" y="34944"/>
                  </a:lnTo>
                  <a:lnTo>
                    <a:pt x="77235" y="34625"/>
                  </a:lnTo>
                  <a:lnTo>
                    <a:pt x="77363" y="34242"/>
                  </a:lnTo>
                  <a:close/>
                  <a:moveTo>
                    <a:pt x="69952" y="1"/>
                  </a:moveTo>
                  <a:lnTo>
                    <a:pt x="69761" y="64"/>
                  </a:lnTo>
                  <a:lnTo>
                    <a:pt x="69569" y="128"/>
                  </a:lnTo>
                  <a:lnTo>
                    <a:pt x="69186" y="320"/>
                  </a:lnTo>
                  <a:lnTo>
                    <a:pt x="68994" y="639"/>
                  </a:lnTo>
                  <a:lnTo>
                    <a:pt x="68866" y="1023"/>
                  </a:lnTo>
                  <a:lnTo>
                    <a:pt x="57239" y="1023"/>
                  </a:lnTo>
                  <a:lnTo>
                    <a:pt x="57239" y="1214"/>
                  </a:lnTo>
                  <a:lnTo>
                    <a:pt x="68866" y="1214"/>
                  </a:lnTo>
                  <a:lnTo>
                    <a:pt x="68994" y="1598"/>
                  </a:lnTo>
                  <a:lnTo>
                    <a:pt x="69186" y="1917"/>
                  </a:lnTo>
                  <a:lnTo>
                    <a:pt x="69569" y="2109"/>
                  </a:lnTo>
                  <a:lnTo>
                    <a:pt x="69761" y="2173"/>
                  </a:lnTo>
                  <a:lnTo>
                    <a:pt x="70144" y="2173"/>
                  </a:lnTo>
                  <a:lnTo>
                    <a:pt x="70399" y="2109"/>
                  </a:lnTo>
                  <a:lnTo>
                    <a:pt x="75702" y="11244"/>
                  </a:lnTo>
                  <a:lnTo>
                    <a:pt x="75510" y="11436"/>
                  </a:lnTo>
                  <a:lnTo>
                    <a:pt x="75318" y="11627"/>
                  </a:lnTo>
                  <a:lnTo>
                    <a:pt x="75255" y="11883"/>
                  </a:lnTo>
                  <a:lnTo>
                    <a:pt x="75191" y="12138"/>
                  </a:lnTo>
                  <a:lnTo>
                    <a:pt x="75255" y="12394"/>
                  </a:lnTo>
                  <a:lnTo>
                    <a:pt x="75318" y="12649"/>
                  </a:lnTo>
                  <a:lnTo>
                    <a:pt x="75510" y="12841"/>
                  </a:lnTo>
                  <a:lnTo>
                    <a:pt x="75702" y="12969"/>
                  </a:lnTo>
                  <a:lnTo>
                    <a:pt x="73019" y="17568"/>
                  </a:lnTo>
                  <a:lnTo>
                    <a:pt x="70399" y="22168"/>
                  </a:lnTo>
                  <a:lnTo>
                    <a:pt x="70144" y="22104"/>
                  </a:lnTo>
                  <a:lnTo>
                    <a:pt x="69952" y="22040"/>
                  </a:lnTo>
                  <a:lnTo>
                    <a:pt x="69761" y="22040"/>
                  </a:lnTo>
                  <a:lnTo>
                    <a:pt x="69505" y="22104"/>
                  </a:lnTo>
                  <a:lnTo>
                    <a:pt x="69186" y="22360"/>
                  </a:lnTo>
                  <a:lnTo>
                    <a:pt x="68994" y="22679"/>
                  </a:lnTo>
                  <a:lnTo>
                    <a:pt x="68866" y="23062"/>
                  </a:lnTo>
                  <a:lnTo>
                    <a:pt x="58262" y="23062"/>
                  </a:lnTo>
                  <a:lnTo>
                    <a:pt x="58262" y="22807"/>
                  </a:lnTo>
                  <a:lnTo>
                    <a:pt x="58198" y="22615"/>
                  </a:lnTo>
                  <a:lnTo>
                    <a:pt x="57942" y="22296"/>
                  </a:lnTo>
                  <a:lnTo>
                    <a:pt x="57623" y="22104"/>
                  </a:lnTo>
                  <a:lnTo>
                    <a:pt x="57431" y="22040"/>
                  </a:lnTo>
                  <a:lnTo>
                    <a:pt x="56984" y="22040"/>
                  </a:lnTo>
                  <a:lnTo>
                    <a:pt x="56728" y="22168"/>
                  </a:lnTo>
                  <a:lnTo>
                    <a:pt x="55706" y="20379"/>
                  </a:lnTo>
                  <a:lnTo>
                    <a:pt x="51490" y="12969"/>
                  </a:lnTo>
                  <a:lnTo>
                    <a:pt x="51682" y="12841"/>
                  </a:lnTo>
                  <a:lnTo>
                    <a:pt x="51809" y="12649"/>
                  </a:lnTo>
                  <a:lnTo>
                    <a:pt x="51873" y="12394"/>
                  </a:lnTo>
                  <a:lnTo>
                    <a:pt x="51937" y="12138"/>
                  </a:lnTo>
                  <a:lnTo>
                    <a:pt x="51937" y="11883"/>
                  </a:lnTo>
                  <a:lnTo>
                    <a:pt x="51873" y="11691"/>
                  </a:lnTo>
                  <a:lnTo>
                    <a:pt x="51745" y="11499"/>
                  </a:lnTo>
                  <a:lnTo>
                    <a:pt x="51618" y="11372"/>
                  </a:lnTo>
                  <a:lnTo>
                    <a:pt x="51490" y="11244"/>
                  </a:lnTo>
                  <a:lnTo>
                    <a:pt x="51298" y="11116"/>
                  </a:lnTo>
                  <a:lnTo>
                    <a:pt x="51043" y="11052"/>
                  </a:lnTo>
                  <a:lnTo>
                    <a:pt x="50659" y="11052"/>
                  </a:lnTo>
                  <a:lnTo>
                    <a:pt x="50468" y="11116"/>
                  </a:lnTo>
                  <a:lnTo>
                    <a:pt x="50148" y="11308"/>
                  </a:lnTo>
                  <a:lnTo>
                    <a:pt x="49893" y="11627"/>
                  </a:lnTo>
                  <a:lnTo>
                    <a:pt x="49765" y="12011"/>
                  </a:lnTo>
                  <a:lnTo>
                    <a:pt x="39224" y="12011"/>
                  </a:lnTo>
                  <a:lnTo>
                    <a:pt x="39097" y="11627"/>
                  </a:lnTo>
                  <a:lnTo>
                    <a:pt x="38841" y="11308"/>
                  </a:lnTo>
                  <a:lnTo>
                    <a:pt x="38522" y="11116"/>
                  </a:lnTo>
                  <a:lnTo>
                    <a:pt x="38330" y="11052"/>
                  </a:lnTo>
                  <a:lnTo>
                    <a:pt x="37883" y="11052"/>
                  </a:lnTo>
                  <a:lnTo>
                    <a:pt x="37691" y="11116"/>
                  </a:lnTo>
                  <a:lnTo>
                    <a:pt x="31878" y="1023"/>
                  </a:lnTo>
                  <a:lnTo>
                    <a:pt x="31686" y="1150"/>
                  </a:lnTo>
                  <a:lnTo>
                    <a:pt x="37499" y="11244"/>
                  </a:lnTo>
                  <a:lnTo>
                    <a:pt x="37308" y="11436"/>
                  </a:lnTo>
                  <a:lnTo>
                    <a:pt x="37180" y="11627"/>
                  </a:lnTo>
                  <a:lnTo>
                    <a:pt x="37116" y="11883"/>
                  </a:lnTo>
                  <a:lnTo>
                    <a:pt x="37052" y="12138"/>
                  </a:lnTo>
                  <a:lnTo>
                    <a:pt x="37116" y="12394"/>
                  </a:lnTo>
                  <a:lnTo>
                    <a:pt x="37180" y="12649"/>
                  </a:lnTo>
                  <a:lnTo>
                    <a:pt x="37308" y="12841"/>
                  </a:lnTo>
                  <a:lnTo>
                    <a:pt x="37499" y="12969"/>
                  </a:lnTo>
                  <a:lnTo>
                    <a:pt x="32389" y="21912"/>
                  </a:lnTo>
                  <a:lnTo>
                    <a:pt x="32069" y="21785"/>
                  </a:lnTo>
                  <a:lnTo>
                    <a:pt x="31750" y="21721"/>
                  </a:lnTo>
                  <a:lnTo>
                    <a:pt x="31558" y="21721"/>
                  </a:lnTo>
                  <a:lnTo>
                    <a:pt x="31367" y="21785"/>
                  </a:lnTo>
                  <a:lnTo>
                    <a:pt x="31175" y="21912"/>
                  </a:lnTo>
                  <a:lnTo>
                    <a:pt x="30983" y="22040"/>
                  </a:lnTo>
                  <a:lnTo>
                    <a:pt x="30856" y="22232"/>
                  </a:lnTo>
                  <a:lnTo>
                    <a:pt x="30792" y="22360"/>
                  </a:lnTo>
                  <a:lnTo>
                    <a:pt x="30728" y="22615"/>
                  </a:lnTo>
                  <a:lnTo>
                    <a:pt x="30728" y="22807"/>
                  </a:lnTo>
                  <a:lnTo>
                    <a:pt x="30728" y="23062"/>
                  </a:lnTo>
                  <a:lnTo>
                    <a:pt x="19037" y="23062"/>
                  </a:lnTo>
                  <a:lnTo>
                    <a:pt x="19037" y="23254"/>
                  </a:lnTo>
                  <a:lnTo>
                    <a:pt x="30792" y="23254"/>
                  </a:lnTo>
                  <a:lnTo>
                    <a:pt x="30920" y="23509"/>
                  </a:lnTo>
                  <a:lnTo>
                    <a:pt x="31175" y="23701"/>
                  </a:lnTo>
                  <a:lnTo>
                    <a:pt x="31431" y="23829"/>
                  </a:lnTo>
                  <a:lnTo>
                    <a:pt x="31750" y="23893"/>
                  </a:lnTo>
                  <a:lnTo>
                    <a:pt x="32069" y="23829"/>
                  </a:lnTo>
                  <a:lnTo>
                    <a:pt x="37499" y="33284"/>
                  </a:lnTo>
                  <a:lnTo>
                    <a:pt x="37308" y="33411"/>
                  </a:lnTo>
                  <a:lnTo>
                    <a:pt x="37180" y="33667"/>
                  </a:lnTo>
                  <a:lnTo>
                    <a:pt x="37116" y="33858"/>
                  </a:lnTo>
                  <a:lnTo>
                    <a:pt x="37052" y="34178"/>
                  </a:lnTo>
                  <a:lnTo>
                    <a:pt x="37116" y="34433"/>
                  </a:lnTo>
                  <a:lnTo>
                    <a:pt x="37180" y="34625"/>
                  </a:lnTo>
                  <a:lnTo>
                    <a:pt x="37308" y="34881"/>
                  </a:lnTo>
                  <a:lnTo>
                    <a:pt x="37499" y="35008"/>
                  </a:lnTo>
                  <a:lnTo>
                    <a:pt x="32580" y="43633"/>
                  </a:lnTo>
                  <a:lnTo>
                    <a:pt x="32261" y="44144"/>
                  </a:lnTo>
                  <a:lnTo>
                    <a:pt x="32006" y="44080"/>
                  </a:lnTo>
                  <a:lnTo>
                    <a:pt x="31558" y="44080"/>
                  </a:lnTo>
                  <a:lnTo>
                    <a:pt x="31367" y="44144"/>
                  </a:lnTo>
                  <a:lnTo>
                    <a:pt x="31047" y="44335"/>
                  </a:lnTo>
                  <a:lnTo>
                    <a:pt x="30792" y="44655"/>
                  </a:lnTo>
                  <a:lnTo>
                    <a:pt x="30728" y="45038"/>
                  </a:lnTo>
                  <a:lnTo>
                    <a:pt x="20059" y="45038"/>
                  </a:lnTo>
                  <a:lnTo>
                    <a:pt x="20059" y="44846"/>
                  </a:lnTo>
                  <a:lnTo>
                    <a:pt x="19995" y="44655"/>
                  </a:lnTo>
                  <a:lnTo>
                    <a:pt x="19868" y="44463"/>
                  </a:lnTo>
                  <a:lnTo>
                    <a:pt x="19740" y="44271"/>
                  </a:lnTo>
                  <a:lnTo>
                    <a:pt x="19612" y="44144"/>
                  </a:lnTo>
                  <a:lnTo>
                    <a:pt x="19421" y="44080"/>
                  </a:lnTo>
                  <a:lnTo>
                    <a:pt x="19229" y="44016"/>
                  </a:lnTo>
                  <a:lnTo>
                    <a:pt x="18973" y="43952"/>
                  </a:lnTo>
                  <a:lnTo>
                    <a:pt x="18782" y="44016"/>
                  </a:lnTo>
                  <a:lnTo>
                    <a:pt x="18526" y="44080"/>
                  </a:lnTo>
                  <a:lnTo>
                    <a:pt x="12777" y="34114"/>
                  </a:lnTo>
                  <a:lnTo>
                    <a:pt x="12585" y="34178"/>
                  </a:lnTo>
                  <a:lnTo>
                    <a:pt x="18398" y="44144"/>
                  </a:lnTo>
                  <a:lnTo>
                    <a:pt x="18207" y="44335"/>
                  </a:lnTo>
                  <a:lnTo>
                    <a:pt x="18015" y="44527"/>
                  </a:lnTo>
                  <a:lnTo>
                    <a:pt x="17951" y="44782"/>
                  </a:lnTo>
                  <a:lnTo>
                    <a:pt x="17887" y="45038"/>
                  </a:lnTo>
                  <a:lnTo>
                    <a:pt x="17951" y="45357"/>
                  </a:lnTo>
                  <a:lnTo>
                    <a:pt x="18079" y="45613"/>
                  </a:lnTo>
                  <a:lnTo>
                    <a:pt x="18207" y="45805"/>
                  </a:lnTo>
                  <a:lnTo>
                    <a:pt x="18462" y="45996"/>
                  </a:lnTo>
                  <a:lnTo>
                    <a:pt x="13224" y="55004"/>
                  </a:lnTo>
                  <a:lnTo>
                    <a:pt x="12841" y="54940"/>
                  </a:lnTo>
                  <a:lnTo>
                    <a:pt x="12649" y="55004"/>
                  </a:lnTo>
                  <a:lnTo>
                    <a:pt x="12457" y="55068"/>
                  </a:lnTo>
                  <a:lnTo>
                    <a:pt x="12266" y="55132"/>
                  </a:lnTo>
                  <a:lnTo>
                    <a:pt x="12074" y="55259"/>
                  </a:lnTo>
                  <a:lnTo>
                    <a:pt x="11946" y="55451"/>
                  </a:lnTo>
                  <a:lnTo>
                    <a:pt x="11882" y="55643"/>
                  </a:lnTo>
                  <a:lnTo>
                    <a:pt x="11818" y="55834"/>
                  </a:lnTo>
                  <a:lnTo>
                    <a:pt x="11755" y="56026"/>
                  </a:lnTo>
                  <a:lnTo>
                    <a:pt x="11755" y="56090"/>
                  </a:lnTo>
                  <a:lnTo>
                    <a:pt x="0" y="56090"/>
                  </a:lnTo>
                  <a:lnTo>
                    <a:pt x="0" y="56281"/>
                  </a:lnTo>
                  <a:lnTo>
                    <a:pt x="11818" y="56281"/>
                  </a:lnTo>
                  <a:lnTo>
                    <a:pt x="11946" y="56601"/>
                  </a:lnTo>
                  <a:lnTo>
                    <a:pt x="12138" y="56856"/>
                  </a:lnTo>
                  <a:lnTo>
                    <a:pt x="12457" y="57048"/>
                  </a:lnTo>
                  <a:lnTo>
                    <a:pt x="12841" y="57112"/>
                  </a:lnTo>
                  <a:lnTo>
                    <a:pt x="13096" y="57112"/>
                  </a:lnTo>
                  <a:lnTo>
                    <a:pt x="18462" y="66311"/>
                  </a:lnTo>
                  <a:lnTo>
                    <a:pt x="18271" y="66503"/>
                  </a:lnTo>
                  <a:lnTo>
                    <a:pt x="18143" y="66694"/>
                  </a:lnTo>
                  <a:lnTo>
                    <a:pt x="18015" y="66950"/>
                  </a:lnTo>
                  <a:lnTo>
                    <a:pt x="18015" y="67205"/>
                  </a:lnTo>
                  <a:lnTo>
                    <a:pt x="18015" y="67397"/>
                  </a:lnTo>
                  <a:lnTo>
                    <a:pt x="18079" y="67589"/>
                  </a:lnTo>
                  <a:lnTo>
                    <a:pt x="18207" y="67780"/>
                  </a:lnTo>
                  <a:lnTo>
                    <a:pt x="18335" y="67972"/>
                  </a:lnTo>
                  <a:lnTo>
                    <a:pt x="18462" y="68100"/>
                  </a:lnTo>
                  <a:lnTo>
                    <a:pt x="18654" y="68164"/>
                  </a:lnTo>
                  <a:lnTo>
                    <a:pt x="18846" y="68228"/>
                  </a:lnTo>
                  <a:lnTo>
                    <a:pt x="19101" y="68291"/>
                  </a:lnTo>
                  <a:lnTo>
                    <a:pt x="19293" y="68228"/>
                  </a:lnTo>
                  <a:lnTo>
                    <a:pt x="19484" y="68228"/>
                  </a:lnTo>
                  <a:lnTo>
                    <a:pt x="19804" y="67972"/>
                  </a:lnTo>
                  <a:lnTo>
                    <a:pt x="20059" y="67653"/>
                  </a:lnTo>
                  <a:lnTo>
                    <a:pt x="20187" y="67269"/>
                  </a:lnTo>
                  <a:lnTo>
                    <a:pt x="30728" y="67269"/>
                  </a:lnTo>
                  <a:lnTo>
                    <a:pt x="30792" y="67653"/>
                  </a:lnTo>
                  <a:lnTo>
                    <a:pt x="31047" y="67972"/>
                  </a:lnTo>
                  <a:lnTo>
                    <a:pt x="31367" y="68228"/>
                  </a:lnTo>
                  <a:lnTo>
                    <a:pt x="31558" y="68228"/>
                  </a:lnTo>
                  <a:lnTo>
                    <a:pt x="31750" y="68291"/>
                  </a:lnTo>
                  <a:lnTo>
                    <a:pt x="32006" y="68228"/>
                  </a:lnTo>
                  <a:lnTo>
                    <a:pt x="32197" y="68164"/>
                  </a:lnTo>
                  <a:lnTo>
                    <a:pt x="37499" y="77363"/>
                  </a:lnTo>
                  <a:lnTo>
                    <a:pt x="37372" y="77491"/>
                  </a:lnTo>
                  <a:lnTo>
                    <a:pt x="37244" y="77746"/>
                  </a:lnTo>
                  <a:lnTo>
                    <a:pt x="37116" y="77938"/>
                  </a:lnTo>
                  <a:lnTo>
                    <a:pt x="37116" y="78193"/>
                  </a:lnTo>
                  <a:lnTo>
                    <a:pt x="37116" y="78449"/>
                  </a:lnTo>
                  <a:lnTo>
                    <a:pt x="37244" y="78704"/>
                  </a:lnTo>
                  <a:lnTo>
                    <a:pt x="37372" y="78896"/>
                  </a:lnTo>
                  <a:lnTo>
                    <a:pt x="37499" y="79088"/>
                  </a:lnTo>
                  <a:lnTo>
                    <a:pt x="35072" y="83240"/>
                  </a:lnTo>
                  <a:lnTo>
                    <a:pt x="31750" y="89117"/>
                  </a:lnTo>
                  <a:lnTo>
                    <a:pt x="19037" y="89117"/>
                  </a:lnTo>
                  <a:lnTo>
                    <a:pt x="19037" y="89309"/>
                  </a:lnTo>
                  <a:lnTo>
                    <a:pt x="31750" y="89309"/>
                  </a:lnTo>
                  <a:lnTo>
                    <a:pt x="37436" y="99211"/>
                  </a:lnTo>
                  <a:lnTo>
                    <a:pt x="37308" y="99339"/>
                  </a:lnTo>
                  <a:lnTo>
                    <a:pt x="37180" y="99530"/>
                  </a:lnTo>
                  <a:lnTo>
                    <a:pt x="37116" y="99722"/>
                  </a:lnTo>
                  <a:lnTo>
                    <a:pt x="37116" y="99977"/>
                  </a:lnTo>
                  <a:lnTo>
                    <a:pt x="37116" y="100169"/>
                  </a:lnTo>
                  <a:lnTo>
                    <a:pt x="37180" y="100361"/>
                  </a:lnTo>
                  <a:lnTo>
                    <a:pt x="37308" y="100552"/>
                  </a:lnTo>
                  <a:lnTo>
                    <a:pt x="37436" y="100744"/>
                  </a:lnTo>
                  <a:lnTo>
                    <a:pt x="37563" y="100872"/>
                  </a:lnTo>
                  <a:lnTo>
                    <a:pt x="37755" y="100936"/>
                  </a:lnTo>
                  <a:lnTo>
                    <a:pt x="37947" y="100999"/>
                  </a:lnTo>
                  <a:lnTo>
                    <a:pt x="38202" y="101063"/>
                  </a:lnTo>
                  <a:lnTo>
                    <a:pt x="38394" y="100999"/>
                  </a:lnTo>
                  <a:lnTo>
                    <a:pt x="38586" y="100936"/>
                  </a:lnTo>
                  <a:lnTo>
                    <a:pt x="38777" y="100872"/>
                  </a:lnTo>
                  <a:lnTo>
                    <a:pt x="38969" y="100744"/>
                  </a:lnTo>
                  <a:lnTo>
                    <a:pt x="39097" y="100552"/>
                  </a:lnTo>
                  <a:lnTo>
                    <a:pt x="39160" y="100361"/>
                  </a:lnTo>
                  <a:lnTo>
                    <a:pt x="39224" y="100169"/>
                  </a:lnTo>
                  <a:lnTo>
                    <a:pt x="39288" y="99977"/>
                  </a:lnTo>
                  <a:lnTo>
                    <a:pt x="39224" y="99722"/>
                  </a:lnTo>
                  <a:lnTo>
                    <a:pt x="39160" y="99530"/>
                  </a:lnTo>
                  <a:lnTo>
                    <a:pt x="39097" y="99339"/>
                  </a:lnTo>
                  <a:lnTo>
                    <a:pt x="38969" y="99211"/>
                  </a:lnTo>
                  <a:lnTo>
                    <a:pt x="38777" y="99083"/>
                  </a:lnTo>
                  <a:lnTo>
                    <a:pt x="38586" y="98955"/>
                  </a:lnTo>
                  <a:lnTo>
                    <a:pt x="38394" y="98891"/>
                  </a:lnTo>
                  <a:lnTo>
                    <a:pt x="38202" y="98891"/>
                  </a:lnTo>
                  <a:lnTo>
                    <a:pt x="37883" y="98955"/>
                  </a:lnTo>
                  <a:lnTo>
                    <a:pt x="37563" y="99083"/>
                  </a:lnTo>
                  <a:lnTo>
                    <a:pt x="31878" y="89181"/>
                  </a:lnTo>
                  <a:lnTo>
                    <a:pt x="34689" y="84326"/>
                  </a:lnTo>
                  <a:lnTo>
                    <a:pt x="37691" y="79151"/>
                  </a:lnTo>
                  <a:lnTo>
                    <a:pt x="37947" y="79279"/>
                  </a:lnTo>
                  <a:lnTo>
                    <a:pt x="38394" y="79279"/>
                  </a:lnTo>
                  <a:lnTo>
                    <a:pt x="38586" y="79215"/>
                  </a:lnTo>
                  <a:lnTo>
                    <a:pt x="38905" y="79024"/>
                  </a:lnTo>
                  <a:lnTo>
                    <a:pt x="39160" y="78704"/>
                  </a:lnTo>
                  <a:lnTo>
                    <a:pt x="39224" y="78321"/>
                  </a:lnTo>
                  <a:lnTo>
                    <a:pt x="49765" y="78321"/>
                  </a:lnTo>
                  <a:lnTo>
                    <a:pt x="49893" y="78704"/>
                  </a:lnTo>
                  <a:lnTo>
                    <a:pt x="50148" y="79024"/>
                  </a:lnTo>
                  <a:lnTo>
                    <a:pt x="50468" y="79215"/>
                  </a:lnTo>
                  <a:lnTo>
                    <a:pt x="50659" y="79279"/>
                  </a:lnTo>
                  <a:lnTo>
                    <a:pt x="51107" y="79279"/>
                  </a:lnTo>
                  <a:lnTo>
                    <a:pt x="51298" y="79151"/>
                  </a:lnTo>
                  <a:lnTo>
                    <a:pt x="56601" y="88415"/>
                  </a:lnTo>
                  <a:lnTo>
                    <a:pt x="56473" y="88542"/>
                  </a:lnTo>
                  <a:lnTo>
                    <a:pt x="56345" y="88734"/>
                  </a:lnTo>
                  <a:lnTo>
                    <a:pt x="56217" y="88989"/>
                  </a:lnTo>
                  <a:lnTo>
                    <a:pt x="56217" y="89245"/>
                  </a:lnTo>
                  <a:lnTo>
                    <a:pt x="56217" y="89437"/>
                  </a:lnTo>
                  <a:lnTo>
                    <a:pt x="56281" y="89692"/>
                  </a:lnTo>
                  <a:lnTo>
                    <a:pt x="56409" y="89820"/>
                  </a:lnTo>
                  <a:lnTo>
                    <a:pt x="56537" y="90012"/>
                  </a:lnTo>
                  <a:lnTo>
                    <a:pt x="56664" y="90139"/>
                  </a:lnTo>
                  <a:lnTo>
                    <a:pt x="56856" y="90267"/>
                  </a:lnTo>
                  <a:lnTo>
                    <a:pt x="57048" y="90331"/>
                  </a:lnTo>
                  <a:lnTo>
                    <a:pt x="57495" y="90331"/>
                  </a:lnTo>
                  <a:lnTo>
                    <a:pt x="57687" y="90267"/>
                  </a:lnTo>
                  <a:lnTo>
                    <a:pt x="57878" y="90139"/>
                  </a:lnTo>
                  <a:lnTo>
                    <a:pt x="58070" y="90012"/>
                  </a:lnTo>
                  <a:lnTo>
                    <a:pt x="58198" y="89820"/>
                  </a:lnTo>
                  <a:lnTo>
                    <a:pt x="58262" y="89692"/>
                  </a:lnTo>
                  <a:lnTo>
                    <a:pt x="58325" y="89437"/>
                  </a:lnTo>
                  <a:lnTo>
                    <a:pt x="58389" y="89245"/>
                  </a:lnTo>
                  <a:lnTo>
                    <a:pt x="58325" y="89053"/>
                  </a:lnTo>
                  <a:lnTo>
                    <a:pt x="58262" y="88798"/>
                  </a:lnTo>
                  <a:lnTo>
                    <a:pt x="58198" y="88670"/>
                  </a:lnTo>
                  <a:lnTo>
                    <a:pt x="58070" y="88478"/>
                  </a:lnTo>
                  <a:lnTo>
                    <a:pt x="57878" y="88351"/>
                  </a:lnTo>
                  <a:lnTo>
                    <a:pt x="57687" y="88223"/>
                  </a:lnTo>
                  <a:lnTo>
                    <a:pt x="57495" y="88159"/>
                  </a:lnTo>
                  <a:lnTo>
                    <a:pt x="57303" y="88159"/>
                  </a:lnTo>
                  <a:lnTo>
                    <a:pt x="57048" y="88223"/>
                  </a:lnTo>
                  <a:lnTo>
                    <a:pt x="56792" y="88287"/>
                  </a:lnTo>
                  <a:lnTo>
                    <a:pt x="51490" y="79088"/>
                  </a:lnTo>
                  <a:lnTo>
                    <a:pt x="51682" y="78896"/>
                  </a:lnTo>
                  <a:lnTo>
                    <a:pt x="51809" y="78704"/>
                  </a:lnTo>
                  <a:lnTo>
                    <a:pt x="51873" y="78449"/>
                  </a:lnTo>
                  <a:lnTo>
                    <a:pt x="51937" y="78193"/>
                  </a:lnTo>
                  <a:lnTo>
                    <a:pt x="51873" y="77938"/>
                  </a:lnTo>
                  <a:lnTo>
                    <a:pt x="51809" y="77682"/>
                  </a:lnTo>
                  <a:lnTo>
                    <a:pt x="51682" y="77491"/>
                  </a:lnTo>
                  <a:lnTo>
                    <a:pt x="51490" y="77299"/>
                  </a:lnTo>
                  <a:lnTo>
                    <a:pt x="56728" y="68228"/>
                  </a:lnTo>
                  <a:lnTo>
                    <a:pt x="56984" y="68355"/>
                  </a:lnTo>
                  <a:lnTo>
                    <a:pt x="57303" y="68419"/>
                  </a:lnTo>
                  <a:lnTo>
                    <a:pt x="57495" y="68355"/>
                  </a:lnTo>
                  <a:lnTo>
                    <a:pt x="57687" y="68291"/>
                  </a:lnTo>
                  <a:lnTo>
                    <a:pt x="57878" y="68228"/>
                  </a:lnTo>
                  <a:lnTo>
                    <a:pt x="58070" y="68100"/>
                  </a:lnTo>
                  <a:lnTo>
                    <a:pt x="58198" y="67908"/>
                  </a:lnTo>
                  <a:lnTo>
                    <a:pt x="58262" y="67716"/>
                  </a:lnTo>
                  <a:lnTo>
                    <a:pt x="58325" y="67525"/>
                  </a:lnTo>
                  <a:lnTo>
                    <a:pt x="58389" y="67333"/>
                  </a:lnTo>
                  <a:lnTo>
                    <a:pt x="58389" y="67269"/>
                  </a:lnTo>
                  <a:lnTo>
                    <a:pt x="68802" y="67269"/>
                  </a:lnTo>
                  <a:lnTo>
                    <a:pt x="68802" y="67333"/>
                  </a:lnTo>
                  <a:lnTo>
                    <a:pt x="68802" y="67525"/>
                  </a:lnTo>
                  <a:lnTo>
                    <a:pt x="68866" y="67716"/>
                  </a:lnTo>
                  <a:lnTo>
                    <a:pt x="68994" y="67908"/>
                  </a:lnTo>
                  <a:lnTo>
                    <a:pt x="69122" y="68100"/>
                  </a:lnTo>
                  <a:lnTo>
                    <a:pt x="69313" y="68228"/>
                  </a:lnTo>
                  <a:lnTo>
                    <a:pt x="69441" y="68291"/>
                  </a:lnTo>
                  <a:lnTo>
                    <a:pt x="69697" y="68355"/>
                  </a:lnTo>
                  <a:lnTo>
                    <a:pt x="69888" y="68419"/>
                  </a:lnTo>
                  <a:lnTo>
                    <a:pt x="70208" y="68355"/>
                  </a:lnTo>
                  <a:lnTo>
                    <a:pt x="70463" y="68228"/>
                  </a:lnTo>
                  <a:lnTo>
                    <a:pt x="75638" y="77235"/>
                  </a:lnTo>
                  <a:lnTo>
                    <a:pt x="75318" y="77363"/>
                  </a:lnTo>
                  <a:lnTo>
                    <a:pt x="75127" y="77618"/>
                  </a:lnTo>
                  <a:lnTo>
                    <a:pt x="74999" y="77874"/>
                  </a:lnTo>
                  <a:lnTo>
                    <a:pt x="74935" y="78193"/>
                  </a:lnTo>
                  <a:lnTo>
                    <a:pt x="74999" y="78513"/>
                  </a:lnTo>
                  <a:lnTo>
                    <a:pt x="75127" y="78832"/>
                  </a:lnTo>
                  <a:lnTo>
                    <a:pt x="75318" y="79024"/>
                  </a:lnTo>
                  <a:lnTo>
                    <a:pt x="75574" y="79215"/>
                  </a:lnTo>
                  <a:lnTo>
                    <a:pt x="70399" y="88223"/>
                  </a:lnTo>
                  <a:lnTo>
                    <a:pt x="70144" y="88159"/>
                  </a:lnTo>
                  <a:lnTo>
                    <a:pt x="69888" y="88159"/>
                  </a:lnTo>
                  <a:lnTo>
                    <a:pt x="69697" y="88223"/>
                  </a:lnTo>
                  <a:lnTo>
                    <a:pt x="69505" y="88351"/>
                  </a:lnTo>
                  <a:lnTo>
                    <a:pt x="69377" y="88478"/>
                  </a:lnTo>
                  <a:lnTo>
                    <a:pt x="69186" y="88670"/>
                  </a:lnTo>
                  <a:lnTo>
                    <a:pt x="69122" y="88798"/>
                  </a:lnTo>
                  <a:lnTo>
                    <a:pt x="69058" y="89053"/>
                  </a:lnTo>
                  <a:lnTo>
                    <a:pt x="69058" y="89245"/>
                  </a:lnTo>
                  <a:lnTo>
                    <a:pt x="69058" y="89437"/>
                  </a:lnTo>
                  <a:lnTo>
                    <a:pt x="69122" y="89692"/>
                  </a:lnTo>
                  <a:lnTo>
                    <a:pt x="69186" y="89820"/>
                  </a:lnTo>
                  <a:lnTo>
                    <a:pt x="69377" y="90012"/>
                  </a:lnTo>
                  <a:lnTo>
                    <a:pt x="69505" y="90139"/>
                  </a:lnTo>
                  <a:lnTo>
                    <a:pt x="69697" y="90267"/>
                  </a:lnTo>
                  <a:lnTo>
                    <a:pt x="69888" y="90331"/>
                  </a:lnTo>
                  <a:lnTo>
                    <a:pt x="70336" y="90331"/>
                  </a:lnTo>
                  <a:lnTo>
                    <a:pt x="70527" y="90267"/>
                  </a:lnTo>
                  <a:lnTo>
                    <a:pt x="70719" y="90139"/>
                  </a:lnTo>
                  <a:lnTo>
                    <a:pt x="70847" y="90012"/>
                  </a:lnTo>
                  <a:lnTo>
                    <a:pt x="71038" y="89820"/>
                  </a:lnTo>
                  <a:lnTo>
                    <a:pt x="71102" y="89692"/>
                  </a:lnTo>
                  <a:lnTo>
                    <a:pt x="71166" y="89437"/>
                  </a:lnTo>
                  <a:lnTo>
                    <a:pt x="71166" y="89245"/>
                  </a:lnTo>
                  <a:lnTo>
                    <a:pt x="71166" y="88926"/>
                  </a:lnTo>
                  <a:lnTo>
                    <a:pt x="71038" y="88670"/>
                  </a:lnTo>
                  <a:lnTo>
                    <a:pt x="70847" y="88415"/>
                  </a:lnTo>
                  <a:lnTo>
                    <a:pt x="70591" y="88287"/>
                  </a:lnTo>
                  <a:lnTo>
                    <a:pt x="75766" y="79279"/>
                  </a:lnTo>
                  <a:lnTo>
                    <a:pt x="76277" y="79279"/>
                  </a:lnTo>
                  <a:lnTo>
                    <a:pt x="76468" y="79215"/>
                  </a:lnTo>
                  <a:lnTo>
                    <a:pt x="76660" y="79088"/>
                  </a:lnTo>
                  <a:lnTo>
                    <a:pt x="76788" y="78960"/>
                  </a:lnTo>
                  <a:lnTo>
                    <a:pt x="76915" y="78832"/>
                  </a:lnTo>
                  <a:lnTo>
                    <a:pt x="77043" y="78640"/>
                  </a:lnTo>
                  <a:lnTo>
                    <a:pt x="77107" y="78449"/>
                  </a:lnTo>
                  <a:lnTo>
                    <a:pt x="77107" y="78193"/>
                  </a:lnTo>
                  <a:lnTo>
                    <a:pt x="77107" y="78002"/>
                  </a:lnTo>
                  <a:lnTo>
                    <a:pt x="77043" y="77810"/>
                  </a:lnTo>
                  <a:lnTo>
                    <a:pt x="76915" y="77618"/>
                  </a:lnTo>
                  <a:lnTo>
                    <a:pt x="76788" y="77427"/>
                  </a:lnTo>
                  <a:lnTo>
                    <a:pt x="76660" y="77299"/>
                  </a:lnTo>
                  <a:lnTo>
                    <a:pt x="76468" y="77235"/>
                  </a:lnTo>
                  <a:lnTo>
                    <a:pt x="76277" y="77171"/>
                  </a:lnTo>
                  <a:lnTo>
                    <a:pt x="76021" y="77107"/>
                  </a:lnTo>
                  <a:lnTo>
                    <a:pt x="75829" y="77171"/>
                  </a:lnTo>
                  <a:lnTo>
                    <a:pt x="70591" y="68164"/>
                  </a:lnTo>
                  <a:lnTo>
                    <a:pt x="70783" y="67972"/>
                  </a:lnTo>
                  <a:lnTo>
                    <a:pt x="70847" y="67780"/>
                  </a:lnTo>
                  <a:lnTo>
                    <a:pt x="70974" y="67589"/>
                  </a:lnTo>
                  <a:lnTo>
                    <a:pt x="70974" y="67333"/>
                  </a:lnTo>
                  <a:lnTo>
                    <a:pt x="70910" y="67078"/>
                  </a:lnTo>
                  <a:lnTo>
                    <a:pt x="70847" y="66822"/>
                  </a:lnTo>
                  <a:lnTo>
                    <a:pt x="70719" y="66567"/>
                  </a:lnTo>
                  <a:lnTo>
                    <a:pt x="70463" y="66439"/>
                  </a:lnTo>
                  <a:lnTo>
                    <a:pt x="75829" y="57176"/>
                  </a:lnTo>
                  <a:lnTo>
                    <a:pt x="76085" y="57240"/>
                  </a:lnTo>
                  <a:lnTo>
                    <a:pt x="76468" y="57240"/>
                  </a:lnTo>
                  <a:lnTo>
                    <a:pt x="76660" y="57176"/>
                  </a:lnTo>
                  <a:lnTo>
                    <a:pt x="77043" y="56984"/>
                  </a:lnTo>
                  <a:lnTo>
                    <a:pt x="77235" y="56665"/>
                  </a:lnTo>
                  <a:lnTo>
                    <a:pt x="77363" y="56281"/>
                  </a:lnTo>
                  <a:lnTo>
                    <a:pt x="87967" y="56281"/>
                  </a:lnTo>
                  <a:lnTo>
                    <a:pt x="88031" y="56665"/>
                  </a:lnTo>
                  <a:lnTo>
                    <a:pt x="88287" y="56984"/>
                  </a:lnTo>
                  <a:lnTo>
                    <a:pt x="88606" y="57176"/>
                  </a:lnTo>
                  <a:lnTo>
                    <a:pt x="88798" y="57240"/>
                  </a:lnTo>
                  <a:lnTo>
                    <a:pt x="89245" y="57240"/>
                  </a:lnTo>
                  <a:lnTo>
                    <a:pt x="89437" y="57176"/>
                  </a:lnTo>
                  <a:lnTo>
                    <a:pt x="89628" y="57048"/>
                  </a:lnTo>
                  <a:lnTo>
                    <a:pt x="89756" y="56920"/>
                  </a:lnTo>
                  <a:lnTo>
                    <a:pt x="89884" y="56792"/>
                  </a:lnTo>
                  <a:lnTo>
                    <a:pt x="90012" y="56601"/>
                  </a:lnTo>
                  <a:lnTo>
                    <a:pt x="90075" y="56409"/>
                  </a:lnTo>
                  <a:lnTo>
                    <a:pt x="90075" y="56154"/>
                  </a:lnTo>
                  <a:lnTo>
                    <a:pt x="90075" y="55898"/>
                  </a:lnTo>
                  <a:lnTo>
                    <a:pt x="89948" y="55643"/>
                  </a:lnTo>
                  <a:lnTo>
                    <a:pt x="89820" y="55451"/>
                  </a:lnTo>
                  <a:lnTo>
                    <a:pt x="89628" y="55323"/>
                  </a:lnTo>
                  <a:lnTo>
                    <a:pt x="94931" y="46060"/>
                  </a:lnTo>
                  <a:lnTo>
                    <a:pt x="95250" y="46188"/>
                  </a:lnTo>
                  <a:lnTo>
                    <a:pt x="95569" y="46252"/>
                  </a:lnTo>
                  <a:lnTo>
                    <a:pt x="95761" y="46252"/>
                  </a:lnTo>
                  <a:lnTo>
                    <a:pt x="95953" y="46188"/>
                  </a:lnTo>
                  <a:lnTo>
                    <a:pt x="96272" y="45932"/>
                  </a:lnTo>
                  <a:lnTo>
                    <a:pt x="96528" y="45677"/>
                  </a:lnTo>
                  <a:lnTo>
                    <a:pt x="96592" y="45230"/>
                  </a:lnTo>
                  <a:lnTo>
                    <a:pt x="106941" y="45230"/>
                  </a:lnTo>
                  <a:lnTo>
                    <a:pt x="107068" y="45677"/>
                  </a:lnTo>
                  <a:lnTo>
                    <a:pt x="107260" y="45932"/>
                  </a:lnTo>
                  <a:lnTo>
                    <a:pt x="107579" y="46188"/>
                  </a:lnTo>
                  <a:lnTo>
                    <a:pt x="107771" y="46252"/>
                  </a:lnTo>
                  <a:lnTo>
                    <a:pt x="108218" y="46252"/>
                  </a:lnTo>
                  <a:lnTo>
                    <a:pt x="108410" y="46188"/>
                  </a:lnTo>
                  <a:lnTo>
                    <a:pt x="108602" y="46060"/>
                  </a:lnTo>
                  <a:lnTo>
                    <a:pt x="108793" y="45932"/>
                  </a:lnTo>
                  <a:lnTo>
                    <a:pt x="108921" y="45741"/>
                  </a:lnTo>
                  <a:lnTo>
                    <a:pt x="108985" y="45613"/>
                  </a:lnTo>
                  <a:lnTo>
                    <a:pt x="109049" y="45357"/>
                  </a:lnTo>
                  <a:lnTo>
                    <a:pt x="109113" y="45166"/>
                  </a:lnTo>
                  <a:lnTo>
                    <a:pt x="109049" y="44974"/>
                  </a:lnTo>
                  <a:lnTo>
                    <a:pt x="108985" y="44719"/>
                  </a:lnTo>
                  <a:lnTo>
                    <a:pt x="108921" y="44527"/>
                  </a:lnTo>
                  <a:lnTo>
                    <a:pt x="108793" y="44399"/>
                  </a:lnTo>
                  <a:lnTo>
                    <a:pt x="108602" y="44271"/>
                  </a:lnTo>
                  <a:lnTo>
                    <a:pt x="108410" y="44144"/>
                  </a:lnTo>
                  <a:lnTo>
                    <a:pt x="108218" y="44080"/>
                  </a:lnTo>
                  <a:lnTo>
                    <a:pt x="107771" y="44080"/>
                  </a:lnTo>
                  <a:lnTo>
                    <a:pt x="107579" y="44144"/>
                  </a:lnTo>
                  <a:lnTo>
                    <a:pt x="107260" y="44335"/>
                  </a:lnTo>
                  <a:lnTo>
                    <a:pt x="107068" y="44655"/>
                  </a:lnTo>
                  <a:lnTo>
                    <a:pt x="106941" y="45038"/>
                  </a:lnTo>
                  <a:lnTo>
                    <a:pt x="96592" y="45038"/>
                  </a:lnTo>
                  <a:lnTo>
                    <a:pt x="96528" y="44655"/>
                  </a:lnTo>
                  <a:lnTo>
                    <a:pt x="96272" y="44335"/>
                  </a:lnTo>
                  <a:lnTo>
                    <a:pt x="95953" y="44144"/>
                  </a:lnTo>
                  <a:lnTo>
                    <a:pt x="95761" y="44080"/>
                  </a:lnTo>
                  <a:lnTo>
                    <a:pt x="95569" y="44080"/>
                  </a:lnTo>
                  <a:lnTo>
                    <a:pt x="95250" y="44144"/>
                  </a:lnTo>
                  <a:lnTo>
                    <a:pt x="94931" y="44271"/>
                  </a:lnTo>
                  <a:lnTo>
                    <a:pt x="89628" y="35008"/>
                  </a:lnTo>
                  <a:lnTo>
                    <a:pt x="89820" y="34881"/>
                  </a:lnTo>
                  <a:lnTo>
                    <a:pt x="89948" y="34625"/>
                  </a:lnTo>
                  <a:lnTo>
                    <a:pt x="90075" y="34433"/>
                  </a:lnTo>
                  <a:lnTo>
                    <a:pt x="90075" y="34178"/>
                  </a:lnTo>
                  <a:lnTo>
                    <a:pt x="90075" y="33858"/>
                  </a:lnTo>
                  <a:lnTo>
                    <a:pt x="89948" y="33667"/>
                  </a:lnTo>
                  <a:lnTo>
                    <a:pt x="89820" y="33411"/>
                  </a:lnTo>
                  <a:lnTo>
                    <a:pt x="89628" y="33284"/>
                  </a:lnTo>
                  <a:lnTo>
                    <a:pt x="90395" y="31942"/>
                  </a:lnTo>
                  <a:lnTo>
                    <a:pt x="94931" y="24021"/>
                  </a:lnTo>
                  <a:lnTo>
                    <a:pt x="95250" y="24148"/>
                  </a:lnTo>
                  <a:lnTo>
                    <a:pt x="95569" y="24212"/>
                  </a:lnTo>
                  <a:lnTo>
                    <a:pt x="95761" y="24212"/>
                  </a:lnTo>
                  <a:lnTo>
                    <a:pt x="95953" y="24148"/>
                  </a:lnTo>
                  <a:lnTo>
                    <a:pt x="96272" y="23957"/>
                  </a:lnTo>
                  <a:lnTo>
                    <a:pt x="96528" y="23637"/>
                  </a:lnTo>
                  <a:lnTo>
                    <a:pt x="96592" y="23254"/>
                  </a:lnTo>
                  <a:lnTo>
                    <a:pt x="108027" y="23254"/>
                  </a:lnTo>
                  <a:lnTo>
                    <a:pt x="113840" y="33284"/>
                  </a:lnTo>
                  <a:lnTo>
                    <a:pt x="113648" y="33411"/>
                  </a:lnTo>
                  <a:lnTo>
                    <a:pt x="113521" y="33667"/>
                  </a:lnTo>
                  <a:lnTo>
                    <a:pt x="113393" y="33858"/>
                  </a:lnTo>
                  <a:lnTo>
                    <a:pt x="113393" y="34178"/>
                  </a:lnTo>
                  <a:lnTo>
                    <a:pt x="113393" y="34370"/>
                  </a:lnTo>
                  <a:lnTo>
                    <a:pt x="113457" y="34561"/>
                  </a:lnTo>
                  <a:lnTo>
                    <a:pt x="113585" y="34753"/>
                  </a:lnTo>
                  <a:lnTo>
                    <a:pt x="113712" y="34881"/>
                  </a:lnTo>
                  <a:lnTo>
                    <a:pt x="113840" y="35072"/>
                  </a:lnTo>
                  <a:lnTo>
                    <a:pt x="114032" y="35136"/>
                  </a:lnTo>
                  <a:lnTo>
                    <a:pt x="114223" y="35200"/>
                  </a:lnTo>
                  <a:lnTo>
                    <a:pt x="114671" y="35200"/>
                  </a:lnTo>
                  <a:lnTo>
                    <a:pt x="114862" y="35136"/>
                  </a:lnTo>
                  <a:lnTo>
                    <a:pt x="115054" y="35072"/>
                  </a:lnTo>
                  <a:lnTo>
                    <a:pt x="115245" y="34881"/>
                  </a:lnTo>
                  <a:lnTo>
                    <a:pt x="115373" y="34753"/>
                  </a:lnTo>
                  <a:lnTo>
                    <a:pt x="115437" y="34561"/>
                  </a:lnTo>
                  <a:lnTo>
                    <a:pt x="115501" y="34370"/>
                  </a:lnTo>
                  <a:lnTo>
                    <a:pt x="115501" y="34178"/>
                  </a:lnTo>
                  <a:lnTo>
                    <a:pt x="115501" y="33922"/>
                  </a:lnTo>
                  <a:lnTo>
                    <a:pt x="115437" y="33731"/>
                  </a:lnTo>
                  <a:lnTo>
                    <a:pt x="115373" y="33539"/>
                  </a:lnTo>
                  <a:lnTo>
                    <a:pt x="115245" y="33411"/>
                  </a:lnTo>
                  <a:lnTo>
                    <a:pt x="115054" y="33220"/>
                  </a:lnTo>
                  <a:lnTo>
                    <a:pt x="114862" y="33156"/>
                  </a:lnTo>
                  <a:lnTo>
                    <a:pt x="114671" y="33092"/>
                  </a:lnTo>
                  <a:lnTo>
                    <a:pt x="114223" y="33092"/>
                  </a:lnTo>
                  <a:lnTo>
                    <a:pt x="113968" y="33156"/>
                  </a:lnTo>
                  <a:lnTo>
                    <a:pt x="108154" y="23062"/>
                  </a:lnTo>
                  <a:lnTo>
                    <a:pt x="96592" y="23062"/>
                  </a:lnTo>
                  <a:lnTo>
                    <a:pt x="96528" y="22679"/>
                  </a:lnTo>
                  <a:lnTo>
                    <a:pt x="96272" y="22360"/>
                  </a:lnTo>
                  <a:lnTo>
                    <a:pt x="95953" y="22104"/>
                  </a:lnTo>
                  <a:lnTo>
                    <a:pt x="95761" y="22040"/>
                  </a:lnTo>
                  <a:lnTo>
                    <a:pt x="95569" y="22040"/>
                  </a:lnTo>
                  <a:lnTo>
                    <a:pt x="95250" y="22104"/>
                  </a:lnTo>
                  <a:lnTo>
                    <a:pt x="94931" y="22232"/>
                  </a:lnTo>
                  <a:lnTo>
                    <a:pt x="89628" y="12969"/>
                  </a:lnTo>
                  <a:lnTo>
                    <a:pt x="89820" y="12841"/>
                  </a:lnTo>
                  <a:lnTo>
                    <a:pt x="89948" y="12649"/>
                  </a:lnTo>
                  <a:lnTo>
                    <a:pt x="90075" y="12394"/>
                  </a:lnTo>
                  <a:lnTo>
                    <a:pt x="90075" y="12138"/>
                  </a:lnTo>
                  <a:lnTo>
                    <a:pt x="90075" y="11883"/>
                  </a:lnTo>
                  <a:lnTo>
                    <a:pt x="90012" y="11691"/>
                  </a:lnTo>
                  <a:lnTo>
                    <a:pt x="89884" y="11499"/>
                  </a:lnTo>
                  <a:lnTo>
                    <a:pt x="89756" y="11372"/>
                  </a:lnTo>
                  <a:lnTo>
                    <a:pt x="89628" y="11244"/>
                  </a:lnTo>
                  <a:lnTo>
                    <a:pt x="89437" y="11116"/>
                  </a:lnTo>
                  <a:lnTo>
                    <a:pt x="89245" y="11052"/>
                  </a:lnTo>
                  <a:lnTo>
                    <a:pt x="88798" y="11052"/>
                  </a:lnTo>
                  <a:lnTo>
                    <a:pt x="88606" y="11116"/>
                  </a:lnTo>
                  <a:lnTo>
                    <a:pt x="88287" y="11308"/>
                  </a:lnTo>
                  <a:lnTo>
                    <a:pt x="88031" y="11627"/>
                  </a:lnTo>
                  <a:lnTo>
                    <a:pt x="87967" y="12011"/>
                  </a:lnTo>
                  <a:lnTo>
                    <a:pt x="77363" y="12011"/>
                  </a:lnTo>
                  <a:lnTo>
                    <a:pt x="77235" y="11627"/>
                  </a:lnTo>
                  <a:lnTo>
                    <a:pt x="77043" y="11308"/>
                  </a:lnTo>
                  <a:lnTo>
                    <a:pt x="76660" y="11116"/>
                  </a:lnTo>
                  <a:lnTo>
                    <a:pt x="76468" y="11052"/>
                  </a:lnTo>
                  <a:lnTo>
                    <a:pt x="76085" y="11052"/>
                  </a:lnTo>
                  <a:lnTo>
                    <a:pt x="75829" y="11116"/>
                  </a:lnTo>
                  <a:lnTo>
                    <a:pt x="70527" y="1981"/>
                  </a:lnTo>
                  <a:lnTo>
                    <a:pt x="70719" y="1789"/>
                  </a:lnTo>
                  <a:lnTo>
                    <a:pt x="70910" y="1598"/>
                  </a:lnTo>
                  <a:lnTo>
                    <a:pt x="70974" y="1342"/>
                  </a:lnTo>
                  <a:lnTo>
                    <a:pt x="71038" y="1087"/>
                  </a:lnTo>
                  <a:lnTo>
                    <a:pt x="70974" y="895"/>
                  </a:lnTo>
                  <a:lnTo>
                    <a:pt x="70910" y="703"/>
                  </a:lnTo>
                  <a:lnTo>
                    <a:pt x="70847" y="512"/>
                  </a:lnTo>
                  <a:lnTo>
                    <a:pt x="70719" y="320"/>
                  </a:lnTo>
                  <a:lnTo>
                    <a:pt x="70527" y="192"/>
                  </a:lnTo>
                  <a:lnTo>
                    <a:pt x="70336" y="128"/>
                  </a:lnTo>
                  <a:lnTo>
                    <a:pt x="70144" y="64"/>
                  </a:lnTo>
                  <a:lnTo>
                    <a:pt x="69952" y="1"/>
                  </a:lnTo>
                  <a:close/>
                </a:path>
              </a:pathLst>
            </a:custGeom>
            <a:gradFill>
              <a:gsLst>
                <a:gs pos="0">
                  <a:schemeClr val="lt2"/>
                </a:gs>
                <a:gs pos="100000">
                  <a:schemeClr val="dk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26"/>
            <p:cNvSpPr/>
            <p:nvPr/>
          </p:nvSpPr>
          <p:spPr>
            <a:xfrm>
              <a:off x="1399800" y="-802100"/>
              <a:ext cx="2037900" cy="1095625"/>
            </a:xfrm>
            <a:custGeom>
              <a:avLst/>
              <a:gdLst/>
              <a:ahLst/>
              <a:cxnLst/>
              <a:rect l="l" t="t" r="r" b="b"/>
              <a:pathLst>
                <a:path w="81516" h="43825" fill="none" extrusionOk="0">
                  <a:moveTo>
                    <a:pt x="62990" y="959"/>
                  </a:moveTo>
                  <a:lnTo>
                    <a:pt x="62990" y="959"/>
                  </a:lnTo>
                  <a:lnTo>
                    <a:pt x="63181" y="959"/>
                  </a:lnTo>
                  <a:lnTo>
                    <a:pt x="63373" y="895"/>
                  </a:lnTo>
                  <a:lnTo>
                    <a:pt x="63756" y="703"/>
                  </a:lnTo>
                  <a:lnTo>
                    <a:pt x="63948" y="384"/>
                  </a:lnTo>
                  <a:lnTo>
                    <a:pt x="64076" y="1"/>
                  </a:lnTo>
                  <a:lnTo>
                    <a:pt x="74680" y="1"/>
                  </a:lnTo>
                  <a:lnTo>
                    <a:pt x="74680" y="1"/>
                  </a:lnTo>
                  <a:lnTo>
                    <a:pt x="74744" y="384"/>
                  </a:lnTo>
                  <a:lnTo>
                    <a:pt x="75000" y="703"/>
                  </a:lnTo>
                  <a:lnTo>
                    <a:pt x="75319" y="895"/>
                  </a:lnTo>
                  <a:lnTo>
                    <a:pt x="75511" y="959"/>
                  </a:lnTo>
                  <a:lnTo>
                    <a:pt x="75702" y="959"/>
                  </a:lnTo>
                  <a:lnTo>
                    <a:pt x="75702" y="959"/>
                  </a:lnTo>
                  <a:lnTo>
                    <a:pt x="75958" y="959"/>
                  </a:lnTo>
                  <a:lnTo>
                    <a:pt x="76150" y="895"/>
                  </a:lnTo>
                  <a:lnTo>
                    <a:pt x="77747" y="3578"/>
                  </a:lnTo>
                  <a:lnTo>
                    <a:pt x="81516" y="10158"/>
                  </a:lnTo>
                  <a:lnTo>
                    <a:pt x="81516" y="10158"/>
                  </a:lnTo>
                  <a:lnTo>
                    <a:pt x="81388" y="10286"/>
                  </a:lnTo>
                  <a:lnTo>
                    <a:pt x="81260" y="10478"/>
                  </a:lnTo>
                  <a:lnTo>
                    <a:pt x="81196" y="10669"/>
                  </a:lnTo>
                  <a:lnTo>
                    <a:pt x="81196" y="10925"/>
                  </a:lnTo>
                  <a:lnTo>
                    <a:pt x="81196" y="10925"/>
                  </a:lnTo>
                  <a:lnTo>
                    <a:pt x="81196" y="11116"/>
                  </a:lnTo>
                  <a:lnTo>
                    <a:pt x="81260" y="11372"/>
                  </a:lnTo>
                  <a:lnTo>
                    <a:pt x="81388" y="11564"/>
                  </a:lnTo>
                  <a:lnTo>
                    <a:pt x="81516" y="11691"/>
                  </a:lnTo>
                  <a:lnTo>
                    <a:pt x="76150" y="20954"/>
                  </a:lnTo>
                  <a:lnTo>
                    <a:pt x="76150" y="20954"/>
                  </a:lnTo>
                  <a:lnTo>
                    <a:pt x="75958" y="20891"/>
                  </a:lnTo>
                  <a:lnTo>
                    <a:pt x="75702" y="20827"/>
                  </a:lnTo>
                  <a:lnTo>
                    <a:pt x="75702" y="20827"/>
                  </a:lnTo>
                  <a:lnTo>
                    <a:pt x="75511" y="20891"/>
                  </a:lnTo>
                  <a:lnTo>
                    <a:pt x="75319" y="20954"/>
                  </a:lnTo>
                  <a:lnTo>
                    <a:pt x="75000" y="21146"/>
                  </a:lnTo>
                  <a:lnTo>
                    <a:pt x="74744" y="21465"/>
                  </a:lnTo>
                  <a:lnTo>
                    <a:pt x="74680" y="21849"/>
                  </a:lnTo>
                  <a:lnTo>
                    <a:pt x="64076" y="21849"/>
                  </a:lnTo>
                  <a:lnTo>
                    <a:pt x="64076" y="21849"/>
                  </a:lnTo>
                  <a:lnTo>
                    <a:pt x="63948" y="21465"/>
                  </a:lnTo>
                  <a:lnTo>
                    <a:pt x="63756" y="21146"/>
                  </a:lnTo>
                  <a:lnTo>
                    <a:pt x="63373" y="20954"/>
                  </a:lnTo>
                  <a:lnTo>
                    <a:pt x="63181" y="20891"/>
                  </a:lnTo>
                  <a:lnTo>
                    <a:pt x="62990" y="20827"/>
                  </a:lnTo>
                  <a:lnTo>
                    <a:pt x="62990" y="20827"/>
                  </a:lnTo>
                  <a:lnTo>
                    <a:pt x="62798" y="20891"/>
                  </a:lnTo>
                  <a:lnTo>
                    <a:pt x="62606" y="20954"/>
                  </a:lnTo>
                  <a:lnTo>
                    <a:pt x="62415" y="21018"/>
                  </a:lnTo>
                  <a:lnTo>
                    <a:pt x="62223" y="21146"/>
                  </a:lnTo>
                  <a:lnTo>
                    <a:pt x="62095" y="21338"/>
                  </a:lnTo>
                  <a:lnTo>
                    <a:pt x="62031" y="21529"/>
                  </a:lnTo>
                  <a:lnTo>
                    <a:pt x="61968" y="21721"/>
                  </a:lnTo>
                  <a:lnTo>
                    <a:pt x="61904" y="21913"/>
                  </a:lnTo>
                  <a:lnTo>
                    <a:pt x="61904" y="21913"/>
                  </a:lnTo>
                  <a:lnTo>
                    <a:pt x="61968" y="22168"/>
                  </a:lnTo>
                  <a:lnTo>
                    <a:pt x="62031" y="22424"/>
                  </a:lnTo>
                  <a:lnTo>
                    <a:pt x="62223" y="22679"/>
                  </a:lnTo>
                  <a:lnTo>
                    <a:pt x="62415" y="22807"/>
                  </a:lnTo>
                  <a:lnTo>
                    <a:pt x="57049" y="32070"/>
                  </a:lnTo>
                  <a:lnTo>
                    <a:pt x="57049" y="32070"/>
                  </a:lnTo>
                  <a:lnTo>
                    <a:pt x="56857" y="32006"/>
                  </a:lnTo>
                  <a:lnTo>
                    <a:pt x="56601" y="32006"/>
                  </a:lnTo>
                  <a:lnTo>
                    <a:pt x="56601" y="32006"/>
                  </a:lnTo>
                  <a:lnTo>
                    <a:pt x="56218" y="32070"/>
                  </a:lnTo>
                  <a:lnTo>
                    <a:pt x="55899" y="32262"/>
                  </a:lnTo>
                  <a:lnTo>
                    <a:pt x="55707" y="32517"/>
                  </a:lnTo>
                  <a:lnTo>
                    <a:pt x="55579" y="32837"/>
                  </a:lnTo>
                  <a:lnTo>
                    <a:pt x="45038" y="32837"/>
                  </a:lnTo>
                  <a:lnTo>
                    <a:pt x="45038" y="32837"/>
                  </a:lnTo>
                  <a:lnTo>
                    <a:pt x="44911" y="32517"/>
                  </a:lnTo>
                  <a:lnTo>
                    <a:pt x="44655" y="32262"/>
                  </a:lnTo>
                  <a:lnTo>
                    <a:pt x="44336" y="32070"/>
                  </a:lnTo>
                  <a:lnTo>
                    <a:pt x="44016" y="32006"/>
                  </a:lnTo>
                  <a:lnTo>
                    <a:pt x="44016" y="32006"/>
                  </a:lnTo>
                  <a:lnTo>
                    <a:pt x="43761" y="32006"/>
                  </a:lnTo>
                  <a:lnTo>
                    <a:pt x="43569" y="32070"/>
                  </a:lnTo>
                  <a:lnTo>
                    <a:pt x="43377" y="32198"/>
                  </a:lnTo>
                  <a:lnTo>
                    <a:pt x="43250" y="32326"/>
                  </a:lnTo>
                  <a:lnTo>
                    <a:pt x="43122" y="32453"/>
                  </a:lnTo>
                  <a:lnTo>
                    <a:pt x="42994" y="32645"/>
                  </a:lnTo>
                  <a:lnTo>
                    <a:pt x="42930" y="32837"/>
                  </a:lnTo>
                  <a:lnTo>
                    <a:pt x="42930" y="33092"/>
                  </a:lnTo>
                  <a:lnTo>
                    <a:pt x="42930" y="33092"/>
                  </a:lnTo>
                  <a:lnTo>
                    <a:pt x="42930" y="33284"/>
                  </a:lnTo>
                  <a:lnTo>
                    <a:pt x="42994" y="33539"/>
                  </a:lnTo>
                  <a:lnTo>
                    <a:pt x="43122" y="33731"/>
                  </a:lnTo>
                  <a:lnTo>
                    <a:pt x="43250" y="33859"/>
                  </a:lnTo>
                  <a:lnTo>
                    <a:pt x="40247" y="39161"/>
                  </a:lnTo>
                  <a:lnTo>
                    <a:pt x="38011" y="42994"/>
                  </a:lnTo>
                  <a:lnTo>
                    <a:pt x="38011" y="42994"/>
                  </a:lnTo>
                  <a:lnTo>
                    <a:pt x="37820" y="42930"/>
                  </a:lnTo>
                  <a:lnTo>
                    <a:pt x="37564" y="42866"/>
                  </a:lnTo>
                  <a:lnTo>
                    <a:pt x="37564" y="42866"/>
                  </a:lnTo>
                  <a:lnTo>
                    <a:pt x="37372" y="42930"/>
                  </a:lnTo>
                  <a:lnTo>
                    <a:pt x="37181" y="42930"/>
                  </a:lnTo>
                  <a:lnTo>
                    <a:pt x="36861" y="43186"/>
                  </a:lnTo>
                  <a:lnTo>
                    <a:pt x="36606" y="43441"/>
                  </a:lnTo>
                  <a:lnTo>
                    <a:pt x="36478" y="43824"/>
                  </a:lnTo>
                  <a:lnTo>
                    <a:pt x="25937" y="43824"/>
                  </a:lnTo>
                  <a:lnTo>
                    <a:pt x="25937" y="43824"/>
                  </a:lnTo>
                  <a:lnTo>
                    <a:pt x="25873" y="43441"/>
                  </a:lnTo>
                  <a:lnTo>
                    <a:pt x="25618" y="43186"/>
                  </a:lnTo>
                  <a:lnTo>
                    <a:pt x="25299" y="42930"/>
                  </a:lnTo>
                  <a:lnTo>
                    <a:pt x="25107" y="42930"/>
                  </a:lnTo>
                  <a:lnTo>
                    <a:pt x="24915" y="42866"/>
                  </a:lnTo>
                  <a:lnTo>
                    <a:pt x="24915" y="42866"/>
                  </a:lnTo>
                  <a:lnTo>
                    <a:pt x="24660" y="42930"/>
                  </a:lnTo>
                  <a:lnTo>
                    <a:pt x="24404" y="42994"/>
                  </a:lnTo>
                  <a:lnTo>
                    <a:pt x="19102" y="33795"/>
                  </a:lnTo>
                  <a:lnTo>
                    <a:pt x="19102" y="33795"/>
                  </a:lnTo>
                  <a:lnTo>
                    <a:pt x="19293" y="33667"/>
                  </a:lnTo>
                  <a:lnTo>
                    <a:pt x="19421" y="33475"/>
                  </a:lnTo>
                  <a:lnTo>
                    <a:pt x="19549" y="33220"/>
                  </a:lnTo>
                  <a:lnTo>
                    <a:pt x="19549" y="32964"/>
                  </a:lnTo>
                  <a:lnTo>
                    <a:pt x="19549" y="32964"/>
                  </a:lnTo>
                  <a:lnTo>
                    <a:pt x="19549" y="32709"/>
                  </a:lnTo>
                  <a:lnTo>
                    <a:pt x="19421" y="32453"/>
                  </a:lnTo>
                  <a:lnTo>
                    <a:pt x="19293" y="32262"/>
                  </a:lnTo>
                  <a:lnTo>
                    <a:pt x="19102" y="32070"/>
                  </a:lnTo>
                  <a:lnTo>
                    <a:pt x="24404" y="22935"/>
                  </a:lnTo>
                  <a:lnTo>
                    <a:pt x="24404" y="22935"/>
                  </a:lnTo>
                  <a:lnTo>
                    <a:pt x="24596" y="22999"/>
                  </a:lnTo>
                  <a:lnTo>
                    <a:pt x="24851" y="22999"/>
                  </a:lnTo>
                  <a:lnTo>
                    <a:pt x="24851" y="22999"/>
                  </a:lnTo>
                  <a:lnTo>
                    <a:pt x="25043" y="22999"/>
                  </a:lnTo>
                  <a:lnTo>
                    <a:pt x="25299" y="22935"/>
                  </a:lnTo>
                  <a:lnTo>
                    <a:pt x="25426" y="22807"/>
                  </a:lnTo>
                  <a:lnTo>
                    <a:pt x="25618" y="22679"/>
                  </a:lnTo>
                  <a:lnTo>
                    <a:pt x="25746" y="22551"/>
                  </a:lnTo>
                  <a:lnTo>
                    <a:pt x="25873" y="22360"/>
                  </a:lnTo>
                  <a:lnTo>
                    <a:pt x="25937" y="22168"/>
                  </a:lnTo>
                  <a:lnTo>
                    <a:pt x="25937" y="21913"/>
                  </a:lnTo>
                  <a:lnTo>
                    <a:pt x="25937" y="21913"/>
                  </a:lnTo>
                  <a:lnTo>
                    <a:pt x="25937" y="21721"/>
                  </a:lnTo>
                  <a:lnTo>
                    <a:pt x="25873" y="21529"/>
                  </a:lnTo>
                  <a:lnTo>
                    <a:pt x="25746" y="21338"/>
                  </a:lnTo>
                  <a:lnTo>
                    <a:pt x="25618" y="21146"/>
                  </a:lnTo>
                  <a:lnTo>
                    <a:pt x="25426" y="21018"/>
                  </a:lnTo>
                  <a:lnTo>
                    <a:pt x="25299" y="20954"/>
                  </a:lnTo>
                  <a:lnTo>
                    <a:pt x="25043" y="20891"/>
                  </a:lnTo>
                  <a:lnTo>
                    <a:pt x="24851" y="20827"/>
                  </a:lnTo>
                  <a:lnTo>
                    <a:pt x="24851" y="20827"/>
                  </a:lnTo>
                  <a:lnTo>
                    <a:pt x="24660" y="20891"/>
                  </a:lnTo>
                  <a:lnTo>
                    <a:pt x="24404" y="20954"/>
                  </a:lnTo>
                  <a:lnTo>
                    <a:pt x="24276" y="21018"/>
                  </a:lnTo>
                  <a:lnTo>
                    <a:pt x="24085" y="21146"/>
                  </a:lnTo>
                  <a:lnTo>
                    <a:pt x="23957" y="21338"/>
                  </a:lnTo>
                  <a:lnTo>
                    <a:pt x="23829" y="21529"/>
                  </a:lnTo>
                  <a:lnTo>
                    <a:pt x="23765" y="21721"/>
                  </a:lnTo>
                  <a:lnTo>
                    <a:pt x="23765" y="21913"/>
                  </a:lnTo>
                  <a:lnTo>
                    <a:pt x="23765" y="21913"/>
                  </a:lnTo>
                  <a:lnTo>
                    <a:pt x="23829" y="22168"/>
                  </a:lnTo>
                  <a:lnTo>
                    <a:pt x="23893" y="22424"/>
                  </a:lnTo>
                  <a:lnTo>
                    <a:pt x="24021" y="22615"/>
                  </a:lnTo>
                  <a:lnTo>
                    <a:pt x="24212" y="22807"/>
                  </a:lnTo>
                  <a:lnTo>
                    <a:pt x="18910" y="31942"/>
                  </a:lnTo>
                  <a:lnTo>
                    <a:pt x="18910" y="31942"/>
                  </a:lnTo>
                  <a:lnTo>
                    <a:pt x="18719" y="31878"/>
                  </a:lnTo>
                  <a:lnTo>
                    <a:pt x="18463" y="31878"/>
                  </a:lnTo>
                  <a:lnTo>
                    <a:pt x="18463" y="31878"/>
                  </a:lnTo>
                  <a:lnTo>
                    <a:pt x="18271" y="31878"/>
                  </a:lnTo>
                  <a:lnTo>
                    <a:pt x="18080" y="31942"/>
                  </a:lnTo>
                  <a:lnTo>
                    <a:pt x="17760" y="32134"/>
                  </a:lnTo>
                  <a:lnTo>
                    <a:pt x="17505" y="32453"/>
                  </a:lnTo>
                  <a:lnTo>
                    <a:pt x="17441" y="32837"/>
                  </a:lnTo>
                  <a:lnTo>
                    <a:pt x="6900" y="32837"/>
                  </a:lnTo>
                  <a:lnTo>
                    <a:pt x="6900" y="32837"/>
                  </a:lnTo>
                  <a:lnTo>
                    <a:pt x="6772" y="32453"/>
                  </a:lnTo>
                  <a:lnTo>
                    <a:pt x="6517" y="32134"/>
                  </a:lnTo>
                  <a:lnTo>
                    <a:pt x="6197" y="31942"/>
                  </a:lnTo>
                  <a:lnTo>
                    <a:pt x="6006" y="31878"/>
                  </a:lnTo>
                  <a:lnTo>
                    <a:pt x="5814" y="31878"/>
                  </a:lnTo>
                  <a:lnTo>
                    <a:pt x="5814" y="31878"/>
                  </a:lnTo>
                  <a:lnTo>
                    <a:pt x="5559" y="31878"/>
                  </a:lnTo>
                  <a:lnTo>
                    <a:pt x="5303" y="32006"/>
                  </a:lnTo>
                  <a:lnTo>
                    <a:pt x="1" y="22807"/>
                  </a:lnTo>
                  <a:lnTo>
                    <a:pt x="1" y="22807"/>
                  </a:lnTo>
                  <a:lnTo>
                    <a:pt x="256" y="22615"/>
                  </a:lnTo>
                  <a:lnTo>
                    <a:pt x="448" y="22360"/>
                  </a:lnTo>
                  <a:lnTo>
                    <a:pt x="576" y="22104"/>
                  </a:lnTo>
                  <a:lnTo>
                    <a:pt x="640" y="21785"/>
                  </a:lnTo>
                  <a:lnTo>
                    <a:pt x="640" y="21785"/>
                  </a:lnTo>
                  <a:lnTo>
                    <a:pt x="640" y="21529"/>
                  </a:lnTo>
                  <a:lnTo>
                    <a:pt x="512" y="21274"/>
                  </a:lnTo>
                  <a:lnTo>
                    <a:pt x="320" y="21018"/>
                  </a:lnTo>
                  <a:lnTo>
                    <a:pt x="128" y="20891"/>
                  </a:lnTo>
                  <a:lnTo>
                    <a:pt x="5367" y="11819"/>
                  </a:lnTo>
                  <a:lnTo>
                    <a:pt x="5367" y="11819"/>
                  </a:lnTo>
                  <a:lnTo>
                    <a:pt x="5686" y="11883"/>
                  </a:lnTo>
                  <a:lnTo>
                    <a:pt x="5686" y="11883"/>
                  </a:lnTo>
                  <a:lnTo>
                    <a:pt x="6070" y="11819"/>
                  </a:lnTo>
                  <a:lnTo>
                    <a:pt x="6389" y="11627"/>
                  </a:lnTo>
                  <a:lnTo>
                    <a:pt x="6645" y="11372"/>
                  </a:lnTo>
                  <a:lnTo>
                    <a:pt x="6772" y="10989"/>
                  </a:lnTo>
                  <a:lnTo>
                    <a:pt x="17441" y="10989"/>
                  </a:lnTo>
                  <a:lnTo>
                    <a:pt x="17441" y="10989"/>
                  </a:lnTo>
                  <a:lnTo>
                    <a:pt x="17505" y="11372"/>
                  </a:lnTo>
                  <a:lnTo>
                    <a:pt x="17760" y="11691"/>
                  </a:lnTo>
                  <a:lnTo>
                    <a:pt x="18080" y="11883"/>
                  </a:lnTo>
                  <a:lnTo>
                    <a:pt x="18271" y="11947"/>
                  </a:lnTo>
                  <a:lnTo>
                    <a:pt x="18463" y="12011"/>
                  </a:lnTo>
                  <a:lnTo>
                    <a:pt x="18463" y="12011"/>
                  </a:lnTo>
                  <a:lnTo>
                    <a:pt x="18719" y="11947"/>
                  </a:lnTo>
                  <a:lnTo>
                    <a:pt x="18910" y="11883"/>
                  </a:lnTo>
                  <a:lnTo>
                    <a:pt x="19102" y="11819"/>
                  </a:lnTo>
                  <a:lnTo>
                    <a:pt x="19230" y="11691"/>
                  </a:lnTo>
                  <a:lnTo>
                    <a:pt x="19357" y="11500"/>
                  </a:lnTo>
                  <a:lnTo>
                    <a:pt x="19485" y="11308"/>
                  </a:lnTo>
                  <a:lnTo>
                    <a:pt x="19549" y="11116"/>
                  </a:lnTo>
                  <a:lnTo>
                    <a:pt x="19549" y="10925"/>
                  </a:lnTo>
                  <a:lnTo>
                    <a:pt x="19549" y="10925"/>
                  </a:lnTo>
                  <a:lnTo>
                    <a:pt x="19549" y="10669"/>
                  </a:lnTo>
                  <a:lnTo>
                    <a:pt x="19421" y="10414"/>
                  </a:lnTo>
                  <a:lnTo>
                    <a:pt x="19293" y="10222"/>
                  </a:lnTo>
                  <a:lnTo>
                    <a:pt x="19102" y="10030"/>
                  </a:lnTo>
                  <a:lnTo>
                    <a:pt x="24085" y="1406"/>
                  </a:lnTo>
                  <a:lnTo>
                    <a:pt x="24404" y="895"/>
                  </a:lnTo>
                  <a:lnTo>
                    <a:pt x="24404" y="895"/>
                  </a:lnTo>
                  <a:lnTo>
                    <a:pt x="24596" y="959"/>
                  </a:lnTo>
                  <a:lnTo>
                    <a:pt x="24851" y="959"/>
                  </a:lnTo>
                  <a:lnTo>
                    <a:pt x="24851" y="959"/>
                  </a:lnTo>
                  <a:lnTo>
                    <a:pt x="25043" y="959"/>
                  </a:lnTo>
                  <a:lnTo>
                    <a:pt x="25235" y="895"/>
                  </a:lnTo>
                  <a:lnTo>
                    <a:pt x="25554" y="703"/>
                  </a:lnTo>
                  <a:lnTo>
                    <a:pt x="25810" y="384"/>
                  </a:lnTo>
                  <a:lnTo>
                    <a:pt x="25937" y="1"/>
                  </a:lnTo>
                  <a:lnTo>
                    <a:pt x="36478" y="1"/>
                  </a:lnTo>
                  <a:lnTo>
                    <a:pt x="36478" y="1"/>
                  </a:lnTo>
                  <a:lnTo>
                    <a:pt x="36606" y="384"/>
                  </a:lnTo>
                  <a:lnTo>
                    <a:pt x="36861" y="703"/>
                  </a:lnTo>
                  <a:lnTo>
                    <a:pt x="37181" y="895"/>
                  </a:lnTo>
                  <a:lnTo>
                    <a:pt x="37372" y="959"/>
                  </a:lnTo>
                  <a:lnTo>
                    <a:pt x="37564" y="959"/>
                  </a:lnTo>
                  <a:lnTo>
                    <a:pt x="37564" y="959"/>
                  </a:lnTo>
                  <a:lnTo>
                    <a:pt x="37820" y="959"/>
                  </a:lnTo>
                  <a:lnTo>
                    <a:pt x="38011" y="895"/>
                  </a:lnTo>
                  <a:lnTo>
                    <a:pt x="43314" y="10030"/>
                  </a:lnTo>
                  <a:lnTo>
                    <a:pt x="43314" y="10030"/>
                  </a:lnTo>
                  <a:lnTo>
                    <a:pt x="43122" y="10222"/>
                  </a:lnTo>
                  <a:lnTo>
                    <a:pt x="42994" y="10414"/>
                  </a:lnTo>
                  <a:lnTo>
                    <a:pt x="42866" y="10669"/>
                  </a:lnTo>
                  <a:lnTo>
                    <a:pt x="42866" y="10925"/>
                  </a:lnTo>
                  <a:lnTo>
                    <a:pt x="42866" y="10925"/>
                  </a:lnTo>
                  <a:lnTo>
                    <a:pt x="42866" y="11116"/>
                  </a:lnTo>
                  <a:lnTo>
                    <a:pt x="42930" y="11372"/>
                  </a:lnTo>
                  <a:lnTo>
                    <a:pt x="43058" y="11500"/>
                  </a:lnTo>
                  <a:lnTo>
                    <a:pt x="43186" y="11691"/>
                  </a:lnTo>
                  <a:lnTo>
                    <a:pt x="43314" y="11819"/>
                  </a:lnTo>
                  <a:lnTo>
                    <a:pt x="43505" y="11947"/>
                  </a:lnTo>
                  <a:lnTo>
                    <a:pt x="43697" y="12011"/>
                  </a:lnTo>
                  <a:lnTo>
                    <a:pt x="43952" y="12011"/>
                  </a:lnTo>
                  <a:lnTo>
                    <a:pt x="43952" y="12011"/>
                  </a:lnTo>
                  <a:lnTo>
                    <a:pt x="44144" y="12011"/>
                  </a:lnTo>
                  <a:lnTo>
                    <a:pt x="44336" y="11947"/>
                  </a:lnTo>
                  <a:lnTo>
                    <a:pt x="44655" y="11691"/>
                  </a:lnTo>
                  <a:lnTo>
                    <a:pt x="44911" y="11436"/>
                  </a:lnTo>
                  <a:lnTo>
                    <a:pt x="45038" y="10989"/>
                  </a:lnTo>
                  <a:lnTo>
                    <a:pt x="55899" y="10989"/>
                  </a:lnTo>
                  <a:lnTo>
                    <a:pt x="55899" y="10989"/>
                  </a:lnTo>
                  <a:lnTo>
                    <a:pt x="56026" y="11436"/>
                  </a:lnTo>
                  <a:lnTo>
                    <a:pt x="56218" y="11691"/>
                  </a:lnTo>
                  <a:lnTo>
                    <a:pt x="56601" y="11947"/>
                  </a:lnTo>
                  <a:lnTo>
                    <a:pt x="56793" y="12011"/>
                  </a:lnTo>
                  <a:lnTo>
                    <a:pt x="56985" y="12011"/>
                  </a:lnTo>
                  <a:lnTo>
                    <a:pt x="56985" y="12011"/>
                  </a:lnTo>
                  <a:lnTo>
                    <a:pt x="57176" y="12011"/>
                  </a:lnTo>
                  <a:lnTo>
                    <a:pt x="57368" y="11947"/>
                  </a:lnTo>
                  <a:lnTo>
                    <a:pt x="57560" y="11819"/>
                  </a:lnTo>
                  <a:lnTo>
                    <a:pt x="57751" y="11691"/>
                  </a:lnTo>
                  <a:lnTo>
                    <a:pt x="57879" y="11500"/>
                  </a:lnTo>
                  <a:lnTo>
                    <a:pt x="57943" y="11372"/>
                  </a:lnTo>
                  <a:lnTo>
                    <a:pt x="58007" y="11116"/>
                  </a:lnTo>
                  <a:lnTo>
                    <a:pt x="58071" y="10925"/>
                  </a:lnTo>
                  <a:lnTo>
                    <a:pt x="58071" y="10925"/>
                  </a:lnTo>
                  <a:lnTo>
                    <a:pt x="58007" y="10605"/>
                  </a:lnTo>
                  <a:lnTo>
                    <a:pt x="57879" y="10286"/>
                  </a:lnTo>
                  <a:lnTo>
                    <a:pt x="57623" y="10094"/>
                  </a:lnTo>
                  <a:lnTo>
                    <a:pt x="57368" y="9903"/>
                  </a:lnTo>
                  <a:lnTo>
                    <a:pt x="58007" y="8817"/>
                  </a:lnTo>
                  <a:lnTo>
                    <a:pt x="62542" y="895"/>
                  </a:lnTo>
                  <a:lnTo>
                    <a:pt x="62542" y="895"/>
                  </a:lnTo>
                  <a:lnTo>
                    <a:pt x="62798" y="959"/>
                  </a:lnTo>
                  <a:lnTo>
                    <a:pt x="62990" y="959"/>
                  </a:lnTo>
                </a:path>
              </a:pathLst>
            </a:custGeom>
            <a:gradFill>
              <a:gsLst>
                <a:gs pos="0">
                  <a:schemeClr val="lt2"/>
                </a:gs>
                <a:gs pos="100000">
                  <a:schemeClr val="dk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26"/>
            <p:cNvSpPr/>
            <p:nvPr/>
          </p:nvSpPr>
          <p:spPr>
            <a:xfrm>
              <a:off x="2354850" y="-1076800"/>
              <a:ext cx="605325" cy="544625"/>
            </a:xfrm>
            <a:custGeom>
              <a:avLst/>
              <a:gdLst/>
              <a:ahLst/>
              <a:cxnLst/>
              <a:rect l="l" t="t" r="r" b="b"/>
              <a:pathLst>
                <a:path w="24213" h="21785" fill="none" extrusionOk="0">
                  <a:moveTo>
                    <a:pt x="5750" y="959"/>
                  </a:moveTo>
                  <a:lnTo>
                    <a:pt x="5750" y="959"/>
                  </a:lnTo>
                  <a:lnTo>
                    <a:pt x="5942" y="895"/>
                  </a:lnTo>
                  <a:lnTo>
                    <a:pt x="6134" y="895"/>
                  </a:lnTo>
                  <a:lnTo>
                    <a:pt x="6453" y="640"/>
                  </a:lnTo>
                  <a:lnTo>
                    <a:pt x="6709" y="384"/>
                  </a:lnTo>
                  <a:lnTo>
                    <a:pt x="6773" y="1"/>
                  </a:lnTo>
                  <a:lnTo>
                    <a:pt x="17377" y="1"/>
                  </a:lnTo>
                  <a:lnTo>
                    <a:pt x="17377" y="1"/>
                  </a:lnTo>
                  <a:lnTo>
                    <a:pt x="17505" y="384"/>
                  </a:lnTo>
                  <a:lnTo>
                    <a:pt x="17697" y="704"/>
                  </a:lnTo>
                  <a:lnTo>
                    <a:pt x="18080" y="895"/>
                  </a:lnTo>
                  <a:lnTo>
                    <a:pt x="18272" y="959"/>
                  </a:lnTo>
                  <a:lnTo>
                    <a:pt x="18463" y="959"/>
                  </a:lnTo>
                  <a:lnTo>
                    <a:pt x="18463" y="959"/>
                  </a:lnTo>
                  <a:lnTo>
                    <a:pt x="18655" y="959"/>
                  </a:lnTo>
                  <a:lnTo>
                    <a:pt x="18910" y="831"/>
                  </a:lnTo>
                  <a:lnTo>
                    <a:pt x="24213" y="10031"/>
                  </a:lnTo>
                  <a:lnTo>
                    <a:pt x="24213" y="10031"/>
                  </a:lnTo>
                  <a:lnTo>
                    <a:pt x="24021" y="10158"/>
                  </a:lnTo>
                  <a:lnTo>
                    <a:pt x="23829" y="10414"/>
                  </a:lnTo>
                  <a:lnTo>
                    <a:pt x="23766" y="10605"/>
                  </a:lnTo>
                  <a:lnTo>
                    <a:pt x="23702" y="10925"/>
                  </a:lnTo>
                  <a:lnTo>
                    <a:pt x="23702" y="10925"/>
                  </a:lnTo>
                  <a:lnTo>
                    <a:pt x="23766" y="11180"/>
                  </a:lnTo>
                  <a:lnTo>
                    <a:pt x="23829" y="11372"/>
                  </a:lnTo>
                  <a:lnTo>
                    <a:pt x="24021" y="11628"/>
                  </a:lnTo>
                  <a:lnTo>
                    <a:pt x="24213" y="11755"/>
                  </a:lnTo>
                  <a:lnTo>
                    <a:pt x="23957" y="12139"/>
                  </a:lnTo>
                  <a:lnTo>
                    <a:pt x="18974" y="20827"/>
                  </a:lnTo>
                  <a:lnTo>
                    <a:pt x="18974" y="20827"/>
                  </a:lnTo>
                  <a:lnTo>
                    <a:pt x="18783" y="20827"/>
                  </a:lnTo>
                  <a:lnTo>
                    <a:pt x="18783" y="20827"/>
                  </a:lnTo>
                  <a:lnTo>
                    <a:pt x="18591" y="20827"/>
                  </a:lnTo>
                  <a:lnTo>
                    <a:pt x="18399" y="20891"/>
                  </a:lnTo>
                  <a:lnTo>
                    <a:pt x="18016" y="21082"/>
                  </a:lnTo>
                  <a:lnTo>
                    <a:pt x="17824" y="21402"/>
                  </a:lnTo>
                  <a:lnTo>
                    <a:pt x="17697" y="21785"/>
                  </a:lnTo>
                  <a:lnTo>
                    <a:pt x="6836" y="21785"/>
                  </a:lnTo>
                  <a:lnTo>
                    <a:pt x="6836" y="21785"/>
                  </a:lnTo>
                  <a:lnTo>
                    <a:pt x="6709" y="21402"/>
                  </a:lnTo>
                  <a:lnTo>
                    <a:pt x="6453" y="21082"/>
                  </a:lnTo>
                  <a:lnTo>
                    <a:pt x="6134" y="20891"/>
                  </a:lnTo>
                  <a:lnTo>
                    <a:pt x="5942" y="20827"/>
                  </a:lnTo>
                  <a:lnTo>
                    <a:pt x="5750" y="20827"/>
                  </a:lnTo>
                  <a:lnTo>
                    <a:pt x="5750" y="20827"/>
                  </a:lnTo>
                  <a:lnTo>
                    <a:pt x="5495" y="20827"/>
                  </a:lnTo>
                  <a:lnTo>
                    <a:pt x="5303" y="20955"/>
                  </a:lnTo>
                  <a:lnTo>
                    <a:pt x="1" y="11755"/>
                  </a:lnTo>
                  <a:lnTo>
                    <a:pt x="1" y="11755"/>
                  </a:lnTo>
                  <a:lnTo>
                    <a:pt x="193" y="11628"/>
                  </a:lnTo>
                  <a:lnTo>
                    <a:pt x="320" y="11372"/>
                  </a:lnTo>
                  <a:lnTo>
                    <a:pt x="384" y="11180"/>
                  </a:lnTo>
                  <a:lnTo>
                    <a:pt x="448" y="10925"/>
                  </a:lnTo>
                  <a:lnTo>
                    <a:pt x="448" y="10925"/>
                  </a:lnTo>
                  <a:lnTo>
                    <a:pt x="384" y="10605"/>
                  </a:lnTo>
                  <a:lnTo>
                    <a:pt x="320" y="10414"/>
                  </a:lnTo>
                  <a:lnTo>
                    <a:pt x="193" y="10158"/>
                  </a:lnTo>
                  <a:lnTo>
                    <a:pt x="1" y="10031"/>
                  </a:lnTo>
                  <a:lnTo>
                    <a:pt x="5303" y="831"/>
                  </a:lnTo>
                  <a:lnTo>
                    <a:pt x="5303" y="831"/>
                  </a:lnTo>
                  <a:lnTo>
                    <a:pt x="5495" y="895"/>
                  </a:lnTo>
                  <a:lnTo>
                    <a:pt x="5750" y="959"/>
                  </a:lnTo>
                </a:path>
              </a:pathLst>
            </a:custGeom>
            <a:gradFill>
              <a:gsLst>
                <a:gs pos="0">
                  <a:schemeClr val="lt2"/>
                </a:gs>
                <a:gs pos="100000">
                  <a:schemeClr val="dk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26"/>
            <p:cNvSpPr/>
            <p:nvPr/>
          </p:nvSpPr>
          <p:spPr>
            <a:xfrm>
              <a:off x="1874150" y="-1353075"/>
              <a:ext cx="608500" cy="546225"/>
            </a:xfrm>
            <a:custGeom>
              <a:avLst/>
              <a:gdLst/>
              <a:ahLst/>
              <a:cxnLst/>
              <a:rect l="l" t="t" r="r" b="b"/>
              <a:pathLst>
                <a:path w="24340" h="21849" fill="none" extrusionOk="0">
                  <a:moveTo>
                    <a:pt x="5877" y="1022"/>
                  </a:moveTo>
                  <a:lnTo>
                    <a:pt x="5877" y="1022"/>
                  </a:lnTo>
                  <a:lnTo>
                    <a:pt x="6069" y="958"/>
                  </a:lnTo>
                  <a:lnTo>
                    <a:pt x="6261" y="895"/>
                  </a:lnTo>
                  <a:lnTo>
                    <a:pt x="6580" y="703"/>
                  </a:lnTo>
                  <a:lnTo>
                    <a:pt x="6836" y="383"/>
                  </a:lnTo>
                  <a:lnTo>
                    <a:pt x="6963" y="0"/>
                  </a:lnTo>
                  <a:lnTo>
                    <a:pt x="17504" y="0"/>
                  </a:lnTo>
                  <a:lnTo>
                    <a:pt x="17504" y="0"/>
                  </a:lnTo>
                  <a:lnTo>
                    <a:pt x="17632" y="383"/>
                  </a:lnTo>
                  <a:lnTo>
                    <a:pt x="17887" y="703"/>
                  </a:lnTo>
                  <a:lnTo>
                    <a:pt x="18207" y="895"/>
                  </a:lnTo>
                  <a:lnTo>
                    <a:pt x="18398" y="958"/>
                  </a:lnTo>
                  <a:lnTo>
                    <a:pt x="18590" y="1022"/>
                  </a:lnTo>
                  <a:lnTo>
                    <a:pt x="18590" y="1022"/>
                  </a:lnTo>
                  <a:lnTo>
                    <a:pt x="18846" y="958"/>
                  </a:lnTo>
                  <a:lnTo>
                    <a:pt x="19037" y="895"/>
                  </a:lnTo>
                  <a:lnTo>
                    <a:pt x="24340" y="10030"/>
                  </a:lnTo>
                  <a:lnTo>
                    <a:pt x="24340" y="10030"/>
                  </a:lnTo>
                  <a:lnTo>
                    <a:pt x="24148" y="10221"/>
                  </a:lnTo>
                  <a:lnTo>
                    <a:pt x="24020" y="10413"/>
                  </a:lnTo>
                  <a:lnTo>
                    <a:pt x="23892" y="10669"/>
                  </a:lnTo>
                  <a:lnTo>
                    <a:pt x="23892" y="10924"/>
                  </a:lnTo>
                  <a:lnTo>
                    <a:pt x="23892" y="10924"/>
                  </a:lnTo>
                  <a:lnTo>
                    <a:pt x="23892" y="11180"/>
                  </a:lnTo>
                  <a:lnTo>
                    <a:pt x="24020" y="11435"/>
                  </a:lnTo>
                  <a:lnTo>
                    <a:pt x="24148" y="11627"/>
                  </a:lnTo>
                  <a:lnTo>
                    <a:pt x="24340" y="11819"/>
                  </a:lnTo>
                  <a:lnTo>
                    <a:pt x="19037" y="20954"/>
                  </a:lnTo>
                  <a:lnTo>
                    <a:pt x="19037" y="20954"/>
                  </a:lnTo>
                  <a:lnTo>
                    <a:pt x="18846" y="20890"/>
                  </a:lnTo>
                  <a:lnTo>
                    <a:pt x="18590" y="20890"/>
                  </a:lnTo>
                  <a:lnTo>
                    <a:pt x="18590" y="20890"/>
                  </a:lnTo>
                  <a:lnTo>
                    <a:pt x="18398" y="20890"/>
                  </a:lnTo>
                  <a:lnTo>
                    <a:pt x="18207" y="20954"/>
                  </a:lnTo>
                  <a:lnTo>
                    <a:pt x="17887" y="21145"/>
                  </a:lnTo>
                  <a:lnTo>
                    <a:pt x="17632" y="21465"/>
                  </a:lnTo>
                  <a:lnTo>
                    <a:pt x="17504" y="21848"/>
                  </a:lnTo>
                  <a:lnTo>
                    <a:pt x="6963" y="21848"/>
                  </a:lnTo>
                  <a:lnTo>
                    <a:pt x="6963" y="21848"/>
                  </a:lnTo>
                  <a:lnTo>
                    <a:pt x="6836" y="21465"/>
                  </a:lnTo>
                  <a:lnTo>
                    <a:pt x="6580" y="21145"/>
                  </a:lnTo>
                  <a:lnTo>
                    <a:pt x="6261" y="20954"/>
                  </a:lnTo>
                  <a:lnTo>
                    <a:pt x="6069" y="20890"/>
                  </a:lnTo>
                  <a:lnTo>
                    <a:pt x="5877" y="20890"/>
                  </a:lnTo>
                  <a:lnTo>
                    <a:pt x="5877" y="20890"/>
                  </a:lnTo>
                  <a:lnTo>
                    <a:pt x="5622" y="20890"/>
                  </a:lnTo>
                  <a:lnTo>
                    <a:pt x="5430" y="20954"/>
                  </a:lnTo>
                  <a:lnTo>
                    <a:pt x="0" y="11563"/>
                  </a:lnTo>
                  <a:lnTo>
                    <a:pt x="0" y="11563"/>
                  </a:lnTo>
                  <a:lnTo>
                    <a:pt x="256" y="11435"/>
                  </a:lnTo>
                  <a:lnTo>
                    <a:pt x="447" y="11180"/>
                  </a:lnTo>
                  <a:lnTo>
                    <a:pt x="575" y="10924"/>
                  </a:lnTo>
                  <a:lnTo>
                    <a:pt x="575" y="10605"/>
                  </a:lnTo>
                  <a:lnTo>
                    <a:pt x="575" y="10605"/>
                  </a:lnTo>
                  <a:lnTo>
                    <a:pt x="575" y="10413"/>
                  </a:lnTo>
                  <a:lnTo>
                    <a:pt x="511" y="10158"/>
                  </a:lnTo>
                  <a:lnTo>
                    <a:pt x="383" y="9966"/>
                  </a:lnTo>
                  <a:lnTo>
                    <a:pt x="256" y="9838"/>
                  </a:lnTo>
                  <a:lnTo>
                    <a:pt x="5430" y="895"/>
                  </a:lnTo>
                  <a:lnTo>
                    <a:pt x="5430" y="895"/>
                  </a:lnTo>
                  <a:lnTo>
                    <a:pt x="5622" y="958"/>
                  </a:lnTo>
                  <a:lnTo>
                    <a:pt x="5877" y="1022"/>
                  </a:lnTo>
                </a:path>
              </a:pathLst>
            </a:custGeom>
            <a:gradFill>
              <a:gsLst>
                <a:gs pos="0">
                  <a:schemeClr val="lt2"/>
                </a:gs>
                <a:gs pos="100000">
                  <a:schemeClr val="dk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26"/>
            <p:cNvSpPr/>
            <p:nvPr/>
          </p:nvSpPr>
          <p:spPr>
            <a:xfrm>
              <a:off x="2830800" y="-1353075"/>
              <a:ext cx="606900" cy="546225"/>
            </a:xfrm>
            <a:custGeom>
              <a:avLst/>
              <a:gdLst/>
              <a:ahLst/>
              <a:cxnLst/>
              <a:rect l="l" t="t" r="r" b="b"/>
              <a:pathLst>
                <a:path w="24276" h="21849" fill="none" extrusionOk="0">
                  <a:moveTo>
                    <a:pt x="5750" y="1022"/>
                  </a:moveTo>
                  <a:lnTo>
                    <a:pt x="5750" y="1022"/>
                  </a:lnTo>
                  <a:lnTo>
                    <a:pt x="5941" y="958"/>
                  </a:lnTo>
                  <a:lnTo>
                    <a:pt x="6133" y="895"/>
                  </a:lnTo>
                  <a:lnTo>
                    <a:pt x="6516" y="703"/>
                  </a:lnTo>
                  <a:lnTo>
                    <a:pt x="6708" y="383"/>
                  </a:lnTo>
                  <a:lnTo>
                    <a:pt x="6836" y="0"/>
                  </a:lnTo>
                  <a:lnTo>
                    <a:pt x="17440" y="0"/>
                  </a:lnTo>
                  <a:lnTo>
                    <a:pt x="17440" y="0"/>
                  </a:lnTo>
                  <a:lnTo>
                    <a:pt x="17504" y="383"/>
                  </a:lnTo>
                  <a:lnTo>
                    <a:pt x="17760" y="703"/>
                  </a:lnTo>
                  <a:lnTo>
                    <a:pt x="18079" y="895"/>
                  </a:lnTo>
                  <a:lnTo>
                    <a:pt x="18271" y="958"/>
                  </a:lnTo>
                  <a:lnTo>
                    <a:pt x="18462" y="1022"/>
                  </a:lnTo>
                  <a:lnTo>
                    <a:pt x="18462" y="1022"/>
                  </a:lnTo>
                  <a:lnTo>
                    <a:pt x="18718" y="958"/>
                  </a:lnTo>
                  <a:lnTo>
                    <a:pt x="18910" y="895"/>
                  </a:lnTo>
                  <a:lnTo>
                    <a:pt x="24276" y="10158"/>
                  </a:lnTo>
                  <a:lnTo>
                    <a:pt x="24276" y="10158"/>
                  </a:lnTo>
                  <a:lnTo>
                    <a:pt x="24148" y="10285"/>
                  </a:lnTo>
                  <a:lnTo>
                    <a:pt x="24020" y="10477"/>
                  </a:lnTo>
                  <a:lnTo>
                    <a:pt x="23956" y="10732"/>
                  </a:lnTo>
                  <a:lnTo>
                    <a:pt x="23956" y="10924"/>
                  </a:lnTo>
                  <a:lnTo>
                    <a:pt x="23956" y="10924"/>
                  </a:lnTo>
                  <a:lnTo>
                    <a:pt x="23956" y="11180"/>
                  </a:lnTo>
                  <a:lnTo>
                    <a:pt x="24020" y="11371"/>
                  </a:lnTo>
                  <a:lnTo>
                    <a:pt x="24148" y="11563"/>
                  </a:lnTo>
                  <a:lnTo>
                    <a:pt x="24276" y="11691"/>
                  </a:lnTo>
                  <a:lnTo>
                    <a:pt x="21337" y="16801"/>
                  </a:lnTo>
                  <a:lnTo>
                    <a:pt x="18910" y="20954"/>
                  </a:lnTo>
                  <a:lnTo>
                    <a:pt x="18910" y="20954"/>
                  </a:lnTo>
                  <a:lnTo>
                    <a:pt x="18718" y="20890"/>
                  </a:lnTo>
                  <a:lnTo>
                    <a:pt x="18462" y="20890"/>
                  </a:lnTo>
                  <a:lnTo>
                    <a:pt x="18462" y="20890"/>
                  </a:lnTo>
                  <a:lnTo>
                    <a:pt x="18271" y="20890"/>
                  </a:lnTo>
                  <a:lnTo>
                    <a:pt x="18079" y="20954"/>
                  </a:lnTo>
                  <a:lnTo>
                    <a:pt x="17760" y="21145"/>
                  </a:lnTo>
                  <a:lnTo>
                    <a:pt x="17504" y="21465"/>
                  </a:lnTo>
                  <a:lnTo>
                    <a:pt x="17440" y="21848"/>
                  </a:lnTo>
                  <a:lnTo>
                    <a:pt x="6836" y="21848"/>
                  </a:lnTo>
                  <a:lnTo>
                    <a:pt x="6836" y="21848"/>
                  </a:lnTo>
                  <a:lnTo>
                    <a:pt x="6708" y="21465"/>
                  </a:lnTo>
                  <a:lnTo>
                    <a:pt x="6516" y="21145"/>
                  </a:lnTo>
                  <a:lnTo>
                    <a:pt x="6133" y="20954"/>
                  </a:lnTo>
                  <a:lnTo>
                    <a:pt x="5941" y="20890"/>
                  </a:lnTo>
                  <a:lnTo>
                    <a:pt x="5750" y="20890"/>
                  </a:lnTo>
                  <a:lnTo>
                    <a:pt x="5750" y="20890"/>
                  </a:lnTo>
                  <a:lnTo>
                    <a:pt x="5558" y="20890"/>
                  </a:lnTo>
                  <a:lnTo>
                    <a:pt x="5302" y="20954"/>
                  </a:lnTo>
                  <a:lnTo>
                    <a:pt x="0" y="11819"/>
                  </a:lnTo>
                  <a:lnTo>
                    <a:pt x="0" y="11819"/>
                  </a:lnTo>
                  <a:lnTo>
                    <a:pt x="192" y="11627"/>
                  </a:lnTo>
                  <a:lnTo>
                    <a:pt x="383" y="11435"/>
                  </a:lnTo>
                  <a:lnTo>
                    <a:pt x="447" y="11180"/>
                  </a:lnTo>
                  <a:lnTo>
                    <a:pt x="511" y="10924"/>
                  </a:lnTo>
                  <a:lnTo>
                    <a:pt x="511" y="10924"/>
                  </a:lnTo>
                  <a:lnTo>
                    <a:pt x="447" y="10669"/>
                  </a:lnTo>
                  <a:lnTo>
                    <a:pt x="383" y="10413"/>
                  </a:lnTo>
                  <a:lnTo>
                    <a:pt x="192" y="10221"/>
                  </a:lnTo>
                  <a:lnTo>
                    <a:pt x="0" y="10030"/>
                  </a:lnTo>
                  <a:lnTo>
                    <a:pt x="5175" y="1150"/>
                  </a:lnTo>
                  <a:lnTo>
                    <a:pt x="5302" y="895"/>
                  </a:lnTo>
                  <a:lnTo>
                    <a:pt x="5302" y="895"/>
                  </a:lnTo>
                  <a:lnTo>
                    <a:pt x="5558" y="958"/>
                  </a:lnTo>
                  <a:lnTo>
                    <a:pt x="5750" y="1022"/>
                  </a:lnTo>
                </a:path>
              </a:pathLst>
            </a:custGeom>
            <a:gradFill>
              <a:gsLst>
                <a:gs pos="0">
                  <a:schemeClr val="lt2"/>
                </a:gs>
                <a:gs pos="100000">
                  <a:schemeClr val="dk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26"/>
            <p:cNvSpPr/>
            <p:nvPr/>
          </p:nvSpPr>
          <p:spPr>
            <a:xfrm>
              <a:off x="1067625" y="-1658125"/>
              <a:ext cx="2887550" cy="2526600"/>
            </a:xfrm>
            <a:custGeom>
              <a:avLst/>
              <a:gdLst/>
              <a:ahLst/>
              <a:cxnLst/>
              <a:rect l="l" t="t" r="r" b="b"/>
              <a:pathLst>
                <a:path w="115502" h="101064" fill="none" extrusionOk="0">
                  <a:moveTo>
                    <a:pt x="69952" y="1"/>
                  </a:moveTo>
                  <a:lnTo>
                    <a:pt x="69952" y="1"/>
                  </a:lnTo>
                  <a:lnTo>
                    <a:pt x="69761" y="64"/>
                  </a:lnTo>
                  <a:lnTo>
                    <a:pt x="69569" y="128"/>
                  </a:lnTo>
                  <a:lnTo>
                    <a:pt x="69186" y="320"/>
                  </a:lnTo>
                  <a:lnTo>
                    <a:pt x="68994" y="639"/>
                  </a:lnTo>
                  <a:lnTo>
                    <a:pt x="68866" y="1023"/>
                  </a:lnTo>
                  <a:lnTo>
                    <a:pt x="57239" y="1023"/>
                  </a:lnTo>
                  <a:lnTo>
                    <a:pt x="57239" y="1214"/>
                  </a:lnTo>
                  <a:lnTo>
                    <a:pt x="68866" y="1214"/>
                  </a:lnTo>
                  <a:lnTo>
                    <a:pt x="68866" y="1214"/>
                  </a:lnTo>
                  <a:lnTo>
                    <a:pt x="68994" y="1598"/>
                  </a:lnTo>
                  <a:lnTo>
                    <a:pt x="69186" y="1917"/>
                  </a:lnTo>
                  <a:lnTo>
                    <a:pt x="69569" y="2109"/>
                  </a:lnTo>
                  <a:lnTo>
                    <a:pt x="69761" y="2173"/>
                  </a:lnTo>
                  <a:lnTo>
                    <a:pt x="69952" y="2173"/>
                  </a:lnTo>
                  <a:lnTo>
                    <a:pt x="69952" y="2173"/>
                  </a:lnTo>
                  <a:lnTo>
                    <a:pt x="70144" y="2173"/>
                  </a:lnTo>
                  <a:lnTo>
                    <a:pt x="70399" y="2109"/>
                  </a:lnTo>
                  <a:lnTo>
                    <a:pt x="75702" y="11244"/>
                  </a:lnTo>
                  <a:lnTo>
                    <a:pt x="75702" y="11244"/>
                  </a:lnTo>
                  <a:lnTo>
                    <a:pt x="75510" y="11436"/>
                  </a:lnTo>
                  <a:lnTo>
                    <a:pt x="75318" y="11627"/>
                  </a:lnTo>
                  <a:lnTo>
                    <a:pt x="75255" y="11883"/>
                  </a:lnTo>
                  <a:lnTo>
                    <a:pt x="75191" y="12138"/>
                  </a:lnTo>
                  <a:lnTo>
                    <a:pt x="75191" y="12138"/>
                  </a:lnTo>
                  <a:lnTo>
                    <a:pt x="75255" y="12394"/>
                  </a:lnTo>
                  <a:lnTo>
                    <a:pt x="75318" y="12649"/>
                  </a:lnTo>
                  <a:lnTo>
                    <a:pt x="75510" y="12841"/>
                  </a:lnTo>
                  <a:lnTo>
                    <a:pt x="75702" y="12969"/>
                  </a:lnTo>
                  <a:lnTo>
                    <a:pt x="73019" y="17568"/>
                  </a:lnTo>
                  <a:lnTo>
                    <a:pt x="70399" y="22168"/>
                  </a:lnTo>
                  <a:lnTo>
                    <a:pt x="70399" y="22168"/>
                  </a:lnTo>
                  <a:lnTo>
                    <a:pt x="70144" y="22104"/>
                  </a:lnTo>
                  <a:lnTo>
                    <a:pt x="69952" y="22040"/>
                  </a:lnTo>
                  <a:lnTo>
                    <a:pt x="69952" y="22040"/>
                  </a:lnTo>
                  <a:lnTo>
                    <a:pt x="69761" y="22040"/>
                  </a:lnTo>
                  <a:lnTo>
                    <a:pt x="69505" y="22104"/>
                  </a:lnTo>
                  <a:lnTo>
                    <a:pt x="69186" y="22360"/>
                  </a:lnTo>
                  <a:lnTo>
                    <a:pt x="68994" y="22679"/>
                  </a:lnTo>
                  <a:lnTo>
                    <a:pt x="68866" y="23062"/>
                  </a:lnTo>
                  <a:lnTo>
                    <a:pt x="58262" y="23062"/>
                  </a:lnTo>
                  <a:lnTo>
                    <a:pt x="58262" y="23062"/>
                  </a:lnTo>
                  <a:lnTo>
                    <a:pt x="58262" y="22807"/>
                  </a:lnTo>
                  <a:lnTo>
                    <a:pt x="58198" y="22615"/>
                  </a:lnTo>
                  <a:lnTo>
                    <a:pt x="57942" y="22296"/>
                  </a:lnTo>
                  <a:lnTo>
                    <a:pt x="57623" y="22104"/>
                  </a:lnTo>
                  <a:lnTo>
                    <a:pt x="57431" y="22040"/>
                  </a:lnTo>
                  <a:lnTo>
                    <a:pt x="57239" y="22040"/>
                  </a:lnTo>
                  <a:lnTo>
                    <a:pt x="57239" y="22040"/>
                  </a:lnTo>
                  <a:lnTo>
                    <a:pt x="56984" y="22040"/>
                  </a:lnTo>
                  <a:lnTo>
                    <a:pt x="56728" y="22168"/>
                  </a:lnTo>
                  <a:lnTo>
                    <a:pt x="55706" y="20379"/>
                  </a:lnTo>
                  <a:lnTo>
                    <a:pt x="51490" y="12969"/>
                  </a:lnTo>
                  <a:lnTo>
                    <a:pt x="51490" y="12969"/>
                  </a:lnTo>
                  <a:lnTo>
                    <a:pt x="51682" y="12841"/>
                  </a:lnTo>
                  <a:lnTo>
                    <a:pt x="51809" y="12649"/>
                  </a:lnTo>
                  <a:lnTo>
                    <a:pt x="51873" y="12394"/>
                  </a:lnTo>
                  <a:lnTo>
                    <a:pt x="51937" y="12138"/>
                  </a:lnTo>
                  <a:lnTo>
                    <a:pt x="51937" y="12138"/>
                  </a:lnTo>
                  <a:lnTo>
                    <a:pt x="51937" y="11883"/>
                  </a:lnTo>
                  <a:lnTo>
                    <a:pt x="51873" y="11691"/>
                  </a:lnTo>
                  <a:lnTo>
                    <a:pt x="51745" y="11499"/>
                  </a:lnTo>
                  <a:lnTo>
                    <a:pt x="51618" y="11372"/>
                  </a:lnTo>
                  <a:lnTo>
                    <a:pt x="51490" y="11244"/>
                  </a:lnTo>
                  <a:lnTo>
                    <a:pt x="51298" y="11116"/>
                  </a:lnTo>
                  <a:lnTo>
                    <a:pt x="51043" y="11052"/>
                  </a:lnTo>
                  <a:lnTo>
                    <a:pt x="50851" y="11052"/>
                  </a:lnTo>
                  <a:lnTo>
                    <a:pt x="50851" y="11052"/>
                  </a:lnTo>
                  <a:lnTo>
                    <a:pt x="50659" y="11052"/>
                  </a:lnTo>
                  <a:lnTo>
                    <a:pt x="50468" y="11116"/>
                  </a:lnTo>
                  <a:lnTo>
                    <a:pt x="50148" y="11308"/>
                  </a:lnTo>
                  <a:lnTo>
                    <a:pt x="49893" y="11627"/>
                  </a:lnTo>
                  <a:lnTo>
                    <a:pt x="49765" y="12011"/>
                  </a:lnTo>
                  <a:lnTo>
                    <a:pt x="39224" y="12011"/>
                  </a:lnTo>
                  <a:lnTo>
                    <a:pt x="39224" y="12011"/>
                  </a:lnTo>
                  <a:lnTo>
                    <a:pt x="39097" y="11627"/>
                  </a:lnTo>
                  <a:lnTo>
                    <a:pt x="38841" y="11308"/>
                  </a:lnTo>
                  <a:lnTo>
                    <a:pt x="38522" y="11116"/>
                  </a:lnTo>
                  <a:lnTo>
                    <a:pt x="38330" y="11052"/>
                  </a:lnTo>
                  <a:lnTo>
                    <a:pt x="38138" y="11052"/>
                  </a:lnTo>
                  <a:lnTo>
                    <a:pt x="38138" y="11052"/>
                  </a:lnTo>
                  <a:lnTo>
                    <a:pt x="37883" y="11052"/>
                  </a:lnTo>
                  <a:lnTo>
                    <a:pt x="37691" y="11116"/>
                  </a:lnTo>
                  <a:lnTo>
                    <a:pt x="31878" y="1023"/>
                  </a:lnTo>
                  <a:lnTo>
                    <a:pt x="31686" y="1150"/>
                  </a:lnTo>
                  <a:lnTo>
                    <a:pt x="37499" y="11244"/>
                  </a:lnTo>
                  <a:lnTo>
                    <a:pt x="37499" y="11244"/>
                  </a:lnTo>
                  <a:lnTo>
                    <a:pt x="37308" y="11436"/>
                  </a:lnTo>
                  <a:lnTo>
                    <a:pt x="37180" y="11627"/>
                  </a:lnTo>
                  <a:lnTo>
                    <a:pt x="37116" y="11883"/>
                  </a:lnTo>
                  <a:lnTo>
                    <a:pt x="37052" y="12138"/>
                  </a:lnTo>
                  <a:lnTo>
                    <a:pt x="37052" y="12138"/>
                  </a:lnTo>
                  <a:lnTo>
                    <a:pt x="37116" y="12394"/>
                  </a:lnTo>
                  <a:lnTo>
                    <a:pt x="37180" y="12649"/>
                  </a:lnTo>
                  <a:lnTo>
                    <a:pt x="37308" y="12841"/>
                  </a:lnTo>
                  <a:lnTo>
                    <a:pt x="37499" y="12969"/>
                  </a:lnTo>
                  <a:lnTo>
                    <a:pt x="32389" y="21912"/>
                  </a:lnTo>
                  <a:lnTo>
                    <a:pt x="32389" y="21912"/>
                  </a:lnTo>
                  <a:lnTo>
                    <a:pt x="32069" y="21785"/>
                  </a:lnTo>
                  <a:lnTo>
                    <a:pt x="31750" y="21721"/>
                  </a:lnTo>
                  <a:lnTo>
                    <a:pt x="31750" y="21721"/>
                  </a:lnTo>
                  <a:lnTo>
                    <a:pt x="31558" y="21721"/>
                  </a:lnTo>
                  <a:lnTo>
                    <a:pt x="31367" y="21785"/>
                  </a:lnTo>
                  <a:lnTo>
                    <a:pt x="31175" y="21912"/>
                  </a:lnTo>
                  <a:lnTo>
                    <a:pt x="30983" y="22040"/>
                  </a:lnTo>
                  <a:lnTo>
                    <a:pt x="30856" y="22232"/>
                  </a:lnTo>
                  <a:lnTo>
                    <a:pt x="30792" y="22360"/>
                  </a:lnTo>
                  <a:lnTo>
                    <a:pt x="30728" y="22615"/>
                  </a:lnTo>
                  <a:lnTo>
                    <a:pt x="30728" y="22807"/>
                  </a:lnTo>
                  <a:lnTo>
                    <a:pt x="30728" y="22807"/>
                  </a:lnTo>
                  <a:lnTo>
                    <a:pt x="30728" y="23062"/>
                  </a:lnTo>
                  <a:lnTo>
                    <a:pt x="19037" y="23062"/>
                  </a:lnTo>
                  <a:lnTo>
                    <a:pt x="19037" y="23062"/>
                  </a:lnTo>
                  <a:lnTo>
                    <a:pt x="19037" y="23254"/>
                  </a:lnTo>
                  <a:lnTo>
                    <a:pt x="19037" y="23254"/>
                  </a:lnTo>
                  <a:lnTo>
                    <a:pt x="30792" y="23254"/>
                  </a:lnTo>
                  <a:lnTo>
                    <a:pt x="30792" y="23254"/>
                  </a:lnTo>
                  <a:lnTo>
                    <a:pt x="30920" y="23509"/>
                  </a:lnTo>
                  <a:lnTo>
                    <a:pt x="31175" y="23701"/>
                  </a:lnTo>
                  <a:lnTo>
                    <a:pt x="31431" y="23829"/>
                  </a:lnTo>
                  <a:lnTo>
                    <a:pt x="31750" y="23893"/>
                  </a:lnTo>
                  <a:lnTo>
                    <a:pt x="31750" y="23893"/>
                  </a:lnTo>
                  <a:lnTo>
                    <a:pt x="32069" y="23829"/>
                  </a:lnTo>
                  <a:lnTo>
                    <a:pt x="37499" y="33284"/>
                  </a:lnTo>
                  <a:lnTo>
                    <a:pt x="37499" y="33284"/>
                  </a:lnTo>
                  <a:lnTo>
                    <a:pt x="37308" y="33411"/>
                  </a:lnTo>
                  <a:lnTo>
                    <a:pt x="37180" y="33667"/>
                  </a:lnTo>
                  <a:lnTo>
                    <a:pt x="37116" y="33858"/>
                  </a:lnTo>
                  <a:lnTo>
                    <a:pt x="37052" y="34178"/>
                  </a:lnTo>
                  <a:lnTo>
                    <a:pt x="37052" y="34178"/>
                  </a:lnTo>
                  <a:lnTo>
                    <a:pt x="37116" y="34433"/>
                  </a:lnTo>
                  <a:lnTo>
                    <a:pt x="37180" y="34625"/>
                  </a:lnTo>
                  <a:lnTo>
                    <a:pt x="37308" y="34881"/>
                  </a:lnTo>
                  <a:lnTo>
                    <a:pt x="37499" y="35008"/>
                  </a:lnTo>
                  <a:lnTo>
                    <a:pt x="32580" y="43633"/>
                  </a:lnTo>
                  <a:lnTo>
                    <a:pt x="32261" y="44144"/>
                  </a:lnTo>
                  <a:lnTo>
                    <a:pt x="32261" y="44144"/>
                  </a:lnTo>
                  <a:lnTo>
                    <a:pt x="32006" y="44080"/>
                  </a:lnTo>
                  <a:lnTo>
                    <a:pt x="31750" y="44080"/>
                  </a:lnTo>
                  <a:lnTo>
                    <a:pt x="31750" y="44080"/>
                  </a:lnTo>
                  <a:lnTo>
                    <a:pt x="31558" y="44080"/>
                  </a:lnTo>
                  <a:lnTo>
                    <a:pt x="31367" y="44144"/>
                  </a:lnTo>
                  <a:lnTo>
                    <a:pt x="31047" y="44335"/>
                  </a:lnTo>
                  <a:lnTo>
                    <a:pt x="30792" y="44655"/>
                  </a:lnTo>
                  <a:lnTo>
                    <a:pt x="30728" y="45038"/>
                  </a:lnTo>
                  <a:lnTo>
                    <a:pt x="20059" y="45038"/>
                  </a:lnTo>
                  <a:lnTo>
                    <a:pt x="20059" y="45038"/>
                  </a:lnTo>
                  <a:lnTo>
                    <a:pt x="20059" y="44846"/>
                  </a:lnTo>
                  <a:lnTo>
                    <a:pt x="19995" y="44655"/>
                  </a:lnTo>
                  <a:lnTo>
                    <a:pt x="19868" y="44463"/>
                  </a:lnTo>
                  <a:lnTo>
                    <a:pt x="19740" y="44271"/>
                  </a:lnTo>
                  <a:lnTo>
                    <a:pt x="19612" y="44144"/>
                  </a:lnTo>
                  <a:lnTo>
                    <a:pt x="19421" y="44080"/>
                  </a:lnTo>
                  <a:lnTo>
                    <a:pt x="19229" y="44016"/>
                  </a:lnTo>
                  <a:lnTo>
                    <a:pt x="18973" y="43952"/>
                  </a:lnTo>
                  <a:lnTo>
                    <a:pt x="18973" y="43952"/>
                  </a:lnTo>
                  <a:lnTo>
                    <a:pt x="18782" y="44016"/>
                  </a:lnTo>
                  <a:lnTo>
                    <a:pt x="18526" y="44080"/>
                  </a:lnTo>
                  <a:lnTo>
                    <a:pt x="12777" y="34114"/>
                  </a:lnTo>
                  <a:lnTo>
                    <a:pt x="12585" y="34178"/>
                  </a:lnTo>
                  <a:lnTo>
                    <a:pt x="18398" y="44144"/>
                  </a:lnTo>
                  <a:lnTo>
                    <a:pt x="18398" y="44144"/>
                  </a:lnTo>
                  <a:lnTo>
                    <a:pt x="18207" y="44335"/>
                  </a:lnTo>
                  <a:lnTo>
                    <a:pt x="18015" y="44527"/>
                  </a:lnTo>
                  <a:lnTo>
                    <a:pt x="17951" y="44782"/>
                  </a:lnTo>
                  <a:lnTo>
                    <a:pt x="17887" y="45038"/>
                  </a:lnTo>
                  <a:lnTo>
                    <a:pt x="17887" y="45038"/>
                  </a:lnTo>
                  <a:lnTo>
                    <a:pt x="17951" y="45357"/>
                  </a:lnTo>
                  <a:lnTo>
                    <a:pt x="18079" y="45613"/>
                  </a:lnTo>
                  <a:lnTo>
                    <a:pt x="18207" y="45805"/>
                  </a:lnTo>
                  <a:lnTo>
                    <a:pt x="18462" y="45996"/>
                  </a:lnTo>
                  <a:lnTo>
                    <a:pt x="13224" y="55004"/>
                  </a:lnTo>
                  <a:lnTo>
                    <a:pt x="13224" y="55004"/>
                  </a:lnTo>
                  <a:lnTo>
                    <a:pt x="12841" y="54940"/>
                  </a:lnTo>
                  <a:lnTo>
                    <a:pt x="12841" y="54940"/>
                  </a:lnTo>
                  <a:lnTo>
                    <a:pt x="12649" y="55004"/>
                  </a:lnTo>
                  <a:lnTo>
                    <a:pt x="12457" y="55068"/>
                  </a:lnTo>
                  <a:lnTo>
                    <a:pt x="12266" y="55132"/>
                  </a:lnTo>
                  <a:lnTo>
                    <a:pt x="12074" y="55259"/>
                  </a:lnTo>
                  <a:lnTo>
                    <a:pt x="11946" y="55451"/>
                  </a:lnTo>
                  <a:lnTo>
                    <a:pt x="11882" y="55643"/>
                  </a:lnTo>
                  <a:lnTo>
                    <a:pt x="11818" y="55834"/>
                  </a:lnTo>
                  <a:lnTo>
                    <a:pt x="11755" y="56026"/>
                  </a:lnTo>
                  <a:lnTo>
                    <a:pt x="11755" y="56090"/>
                  </a:lnTo>
                  <a:lnTo>
                    <a:pt x="0" y="56090"/>
                  </a:lnTo>
                  <a:lnTo>
                    <a:pt x="0" y="56281"/>
                  </a:lnTo>
                  <a:lnTo>
                    <a:pt x="11818" y="56281"/>
                  </a:lnTo>
                  <a:lnTo>
                    <a:pt x="11818" y="56281"/>
                  </a:lnTo>
                  <a:lnTo>
                    <a:pt x="11946" y="56601"/>
                  </a:lnTo>
                  <a:lnTo>
                    <a:pt x="12138" y="56856"/>
                  </a:lnTo>
                  <a:lnTo>
                    <a:pt x="12457" y="57048"/>
                  </a:lnTo>
                  <a:lnTo>
                    <a:pt x="12841" y="57112"/>
                  </a:lnTo>
                  <a:lnTo>
                    <a:pt x="12841" y="57112"/>
                  </a:lnTo>
                  <a:lnTo>
                    <a:pt x="13096" y="57112"/>
                  </a:lnTo>
                  <a:lnTo>
                    <a:pt x="18462" y="66311"/>
                  </a:lnTo>
                  <a:lnTo>
                    <a:pt x="18462" y="66311"/>
                  </a:lnTo>
                  <a:lnTo>
                    <a:pt x="18271" y="66503"/>
                  </a:lnTo>
                  <a:lnTo>
                    <a:pt x="18143" y="66694"/>
                  </a:lnTo>
                  <a:lnTo>
                    <a:pt x="18015" y="66950"/>
                  </a:lnTo>
                  <a:lnTo>
                    <a:pt x="18015" y="67205"/>
                  </a:lnTo>
                  <a:lnTo>
                    <a:pt x="18015" y="67205"/>
                  </a:lnTo>
                  <a:lnTo>
                    <a:pt x="18015" y="67397"/>
                  </a:lnTo>
                  <a:lnTo>
                    <a:pt x="18079" y="67589"/>
                  </a:lnTo>
                  <a:lnTo>
                    <a:pt x="18207" y="67780"/>
                  </a:lnTo>
                  <a:lnTo>
                    <a:pt x="18335" y="67972"/>
                  </a:lnTo>
                  <a:lnTo>
                    <a:pt x="18462" y="68100"/>
                  </a:lnTo>
                  <a:lnTo>
                    <a:pt x="18654" y="68164"/>
                  </a:lnTo>
                  <a:lnTo>
                    <a:pt x="18846" y="68228"/>
                  </a:lnTo>
                  <a:lnTo>
                    <a:pt x="19101" y="68291"/>
                  </a:lnTo>
                  <a:lnTo>
                    <a:pt x="19101" y="68291"/>
                  </a:lnTo>
                  <a:lnTo>
                    <a:pt x="19293" y="68228"/>
                  </a:lnTo>
                  <a:lnTo>
                    <a:pt x="19484" y="68228"/>
                  </a:lnTo>
                  <a:lnTo>
                    <a:pt x="19804" y="67972"/>
                  </a:lnTo>
                  <a:lnTo>
                    <a:pt x="20059" y="67653"/>
                  </a:lnTo>
                  <a:lnTo>
                    <a:pt x="20187" y="67269"/>
                  </a:lnTo>
                  <a:lnTo>
                    <a:pt x="30728" y="67269"/>
                  </a:lnTo>
                  <a:lnTo>
                    <a:pt x="30728" y="67269"/>
                  </a:lnTo>
                  <a:lnTo>
                    <a:pt x="30792" y="67653"/>
                  </a:lnTo>
                  <a:lnTo>
                    <a:pt x="31047" y="67972"/>
                  </a:lnTo>
                  <a:lnTo>
                    <a:pt x="31367" y="68228"/>
                  </a:lnTo>
                  <a:lnTo>
                    <a:pt x="31558" y="68228"/>
                  </a:lnTo>
                  <a:lnTo>
                    <a:pt x="31750" y="68291"/>
                  </a:lnTo>
                  <a:lnTo>
                    <a:pt x="31750" y="68291"/>
                  </a:lnTo>
                  <a:lnTo>
                    <a:pt x="32006" y="68228"/>
                  </a:lnTo>
                  <a:lnTo>
                    <a:pt x="32197" y="68164"/>
                  </a:lnTo>
                  <a:lnTo>
                    <a:pt x="37499" y="77363"/>
                  </a:lnTo>
                  <a:lnTo>
                    <a:pt x="37499" y="77363"/>
                  </a:lnTo>
                  <a:lnTo>
                    <a:pt x="37372" y="77491"/>
                  </a:lnTo>
                  <a:lnTo>
                    <a:pt x="37244" y="77746"/>
                  </a:lnTo>
                  <a:lnTo>
                    <a:pt x="37116" y="77938"/>
                  </a:lnTo>
                  <a:lnTo>
                    <a:pt x="37116" y="78193"/>
                  </a:lnTo>
                  <a:lnTo>
                    <a:pt x="37116" y="78193"/>
                  </a:lnTo>
                  <a:lnTo>
                    <a:pt x="37116" y="78449"/>
                  </a:lnTo>
                  <a:lnTo>
                    <a:pt x="37244" y="78704"/>
                  </a:lnTo>
                  <a:lnTo>
                    <a:pt x="37372" y="78896"/>
                  </a:lnTo>
                  <a:lnTo>
                    <a:pt x="37499" y="79088"/>
                  </a:lnTo>
                  <a:lnTo>
                    <a:pt x="35072" y="83240"/>
                  </a:lnTo>
                  <a:lnTo>
                    <a:pt x="31750" y="89117"/>
                  </a:lnTo>
                  <a:lnTo>
                    <a:pt x="19037" y="89117"/>
                  </a:lnTo>
                  <a:lnTo>
                    <a:pt x="19037" y="89309"/>
                  </a:lnTo>
                  <a:lnTo>
                    <a:pt x="31750" y="89309"/>
                  </a:lnTo>
                  <a:lnTo>
                    <a:pt x="37436" y="99211"/>
                  </a:lnTo>
                  <a:lnTo>
                    <a:pt x="37436" y="99211"/>
                  </a:lnTo>
                  <a:lnTo>
                    <a:pt x="37308" y="99339"/>
                  </a:lnTo>
                  <a:lnTo>
                    <a:pt x="37180" y="99530"/>
                  </a:lnTo>
                  <a:lnTo>
                    <a:pt x="37116" y="99722"/>
                  </a:lnTo>
                  <a:lnTo>
                    <a:pt x="37116" y="99977"/>
                  </a:lnTo>
                  <a:lnTo>
                    <a:pt x="37116" y="99977"/>
                  </a:lnTo>
                  <a:lnTo>
                    <a:pt x="37116" y="100169"/>
                  </a:lnTo>
                  <a:lnTo>
                    <a:pt x="37180" y="100361"/>
                  </a:lnTo>
                  <a:lnTo>
                    <a:pt x="37308" y="100552"/>
                  </a:lnTo>
                  <a:lnTo>
                    <a:pt x="37436" y="100744"/>
                  </a:lnTo>
                  <a:lnTo>
                    <a:pt x="37563" y="100872"/>
                  </a:lnTo>
                  <a:lnTo>
                    <a:pt x="37755" y="100936"/>
                  </a:lnTo>
                  <a:lnTo>
                    <a:pt x="37947" y="100999"/>
                  </a:lnTo>
                  <a:lnTo>
                    <a:pt x="38202" y="101063"/>
                  </a:lnTo>
                  <a:lnTo>
                    <a:pt x="38202" y="101063"/>
                  </a:lnTo>
                  <a:lnTo>
                    <a:pt x="38394" y="100999"/>
                  </a:lnTo>
                  <a:lnTo>
                    <a:pt x="38586" y="100936"/>
                  </a:lnTo>
                  <a:lnTo>
                    <a:pt x="38777" y="100872"/>
                  </a:lnTo>
                  <a:lnTo>
                    <a:pt x="38969" y="100744"/>
                  </a:lnTo>
                  <a:lnTo>
                    <a:pt x="39097" y="100552"/>
                  </a:lnTo>
                  <a:lnTo>
                    <a:pt x="39160" y="100361"/>
                  </a:lnTo>
                  <a:lnTo>
                    <a:pt x="39224" y="100169"/>
                  </a:lnTo>
                  <a:lnTo>
                    <a:pt x="39288" y="99977"/>
                  </a:lnTo>
                  <a:lnTo>
                    <a:pt x="39288" y="99977"/>
                  </a:lnTo>
                  <a:lnTo>
                    <a:pt x="39224" y="99722"/>
                  </a:lnTo>
                  <a:lnTo>
                    <a:pt x="39160" y="99530"/>
                  </a:lnTo>
                  <a:lnTo>
                    <a:pt x="39097" y="99339"/>
                  </a:lnTo>
                  <a:lnTo>
                    <a:pt x="38969" y="99211"/>
                  </a:lnTo>
                  <a:lnTo>
                    <a:pt x="38777" y="99083"/>
                  </a:lnTo>
                  <a:lnTo>
                    <a:pt x="38586" y="98955"/>
                  </a:lnTo>
                  <a:lnTo>
                    <a:pt x="38394" y="98891"/>
                  </a:lnTo>
                  <a:lnTo>
                    <a:pt x="38202" y="98891"/>
                  </a:lnTo>
                  <a:lnTo>
                    <a:pt x="38202" y="98891"/>
                  </a:lnTo>
                  <a:lnTo>
                    <a:pt x="37883" y="98955"/>
                  </a:lnTo>
                  <a:lnTo>
                    <a:pt x="37563" y="99083"/>
                  </a:lnTo>
                  <a:lnTo>
                    <a:pt x="31878" y="89181"/>
                  </a:lnTo>
                  <a:lnTo>
                    <a:pt x="34689" y="84326"/>
                  </a:lnTo>
                  <a:lnTo>
                    <a:pt x="37691" y="79151"/>
                  </a:lnTo>
                  <a:lnTo>
                    <a:pt x="37691" y="79151"/>
                  </a:lnTo>
                  <a:lnTo>
                    <a:pt x="37947" y="79279"/>
                  </a:lnTo>
                  <a:lnTo>
                    <a:pt x="38202" y="79279"/>
                  </a:lnTo>
                  <a:lnTo>
                    <a:pt x="38202" y="79279"/>
                  </a:lnTo>
                  <a:lnTo>
                    <a:pt x="38394" y="79279"/>
                  </a:lnTo>
                  <a:lnTo>
                    <a:pt x="38586" y="79215"/>
                  </a:lnTo>
                  <a:lnTo>
                    <a:pt x="38905" y="79024"/>
                  </a:lnTo>
                  <a:lnTo>
                    <a:pt x="39160" y="78704"/>
                  </a:lnTo>
                  <a:lnTo>
                    <a:pt x="39224" y="78321"/>
                  </a:lnTo>
                  <a:lnTo>
                    <a:pt x="49765" y="78321"/>
                  </a:lnTo>
                  <a:lnTo>
                    <a:pt x="49765" y="78321"/>
                  </a:lnTo>
                  <a:lnTo>
                    <a:pt x="49893" y="78704"/>
                  </a:lnTo>
                  <a:lnTo>
                    <a:pt x="50148" y="79024"/>
                  </a:lnTo>
                  <a:lnTo>
                    <a:pt x="50468" y="79215"/>
                  </a:lnTo>
                  <a:lnTo>
                    <a:pt x="50659" y="79279"/>
                  </a:lnTo>
                  <a:lnTo>
                    <a:pt x="50851" y="79279"/>
                  </a:lnTo>
                  <a:lnTo>
                    <a:pt x="50851" y="79279"/>
                  </a:lnTo>
                  <a:lnTo>
                    <a:pt x="51107" y="79279"/>
                  </a:lnTo>
                  <a:lnTo>
                    <a:pt x="51298" y="79151"/>
                  </a:lnTo>
                  <a:lnTo>
                    <a:pt x="56601" y="88415"/>
                  </a:lnTo>
                  <a:lnTo>
                    <a:pt x="56601" y="88415"/>
                  </a:lnTo>
                  <a:lnTo>
                    <a:pt x="56473" y="88542"/>
                  </a:lnTo>
                  <a:lnTo>
                    <a:pt x="56345" y="88734"/>
                  </a:lnTo>
                  <a:lnTo>
                    <a:pt x="56217" y="88989"/>
                  </a:lnTo>
                  <a:lnTo>
                    <a:pt x="56217" y="89245"/>
                  </a:lnTo>
                  <a:lnTo>
                    <a:pt x="56217" y="89245"/>
                  </a:lnTo>
                  <a:lnTo>
                    <a:pt x="56217" y="89437"/>
                  </a:lnTo>
                  <a:lnTo>
                    <a:pt x="56281" y="89692"/>
                  </a:lnTo>
                  <a:lnTo>
                    <a:pt x="56409" y="89820"/>
                  </a:lnTo>
                  <a:lnTo>
                    <a:pt x="56537" y="90012"/>
                  </a:lnTo>
                  <a:lnTo>
                    <a:pt x="56664" y="90139"/>
                  </a:lnTo>
                  <a:lnTo>
                    <a:pt x="56856" y="90267"/>
                  </a:lnTo>
                  <a:lnTo>
                    <a:pt x="57048" y="90331"/>
                  </a:lnTo>
                  <a:lnTo>
                    <a:pt x="57303" y="90331"/>
                  </a:lnTo>
                  <a:lnTo>
                    <a:pt x="57303" y="90331"/>
                  </a:lnTo>
                  <a:lnTo>
                    <a:pt x="57495" y="90331"/>
                  </a:lnTo>
                  <a:lnTo>
                    <a:pt x="57687" y="90267"/>
                  </a:lnTo>
                  <a:lnTo>
                    <a:pt x="57878" y="90139"/>
                  </a:lnTo>
                  <a:lnTo>
                    <a:pt x="58070" y="90012"/>
                  </a:lnTo>
                  <a:lnTo>
                    <a:pt x="58198" y="89820"/>
                  </a:lnTo>
                  <a:lnTo>
                    <a:pt x="58262" y="89692"/>
                  </a:lnTo>
                  <a:lnTo>
                    <a:pt x="58325" y="89437"/>
                  </a:lnTo>
                  <a:lnTo>
                    <a:pt x="58389" y="89245"/>
                  </a:lnTo>
                  <a:lnTo>
                    <a:pt x="58389" y="89245"/>
                  </a:lnTo>
                  <a:lnTo>
                    <a:pt x="58325" y="89053"/>
                  </a:lnTo>
                  <a:lnTo>
                    <a:pt x="58262" y="88798"/>
                  </a:lnTo>
                  <a:lnTo>
                    <a:pt x="58198" y="88670"/>
                  </a:lnTo>
                  <a:lnTo>
                    <a:pt x="58070" y="88478"/>
                  </a:lnTo>
                  <a:lnTo>
                    <a:pt x="57878" y="88351"/>
                  </a:lnTo>
                  <a:lnTo>
                    <a:pt x="57687" y="88223"/>
                  </a:lnTo>
                  <a:lnTo>
                    <a:pt x="57495" y="88159"/>
                  </a:lnTo>
                  <a:lnTo>
                    <a:pt x="57303" y="88159"/>
                  </a:lnTo>
                  <a:lnTo>
                    <a:pt x="57303" y="88159"/>
                  </a:lnTo>
                  <a:lnTo>
                    <a:pt x="57048" y="88223"/>
                  </a:lnTo>
                  <a:lnTo>
                    <a:pt x="56792" y="88287"/>
                  </a:lnTo>
                  <a:lnTo>
                    <a:pt x="51490" y="79088"/>
                  </a:lnTo>
                  <a:lnTo>
                    <a:pt x="51490" y="79088"/>
                  </a:lnTo>
                  <a:lnTo>
                    <a:pt x="51682" y="78896"/>
                  </a:lnTo>
                  <a:lnTo>
                    <a:pt x="51809" y="78704"/>
                  </a:lnTo>
                  <a:lnTo>
                    <a:pt x="51873" y="78449"/>
                  </a:lnTo>
                  <a:lnTo>
                    <a:pt x="51937" y="78193"/>
                  </a:lnTo>
                  <a:lnTo>
                    <a:pt x="51937" y="78193"/>
                  </a:lnTo>
                  <a:lnTo>
                    <a:pt x="51873" y="77938"/>
                  </a:lnTo>
                  <a:lnTo>
                    <a:pt x="51809" y="77682"/>
                  </a:lnTo>
                  <a:lnTo>
                    <a:pt x="51682" y="77491"/>
                  </a:lnTo>
                  <a:lnTo>
                    <a:pt x="51490" y="77299"/>
                  </a:lnTo>
                  <a:lnTo>
                    <a:pt x="56728" y="68228"/>
                  </a:lnTo>
                  <a:lnTo>
                    <a:pt x="56728" y="68228"/>
                  </a:lnTo>
                  <a:lnTo>
                    <a:pt x="56984" y="68355"/>
                  </a:lnTo>
                  <a:lnTo>
                    <a:pt x="57303" y="68419"/>
                  </a:lnTo>
                  <a:lnTo>
                    <a:pt x="57303" y="68419"/>
                  </a:lnTo>
                  <a:lnTo>
                    <a:pt x="57495" y="68355"/>
                  </a:lnTo>
                  <a:lnTo>
                    <a:pt x="57687" y="68291"/>
                  </a:lnTo>
                  <a:lnTo>
                    <a:pt x="57878" y="68228"/>
                  </a:lnTo>
                  <a:lnTo>
                    <a:pt x="58070" y="68100"/>
                  </a:lnTo>
                  <a:lnTo>
                    <a:pt x="58198" y="67908"/>
                  </a:lnTo>
                  <a:lnTo>
                    <a:pt x="58262" y="67716"/>
                  </a:lnTo>
                  <a:lnTo>
                    <a:pt x="58325" y="67525"/>
                  </a:lnTo>
                  <a:lnTo>
                    <a:pt x="58389" y="67333"/>
                  </a:lnTo>
                  <a:lnTo>
                    <a:pt x="58389" y="67269"/>
                  </a:lnTo>
                  <a:lnTo>
                    <a:pt x="68802" y="67269"/>
                  </a:lnTo>
                  <a:lnTo>
                    <a:pt x="68802" y="67333"/>
                  </a:lnTo>
                  <a:lnTo>
                    <a:pt x="68802" y="67333"/>
                  </a:lnTo>
                  <a:lnTo>
                    <a:pt x="68802" y="67525"/>
                  </a:lnTo>
                  <a:lnTo>
                    <a:pt x="68866" y="67716"/>
                  </a:lnTo>
                  <a:lnTo>
                    <a:pt x="68994" y="67908"/>
                  </a:lnTo>
                  <a:lnTo>
                    <a:pt x="69122" y="68100"/>
                  </a:lnTo>
                  <a:lnTo>
                    <a:pt x="69313" y="68228"/>
                  </a:lnTo>
                  <a:lnTo>
                    <a:pt x="69441" y="68291"/>
                  </a:lnTo>
                  <a:lnTo>
                    <a:pt x="69697" y="68355"/>
                  </a:lnTo>
                  <a:lnTo>
                    <a:pt x="69888" y="68419"/>
                  </a:lnTo>
                  <a:lnTo>
                    <a:pt x="69888" y="68419"/>
                  </a:lnTo>
                  <a:lnTo>
                    <a:pt x="70208" y="68355"/>
                  </a:lnTo>
                  <a:lnTo>
                    <a:pt x="70463" y="68228"/>
                  </a:lnTo>
                  <a:lnTo>
                    <a:pt x="75638" y="77235"/>
                  </a:lnTo>
                  <a:lnTo>
                    <a:pt x="75638" y="77235"/>
                  </a:lnTo>
                  <a:lnTo>
                    <a:pt x="75318" y="77363"/>
                  </a:lnTo>
                  <a:lnTo>
                    <a:pt x="75127" y="77618"/>
                  </a:lnTo>
                  <a:lnTo>
                    <a:pt x="74999" y="77874"/>
                  </a:lnTo>
                  <a:lnTo>
                    <a:pt x="74935" y="78193"/>
                  </a:lnTo>
                  <a:lnTo>
                    <a:pt x="74935" y="78193"/>
                  </a:lnTo>
                  <a:lnTo>
                    <a:pt x="74999" y="78513"/>
                  </a:lnTo>
                  <a:lnTo>
                    <a:pt x="75127" y="78832"/>
                  </a:lnTo>
                  <a:lnTo>
                    <a:pt x="75318" y="79024"/>
                  </a:lnTo>
                  <a:lnTo>
                    <a:pt x="75574" y="79215"/>
                  </a:lnTo>
                  <a:lnTo>
                    <a:pt x="70399" y="88223"/>
                  </a:lnTo>
                  <a:lnTo>
                    <a:pt x="70399" y="88223"/>
                  </a:lnTo>
                  <a:lnTo>
                    <a:pt x="70144" y="88159"/>
                  </a:lnTo>
                  <a:lnTo>
                    <a:pt x="70144" y="88159"/>
                  </a:lnTo>
                  <a:lnTo>
                    <a:pt x="69888" y="88159"/>
                  </a:lnTo>
                  <a:lnTo>
                    <a:pt x="69697" y="88223"/>
                  </a:lnTo>
                  <a:lnTo>
                    <a:pt x="69505" y="88351"/>
                  </a:lnTo>
                  <a:lnTo>
                    <a:pt x="69377" y="88478"/>
                  </a:lnTo>
                  <a:lnTo>
                    <a:pt x="69186" y="88670"/>
                  </a:lnTo>
                  <a:lnTo>
                    <a:pt x="69122" y="88798"/>
                  </a:lnTo>
                  <a:lnTo>
                    <a:pt x="69058" y="89053"/>
                  </a:lnTo>
                  <a:lnTo>
                    <a:pt x="69058" y="89245"/>
                  </a:lnTo>
                  <a:lnTo>
                    <a:pt x="69058" y="89245"/>
                  </a:lnTo>
                  <a:lnTo>
                    <a:pt x="69058" y="89437"/>
                  </a:lnTo>
                  <a:lnTo>
                    <a:pt x="69122" y="89692"/>
                  </a:lnTo>
                  <a:lnTo>
                    <a:pt x="69186" y="89820"/>
                  </a:lnTo>
                  <a:lnTo>
                    <a:pt x="69377" y="90012"/>
                  </a:lnTo>
                  <a:lnTo>
                    <a:pt x="69505" y="90139"/>
                  </a:lnTo>
                  <a:lnTo>
                    <a:pt x="69697" y="90267"/>
                  </a:lnTo>
                  <a:lnTo>
                    <a:pt x="69888" y="90331"/>
                  </a:lnTo>
                  <a:lnTo>
                    <a:pt x="70144" y="90331"/>
                  </a:lnTo>
                  <a:lnTo>
                    <a:pt x="70144" y="90331"/>
                  </a:lnTo>
                  <a:lnTo>
                    <a:pt x="70336" y="90331"/>
                  </a:lnTo>
                  <a:lnTo>
                    <a:pt x="70527" y="90267"/>
                  </a:lnTo>
                  <a:lnTo>
                    <a:pt x="70719" y="90139"/>
                  </a:lnTo>
                  <a:lnTo>
                    <a:pt x="70847" y="90012"/>
                  </a:lnTo>
                  <a:lnTo>
                    <a:pt x="71038" y="89820"/>
                  </a:lnTo>
                  <a:lnTo>
                    <a:pt x="71102" y="89692"/>
                  </a:lnTo>
                  <a:lnTo>
                    <a:pt x="71166" y="89437"/>
                  </a:lnTo>
                  <a:lnTo>
                    <a:pt x="71166" y="89245"/>
                  </a:lnTo>
                  <a:lnTo>
                    <a:pt x="71166" y="89245"/>
                  </a:lnTo>
                  <a:lnTo>
                    <a:pt x="71166" y="88926"/>
                  </a:lnTo>
                  <a:lnTo>
                    <a:pt x="71038" y="88670"/>
                  </a:lnTo>
                  <a:lnTo>
                    <a:pt x="70847" y="88415"/>
                  </a:lnTo>
                  <a:lnTo>
                    <a:pt x="70591" y="88287"/>
                  </a:lnTo>
                  <a:lnTo>
                    <a:pt x="75766" y="79279"/>
                  </a:lnTo>
                  <a:lnTo>
                    <a:pt x="75766" y="79279"/>
                  </a:lnTo>
                  <a:lnTo>
                    <a:pt x="76021" y="79279"/>
                  </a:lnTo>
                  <a:lnTo>
                    <a:pt x="76021" y="79279"/>
                  </a:lnTo>
                  <a:lnTo>
                    <a:pt x="76277" y="79279"/>
                  </a:lnTo>
                  <a:lnTo>
                    <a:pt x="76468" y="79215"/>
                  </a:lnTo>
                  <a:lnTo>
                    <a:pt x="76660" y="79088"/>
                  </a:lnTo>
                  <a:lnTo>
                    <a:pt x="76788" y="78960"/>
                  </a:lnTo>
                  <a:lnTo>
                    <a:pt x="76915" y="78832"/>
                  </a:lnTo>
                  <a:lnTo>
                    <a:pt x="77043" y="78640"/>
                  </a:lnTo>
                  <a:lnTo>
                    <a:pt x="77107" y="78449"/>
                  </a:lnTo>
                  <a:lnTo>
                    <a:pt x="77107" y="78193"/>
                  </a:lnTo>
                  <a:lnTo>
                    <a:pt x="77107" y="78193"/>
                  </a:lnTo>
                  <a:lnTo>
                    <a:pt x="77107" y="78002"/>
                  </a:lnTo>
                  <a:lnTo>
                    <a:pt x="77043" y="77810"/>
                  </a:lnTo>
                  <a:lnTo>
                    <a:pt x="76915" y="77618"/>
                  </a:lnTo>
                  <a:lnTo>
                    <a:pt x="76788" y="77427"/>
                  </a:lnTo>
                  <a:lnTo>
                    <a:pt x="76660" y="77299"/>
                  </a:lnTo>
                  <a:lnTo>
                    <a:pt x="76468" y="77235"/>
                  </a:lnTo>
                  <a:lnTo>
                    <a:pt x="76277" y="77171"/>
                  </a:lnTo>
                  <a:lnTo>
                    <a:pt x="76021" y="77107"/>
                  </a:lnTo>
                  <a:lnTo>
                    <a:pt x="76021" y="77107"/>
                  </a:lnTo>
                  <a:lnTo>
                    <a:pt x="75829" y="77171"/>
                  </a:lnTo>
                  <a:lnTo>
                    <a:pt x="70591" y="68164"/>
                  </a:lnTo>
                  <a:lnTo>
                    <a:pt x="70591" y="68164"/>
                  </a:lnTo>
                  <a:lnTo>
                    <a:pt x="70783" y="67972"/>
                  </a:lnTo>
                  <a:lnTo>
                    <a:pt x="70847" y="67780"/>
                  </a:lnTo>
                  <a:lnTo>
                    <a:pt x="70974" y="67589"/>
                  </a:lnTo>
                  <a:lnTo>
                    <a:pt x="70974" y="67333"/>
                  </a:lnTo>
                  <a:lnTo>
                    <a:pt x="70974" y="67333"/>
                  </a:lnTo>
                  <a:lnTo>
                    <a:pt x="70910" y="67078"/>
                  </a:lnTo>
                  <a:lnTo>
                    <a:pt x="70847" y="66822"/>
                  </a:lnTo>
                  <a:lnTo>
                    <a:pt x="70719" y="66567"/>
                  </a:lnTo>
                  <a:lnTo>
                    <a:pt x="70463" y="66439"/>
                  </a:lnTo>
                  <a:lnTo>
                    <a:pt x="75829" y="57176"/>
                  </a:lnTo>
                  <a:lnTo>
                    <a:pt x="75829" y="57176"/>
                  </a:lnTo>
                  <a:lnTo>
                    <a:pt x="76085" y="57240"/>
                  </a:lnTo>
                  <a:lnTo>
                    <a:pt x="76277" y="57240"/>
                  </a:lnTo>
                  <a:lnTo>
                    <a:pt x="76277" y="57240"/>
                  </a:lnTo>
                  <a:lnTo>
                    <a:pt x="76468" y="57240"/>
                  </a:lnTo>
                  <a:lnTo>
                    <a:pt x="76660" y="57176"/>
                  </a:lnTo>
                  <a:lnTo>
                    <a:pt x="77043" y="56984"/>
                  </a:lnTo>
                  <a:lnTo>
                    <a:pt x="77235" y="56665"/>
                  </a:lnTo>
                  <a:lnTo>
                    <a:pt x="77363" y="56281"/>
                  </a:lnTo>
                  <a:lnTo>
                    <a:pt x="87967" y="56281"/>
                  </a:lnTo>
                  <a:lnTo>
                    <a:pt x="87967" y="56281"/>
                  </a:lnTo>
                  <a:lnTo>
                    <a:pt x="88031" y="56665"/>
                  </a:lnTo>
                  <a:lnTo>
                    <a:pt x="88287" y="56984"/>
                  </a:lnTo>
                  <a:lnTo>
                    <a:pt x="88606" y="57176"/>
                  </a:lnTo>
                  <a:lnTo>
                    <a:pt x="88798" y="57240"/>
                  </a:lnTo>
                  <a:lnTo>
                    <a:pt x="88989" y="57240"/>
                  </a:lnTo>
                  <a:lnTo>
                    <a:pt x="88989" y="57240"/>
                  </a:lnTo>
                  <a:lnTo>
                    <a:pt x="89245" y="57240"/>
                  </a:lnTo>
                  <a:lnTo>
                    <a:pt x="89437" y="57176"/>
                  </a:lnTo>
                  <a:lnTo>
                    <a:pt x="89628" y="57048"/>
                  </a:lnTo>
                  <a:lnTo>
                    <a:pt x="89756" y="56920"/>
                  </a:lnTo>
                  <a:lnTo>
                    <a:pt x="89884" y="56792"/>
                  </a:lnTo>
                  <a:lnTo>
                    <a:pt x="90012" y="56601"/>
                  </a:lnTo>
                  <a:lnTo>
                    <a:pt x="90075" y="56409"/>
                  </a:lnTo>
                  <a:lnTo>
                    <a:pt x="90075" y="56154"/>
                  </a:lnTo>
                  <a:lnTo>
                    <a:pt x="90075" y="56154"/>
                  </a:lnTo>
                  <a:lnTo>
                    <a:pt x="90075" y="55898"/>
                  </a:lnTo>
                  <a:lnTo>
                    <a:pt x="89948" y="55643"/>
                  </a:lnTo>
                  <a:lnTo>
                    <a:pt x="89820" y="55451"/>
                  </a:lnTo>
                  <a:lnTo>
                    <a:pt x="89628" y="55323"/>
                  </a:lnTo>
                  <a:lnTo>
                    <a:pt x="94931" y="46060"/>
                  </a:lnTo>
                  <a:lnTo>
                    <a:pt x="94931" y="46060"/>
                  </a:lnTo>
                  <a:lnTo>
                    <a:pt x="95250" y="46188"/>
                  </a:lnTo>
                  <a:lnTo>
                    <a:pt x="95569" y="46252"/>
                  </a:lnTo>
                  <a:lnTo>
                    <a:pt x="95569" y="46252"/>
                  </a:lnTo>
                  <a:lnTo>
                    <a:pt x="95761" y="46252"/>
                  </a:lnTo>
                  <a:lnTo>
                    <a:pt x="95953" y="46188"/>
                  </a:lnTo>
                  <a:lnTo>
                    <a:pt x="96272" y="45932"/>
                  </a:lnTo>
                  <a:lnTo>
                    <a:pt x="96528" y="45677"/>
                  </a:lnTo>
                  <a:lnTo>
                    <a:pt x="96592" y="45230"/>
                  </a:lnTo>
                  <a:lnTo>
                    <a:pt x="106941" y="45230"/>
                  </a:lnTo>
                  <a:lnTo>
                    <a:pt x="106941" y="45230"/>
                  </a:lnTo>
                  <a:lnTo>
                    <a:pt x="107068" y="45677"/>
                  </a:lnTo>
                  <a:lnTo>
                    <a:pt x="107260" y="45932"/>
                  </a:lnTo>
                  <a:lnTo>
                    <a:pt x="107579" y="46188"/>
                  </a:lnTo>
                  <a:lnTo>
                    <a:pt x="107771" y="46252"/>
                  </a:lnTo>
                  <a:lnTo>
                    <a:pt x="108027" y="46252"/>
                  </a:lnTo>
                  <a:lnTo>
                    <a:pt x="108027" y="46252"/>
                  </a:lnTo>
                  <a:lnTo>
                    <a:pt x="108218" y="46252"/>
                  </a:lnTo>
                  <a:lnTo>
                    <a:pt x="108410" y="46188"/>
                  </a:lnTo>
                  <a:lnTo>
                    <a:pt x="108602" y="46060"/>
                  </a:lnTo>
                  <a:lnTo>
                    <a:pt x="108793" y="45932"/>
                  </a:lnTo>
                  <a:lnTo>
                    <a:pt x="108921" y="45741"/>
                  </a:lnTo>
                  <a:lnTo>
                    <a:pt x="108985" y="45613"/>
                  </a:lnTo>
                  <a:lnTo>
                    <a:pt x="109049" y="45357"/>
                  </a:lnTo>
                  <a:lnTo>
                    <a:pt x="109113" y="45166"/>
                  </a:lnTo>
                  <a:lnTo>
                    <a:pt x="109113" y="45166"/>
                  </a:lnTo>
                  <a:lnTo>
                    <a:pt x="109049" y="44974"/>
                  </a:lnTo>
                  <a:lnTo>
                    <a:pt x="108985" y="44719"/>
                  </a:lnTo>
                  <a:lnTo>
                    <a:pt x="108921" y="44527"/>
                  </a:lnTo>
                  <a:lnTo>
                    <a:pt x="108793" y="44399"/>
                  </a:lnTo>
                  <a:lnTo>
                    <a:pt x="108602" y="44271"/>
                  </a:lnTo>
                  <a:lnTo>
                    <a:pt x="108410" y="44144"/>
                  </a:lnTo>
                  <a:lnTo>
                    <a:pt x="108218" y="44080"/>
                  </a:lnTo>
                  <a:lnTo>
                    <a:pt x="108027" y="44080"/>
                  </a:lnTo>
                  <a:lnTo>
                    <a:pt x="108027" y="44080"/>
                  </a:lnTo>
                  <a:lnTo>
                    <a:pt x="107771" y="44080"/>
                  </a:lnTo>
                  <a:lnTo>
                    <a:pt x="107579" y="44144"/>
                  </a:lnTo>
                  <a:lnTo>
                    <a:pt x="107260" y="44335"/>
                  </a:lnTo>
                  <a:lnTo>
                    <a:pt x="107068" y="44655"/>
                  </a:lnTo>
                  <a:lnTo>
                    <a:pt x="106941" y="45038"/>
                  </a:lnTo>
                  <a:lnTo>
                    <a:pt x="96592" y="45038"/>
                  </a:lnTo>
                  <a:lnTo>
                    <a:pt x="96592" y="45038"/>
                  </a:lnTo>
                  <a:lnTo>
                    <a:pt x="96528" y="44655"/>
                  </a:lnTo>
                  <a:lnTo>
                    <a:pt x="96272" y="44335"/>
                  </a:lnTo>
                  <a:lnTo>
                    <a:pt x="95953" y="44144"/>
                  </a:lnTo>
                  <a:lnTo>
                    <a:pt x="95761" y="44080"/>
                  </a:lnTo>
                  <a:lnTo>
                    <a:pt x="95569" y="44080"/>
                  </a:lnTo>
                  <a:lnTo>
                    <a:pt x="95569" y="44080"/>
                  </a:lnTo>
                  <a:lnTo>
                    <a:pt x="95250" y="44144"/>
                  </a:lnTo>
                  <a:lnTo>
                    <a:pt x="94931" y="44271"/>
                  </a:lnTo>
                  <a:lnTo>
                    <a:pt x="89628" y="35008"/>
                  </a:lnTo>
                  <a:lnTo>
                    <a:pt x="89628" y="35008"/>
                  </a:lnTo>
                  <a:lnTo>
                    <a:pt x="89820" y="34881"/>
                  </a:lnTo>
                  <a:lnTo>
                    <a:pt x="89948" y="34625"/>
                  </a:lnTo>
                  <a:lnTo>
                    <a:pt x="90075" y="34433"/>
                  </a:lnTo>
                  <a:lnTo>
                    <a:pt x="90075" y="34178"/>
                  </a:lnTo>
                  <a:lnTo>
                    <a:pt x="90075" y="34178"/>
                  </a:lnTo>
                  <a:lnTo>
                    <a:pt x="90075" y="33858"/>
                  </a:lnTo>
                  <a:lnTo>
                    <a:pt x="89948" y="33667"/>
                  </a:lnTo>
                  <a:lnTo>
                    <a:pt x="89820" y="33411"/>
                  </a:lnTo>
                  <a:lnTo>
                    <a:pt x="89628" y="33284"/>
                  </a:lnTo>
                  <a:lnTo>
                    <a:pt x="90395" y="31942"/>
                  </a:lnTo>
                  <a:lnTo>
                    <a:pt x="94931" y="24021"/>
                  </a:lnTo>
                  <a:lnTo>
                    <a:pt x="94931" y="24021"/>
                  </a:lnTo>
                  <a:lnTo>
                    <a:pt x="95250" y="24148"/>
                  </a:lnTo>
                  <a:lnTo>
                    <a:pt x="95569" y="24212"/>
                  </a:lnTo>
                  <a:lnTo>
                    <a:pt x="95569" y="24212"/>
                  </a:lnTo>
                  <a:lnTo>
                    <a:pt x="95761" y="24212"/>
                  </a:lnTo>
                  <a:lnTo>
                    <a:pt x="95953" y="24148"/>
                  </a:lnTo>
                  <a:lnTo>
                    <a:pt x="96272" y="23957"/>
                  </a:lnTo>
                  <a:lnTo>
                    <a:pt x="96528" y="23637"/>
                  </a:lnTo>
                  <a:lnTo>
                    <a:pt x="96592" y="23254"/>
                  </a:lnTo>
                  <a:lnTo>
                    <a:pt x="108027" y="23254"/>
                  </a:lnTo>
                  <a:lnTo>
                    <a:pt x="113840" y="33284"/>
                  </a:lnTo>
                  <a:lnTo>
                    <a:pt x="113840" y="33284"/>
                  </a:lnTo>
                  <a:lnTo>
                    <a:pt x="113648" y="33411"/>
                  </a:lnTo>
                  <a:lnTo>
                    <a:pt x="113521" y="33667"/>
                  </a:lnTo>
                  <a:lnTo>
                    <a:pt x="113393" y="33858"/>
                  </a:lnTo>
                  <a:lnTo>
                    <a:pt x="113393" y="34178"/>
                  </a:lnTo>
                  <a:lnTo>
                    <a:pt x="113393" y="34178"/>
                  </a:lnTo>
                  <a:lnTo>
                    <a:pt x="113393" y="34370"/>
                  </a:lnTo>
                  <a:lnTo>
                    <a:pt x="113457" y="34561"/>
                  </a:lnTo>
                  <a:lnTo>
                    <a:pt x="113585" y="34753"/>
                  </a:lnTo>
                  <a:lnTo>
                    <a:pt x="113712" y="34881"/>
                  </a:lnTo>
                  <a:lnTo>
                    <a:pt x="113840" y="35072"/>
                  </a:lnTo>
                  <a:lnTo>
                    <a:pt x="114032" y="35136"/>
                  </a:lnTo>
                  <a:lnTo>
                    <a:pt x="114223" y="35200"/>
                  </a:lnTo>
                  <a:lnTo>
                    <a:pt x="114479" y="35200"/>
                  </a:lnTo>
                  <a:lnTo>
                    <a:pt x="114479" y="35200"/>
                  </a:lnTo>
                  <a:lnTo>
                    <a:pt x="114671" y="35200"/>
                  </a:lnTo>
                  <a:lnTo>
                    <a:pt x="114862" y="35136"/>
                  </a:lnTo>
                  <a:lnTo>
                    <a:pt x="115054" y="35072"/>
                  </a:lnTo>
                  <a:lnTo>
                    <a:pt x="115245" y="34881"/>
                  </a:lnTo>
                  <a:lnTo>
                    <a:pt x="115373" y="34753"/>
                  </a:lnTo>
                  <a:lnTo>
                    <a:pt x="115437" y="34561"/>
                  </a:lnTo>
                  <a:lnTo>
                    <a:pt x="115501" y="34370"/>
                  </a:lnTo>
                  <a:lnTo>
                    <a:pt x="115501" y="34178"/>
                  </a:lnTo>
                  <a:lnTo>
                    <a:pt x="115501" y="34178"/>
                  </a:lnTo>
                  <a:lnTo>
                    <a:pt x="115501" y="33922"/>
                  </a:lnTo>
                  <a:lnTo>
                    <a:pt x="115437" y="33731"/>
                  </a:lnTo>
                  <a:lnTo>
                    <a:pt x="115373" y="33539"/>
                  </a:lnTo>
                  <a:lnTo>
                    <a:pt x="115245" y="33411"/>
                  </a:lnTo>
                  <a:lnTo>
                    <a:pt x="115054" y="33220"/>
                  </a:lnTo>
                  <a:lnTo>
                    <a:pt x="114862" y="33156"/>
                  </a:lnTo>
                  <a:lnTo>
                    <a:pt x="114671" y="33092"/>
                  </a:lnTo>
                  <a:lnTo>
                    <a:pt x="114479" y="33092"/>
                  </a:lnTo>
                  <a:lnTo>
                    <a:pt x="114479" y="33092"/>
                  </a:lnTo>
                  <a:lnTo>
                    <a:pt x="114223" y="33092"/>
                  </a:lnTo>
                  <a:lnTo>
                    <a:pt x="113968" y="33156"/>
                  </a:lnTo>
                  <a:lnTo>
                    <a:pt x="108154" y="23062"/>
                  </a:lnTo>
                  <a:lnTo>
                    <a:pt x="108154" y="23062"/>
                  </a:lnTo>
                  <a:lnTo>
                    <a:pt x="96592" y="23062"/>
                  </a:lnTo>
                  <a:lnTo>
                    <a:pt x="96592" y="23062"/>
                  </a:lnTo>
                  <a:lnTo>
                    <a:pt x="96528" y="22679"/>
                  </a:lnTo>
                  <a:lnTo>
                    <a:pt x="96272" y="22360"/>
                  </a:lnTo>
                  <a:lnTo>
                    <a:pt x="95953" y="22104"/>
                  </a:lnTo>
                  <a:lnTo>
                    <a:pt x="95761" y="22040"/>
                  </a:lnTo>
                  <a:lnTo>
                    <a:pt x="95569" y="22040"/>
                  </a:lnTo>
                  <a:lnTo>
                    <a:pt x="95569" y="22040"/>
                  </a:lnTo>
                  <a:lnTo>
                    <a:pt x="95250" y="22104"/>
                  </a:lnTo>
                  <a:lnTo>
                    <a:pt x="94931" y="22232"/>
                  </a:lnTo>
                  <a:lnTo>
                    <a:pt x="89628" y="12969"/>
                  </a:lnTo>
                  <a:lnTo>
                    <a:pt x="89628" y="12969"/>
                  </a:lnTo>
                  <a:lnTo>
                    <a:pt x="89820" y="12841"/>
                  </a:lnTo>
                  <a:lnTo>
                    <a:pt x="89948" y="12649"/>
                  </a:lnTo>
                  <a:lnTo>
                    <a:pt x="90075" y="12394"/>
                  </a:lnTo>
                  <a:lnTo>
                    <a:pt x="90075" y="12138"/>
                  </a:lnTo>
                  <a:lnTo>
                    <a:pt x="90075" y="12138"/>
                  </a:lnTo>
                  <a:lnTo>
                    <a:pt x="90075" y="11883"/>
                  </a:lnTo>
                  <a:lnTo>
                    <a:pt x="90012" y="11691"/>
                  </a:lnTo>
                  <a:lnTo>
                    <a:pt x="89884" y="11499"/>
                  </a:lnTo>
                  <a:lnTo>
                    <a:pt x="89756" y="11372"/>
                  </a:lnTo>
                  <a:lnTo>
                    <a:pt x="89628" y="11244"/>
                  </a:lnTo>
                  <a:lnTo>
                    <a:pt x="89437" y="11116"/>
                  </a:lnTo>
                  <a:lnTo>
                    <a:pt x="89245" y="11052"/>
                  </a:lnTo>
                  <a:lnTo>
                    <a:pt x="88989" y="11052"/>
                  </a:lnTo>
                  <a:lnTo>
                    <a:pt x="88989" y="11052"/>
                  </a:lnTo>
                  <a:lnTo>
                    <a:pt x="88798" y="11052"/>
                  </a:lnTo>
                  <a:lnTo>
                    <a:pt x="88606" y="11116"/>
                  </a:lnTo>
                  <a:lnTo>
                    <a:pt x="88287" y="11308"/>
                  </a:lnTo>
                  <a:lnTo>
                    <a:pt x="88031" y="11627"/>
                  </a:lnTo>
                  <a:lnTo>
                    <a:pt x="87967" y="12011"/>
                  </a:lnTo>
                  <a:lnTo>
                    <a:pt x="77363" y="12011"/>
                  </a:lnTo>
                  <a:lnTo>
                    <a:pt x="77363" y="12011"/>
                  </a:lnTo>
                  <a:lnTo>
                    <a:pt x="77235" y="11627"/>
                  </a:lnTo>
                  <a:lnTo>
                    <a:pt x="77043" y="11308"/>
                  </a:lnTo>
                  <a:lnTo>
                    <a:pt x="76660" y="11116"/>
                  </a:lnTo>
                  <a:lnTo>
                    <a:pt x="76468" y="11052"/>
                  </a:lnTo>
                  <a:lnTo>
                    <a:pt x="76277" y="11052"/>
                  </a:lnTo>
                  <a:lnTo>
                    <a:pt x="76277" y="11052"/>
                  </a:lnTo>
                  <a:lnTo>
                    <a:pt x="76085" y="11052"/>
                  </a:lnTo>
                  <a:lnTo>
                    <a:pt x="75829" y="11116"/>
                  </a:lnTo>
                  <a:lnTo>
                    <a:pt x="70527" y="1981"/>
                  </a:lnTo>
                  <a:lnTo>
                    <a:pt x="70527" y="1981"/>
                  </a:lnTo>
                  <a:lnTo>
                    <a:pt x="70719" y="1789"/>
                  </a:lnTo>
                  <a:lnTo>
                    <a:pt x="70910" y="1598"/>
                  </a:lnTo>
                  <a:lnTo>
                    <a:pt x="70974" y="1342"/>
                  </a:lnTo>
                  <a:lnTo>
                    <a:pt x="71038" y="1087"/>
                  </a:lnTo>
                  <a:lnTo>
                    <a:pt x="71038" y="1087"/>
                  </a:lnTo>
                  <a:lnTo>
                    <a:pt x="70974" y="895"/>
                  </a:lnTo>
                  <a:lnTo>
                    <a:pt x="70910" y="703"/>
                  </a:lnTo>
                  <a:lnTo>
                    <a:pt x="70847" y="512"/>
                  </a:lnTo>
                  <a:lnTo>
                    <a:pt x="70719" y="320"/>
                  </a:lnTo>
                  <a:lnTo>
                    <a:pt x="70527" y="192"/>
                  </a:lnTo>
                  <a:lnTo>
                    <a:pt x="70336" y="128"/>
                  </a:lnTo>
                  <a:lnTo>
                    <a:pt x="70144" y="64"/>
                  </a:lnTo>
                  <a:lnTo>
                    <a:pt x="69952" y="1"/>
                  </a:lnTo>
                </a:path>
              </a:pathLst>
            </a:custGeom>
            <a:gradFill>
              <a:gsLst>
                <a:gs pos="0">
                  <a:schemeClr val="lt2"/>
                </a:gs>
                <a:gs pos="100000">
                  <a:schemeClr val="dk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29" name="Google Shape;2129;p26"/>
          <p:cNvGrpSpPr/>
          <p:nvPr/>
        </p:nvGrpSpPr>
        <p:grpSpPr>
          <a:xfrm flipH="1">
            <a:off x="-189332" y="3530834"/>
            <a:ext cx="2638315" cy="4402295"/>
            <a:chOff x="238125" y="1025750"/>
            <a:chExt cx="844450" cy="1409050"/>
          </a:xfrm>
        </p:grpSpPr>
        <p:sp>
          <p:nvSpPr>
            <p:cNvPr id="2130" name="Google Shape;2130;p26"/>
            <p:cNvSpPr/>
            <p:nvPr/>
          </p:nvSpPr>
          <p:spPr>
            <a:xfrm>
              <a:off x="1028550" y="1271875"/>
              <a:ext cx="54025" cy="1162925"/>
            </a:xfrm>
            <a:custGeom>
              <a:avLst/>
              <a:gdLst/>
              <a:ahLst/>
              <a:cxnLst/>
              <a:rect l="l" t="t" r="r" b="b"/>
              <a:pathLst>
                <a:path w="2161" h="46517" extrusionOk="0">
                  <a:moveTo>
                    <a:pt x="159" y="1"/>
                  </a:moveTo>
                  <a:lnTo>
                    <a:pt x="100" y="21"/>
                  </a:lnTo>
                  <a:lnTo>
                    <a:pt x="41" y="60"/>
                  </a:lnTo>
                  <a:lnTo>
                    <a:pt x="1" y="100"/>
                  </a:lnTo>
                  <a:lnTo>
                    <a:pt x="1" y="179"/>
                  </a:lnTo>
                  <a:lnTo>
                    <a:pt x="1" y="219"/>
                  </a:lnTo>
                  <a:lnTo>
                    <a:pt x="41" y="278"/>
                  </a:lnTo>
                  <a:lnTo>
                    <a:pt x="80" y="298"/>
                  </a:lnTo>
                  <a:lnTo>
                    <a:pt x="120" y="338"/>
                  </a:lnTo>
                  <a:lnTo>
                    <a:pt x="120" y="4478"/>
                  </a:lnTo>
                  <a:lnTo>
                    <a:pt x="2081" y="6439"/>
                  </a:lnTo>
                  <a:lnTo>
                    <a:pt x="2081" y="46516"/>
                  </a:lnTo>
                  <a:lnTo>
                    <a:pt x="2160" y="46516"/>
                  </a:lnTo>
                  <a:lnTo>
                    <a:pt x="2160" y="6400"/>
                  </a:lnTo>
                  <a:lnTo>
                    <a:pt x="199" y="4438"/>
                  </a:lnTo>
                  <a:lnTo>
                    <a:pt x="199" y="338"/>
                  </a:lnTo>
                  <a:lnTo>
                    <a:pt x="258" y="298"/>
                  </a:lnTo>
                  <a:lnTo>
                    <a:pt x="298" y="278"/>
                  </a:lnTo>
                  <a:lnTo>
                    <a:pt x="318" y="219"/>
                  </a:lnTo>
                  <a:lnTo>
                    <a:pt x="338" y="179"/>
                  </a:lnTo>
                  <a:lnTo>
                    <a:pt x="318" y="100"/>
                  </a:lnTo>
                  <a:lnTo>
                    <a:pt x="278" y="60"/>
                  </a:lnTo>
                  <a:lnTo>
                    <a:pt x="239" y="21"/>
                  </a:lnTo>
                  <a:lnTo>
                    <a:pt x="159"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26"/>
            <p:cNvSpPr/>
            <p:nvPr/>
          </p:nvSpPr>
          <p:spPr>
            <a:xfrm>
              <a:off x="1028550" y="1271875"/>
              <a:ext cx="54025" cy="1162925"/>
            </a:xfrm>
            <a:custGeom>
              <a:avLst/>
              <a:gdLst/>
              <a:ahLst/>
              <a:cxnLst/>
              <a:rect l="l" t="t" r="r" b="b"/>
              <a:pathLst>
                <a:path w="2161" h="46517" fill="none" extrusionOk="0">
                  <a:moveTo>
                    <a:pt x="159" y="1"/>
                  </a:moveTo>
                  <a:lnTo>
                    <a:pt x="159" y="1"/>
                  </a:lnTo>
                  <a:lnTo>
                    <a:pt x="100" y="21"/>
                  </a:lnTo>
                  <a:lnTo>
                    <a:pt x="41" y="60"/>
                  </a:lnTo>
                  <a:lnTo>
                    <a:pt x="1" y="100"/>
                  </a:lnTo>
                  <a:lnTo>
                    <a:pt x="1" y="179"/>
                  </a:lnTo>
                  <a:lnTo>
                    <a:pt x="1" y="179"/>
                  </a:lnTo>
                  <a:lnTo>
                    <a:pt x="1" y="219"/>
                  </a:lnTo>
                  <a:lnTo>
                    <a:pt x="41" y="278"/>
                  </a:lnTo>
                  <a:lnTo>
                    <a:pt x="80" y="298"/>
                  </a:lnTo>
                  <a:lnTo>
                    <a:pt x="120" y="338"/>
                  </a:lnTo>
                  <a:lnTo>
                    <a:pt x="120" y="4478"/>
                  </a:lnTo>
                  <a:lnTo>
                    <a:pt x="2081" y="6439"/>
                  </a:lnTo>
                  <a:lnTo>
                    <a:pt x="2081" y="46516"/>
                  </a:lnTo>
                  <a:lnTo>
                    <a:pt x="2160" y="46516"/>
                  </a:lnTo>
                  <a:lnTo>
                    <a:pt x="2160" y="6400"/>
                  </a:lnTo>
                  <a:lnTo>
                    <a:pt x="199" y="4438"/>
                  </a:lnTo>
                  <a:lnTo>
                    <a:pt x="199" y="338"/>
                  </a:lnTo>
                  <a:lnTo>
                    <a:pt x="199" y="338"/>
                  </a:lnTo>
                  <a:lnTo>
                    <a:pt x="258" y="298"/>
                  </a:lnTo>
                  <a:lnTo>
                    <a:pt x="298" y="278"/>
                  </a:lnTo>
                  <a:lnTo>
                    <a:pt x="318" y="219"/>
                  </a:lnTo>
                  <a:lnTo>
                    <a:pt x="338" y="179"/>
                  </a:lnTo>
                  <a:lnTo>
                    <a:pt x="338" y="179"/>
                  </a:lnTo>
                  <a:lnTo>
                    <a:pt x="318" y="100"/>
                  </a:lnTo>
                  <a:lnTo>
                    <a:pt x="278" y="60"/>
                  </a:lnTo>
                  <a:lnTo>
                    <a:pt x="239" y="21"/>
                  </a:lnTo>
                  <a:lnTo>
                    <a:pt x="159"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26"/>
            <p:cNvSpPr/>
            <p:nvPr/>
          </p:nvSpPr>
          <p:spPr>
            <a:xfrm>
              <a:off x="333700" y="1515050"/>
              <a:ext cx="54500" cy="919750"/>
            </a:xfrm>
            <a:custGeom>
              <a:avLst/>
              <a:gdLst/>
              <a:ahLst/>
              <a:cxnLst/>
              <a:rect l="l" t="t" r="r" b="b"/>
              <a:pathLst>
                <a:path w="2180" h="36790" extrusionOk="0">
                  <a:moveTo>
                    <a:pt x="2021" y="1"/>
                  </a:moveTo>
                  <a:lnTo>
                    <a:pt x="1942" y="21"/>
                  </a:lnTo>
                  <a:lnTo>
                    <a:pt x="1902" y="60"/>
                  </a:lnTo>
                  <a:lnTo>
                    <a:pt x="1863" y="100"/>
                  </a:lnTo>
                  <a:lnTo>
                    <a:pt x="1843" y="179"/>
                  </a:lnTo>
                  <a:lnTo>
                    <a:pt x="1863" y="239"/>
                  </a:lnTo>
                  <a:lnTo>
                    <a:pt x="1882" y="278"/>
                  </a:lnTo>
                  <a:lnTo>
                    <a:pt x="1922" y="318"/>
                  </a:lnTo>
                  <a:lnTo>
                    <a:pt x="1962" y="338"/>
                  </a:lnTo>
                  <a:lnTo>
                    <a:pt x="1962" y="4458"/>
                  </a:lnTo>
                  <a:lnTo>
                    <a:pt x="0" y="6420"/>
                  </a:lnTo>
                  <a:lnTo>
                    <a:pt x="0" y="36789"/>
                  </a:lnTo>
                  <a:lnTo>
                    <a:pt x="100" y="36789"/>
                  </a:lnTo>
                  <a:lnTo>
                    <a:pt x="100" y="6439"/>
                  </a:lnTo>
                  <a:lnTo>
                    <a:pt x="2061" y="4478"/>
                  </a:lnTo>
                  <a:lnTo>
                    <a:pt x="2061" y="338"/>
                  </a:lnTo>
                  <a:lnTo>
                    <a:pt x="2100" y="318"/>
                  </a:lnTo>
                  <a:lnTo>
                    <a:pt x="2140" y="278"/>
                  </a:lnTo>
                  <a:lnTo>
                    <a:pt x="2180" y="239"/>
                  </a:lnTo>
                  <a:lnTo>
                    <a:pt x="2180" y="179"/>
                  </a:lnTo>
                  <a:lnTo>
                    <a:pt x="2160" y="120"/>
                  </a:lnTo>
                  <a:lnTo>
                    <a:pt x="2140" y="60"/>
                  </a:lnTo>
                  <a:lnTo>
                    <a:pt x="2081" y="21"/>
                  </a:lnTo>
                  <a:lnTo>
                    <a:pt x="2021"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26"/>
            <p:cNvSpPr/>
            <p:nvPr/>
          </p:nvSpPr>
          <p:spPr>
            <a:xfrm>
              <a:off x="333700" y="1515050"/>
              <a:ext cx="54500" cy="919750"/>
            </a:xfrm>
            <a:custGeom>
              <a:avLst/>
              <a:gdLst/>
              <a:ahLst/>
              <a:cxnLst/>
              <a:rect l="l" t="t" r="r" b="b"/>
              <a:pathLst>
                <a:path w="2180" h="36790" fill="none" extrusionOk="0">
                  <a:moveTo>
                    <a:pt x="2021" y="1"/>
                  </a:moveTo>
                  <a:lnTo>
                    <a:pt x="2021" y="1"/>
                  </a:lnTo>
                  <a:lnTo>
                    <a:pt x="1942" y="21"/>
                  </a:lnTo>
                  <a:lnTo>
                    <a:pt x="1902" y="60"/>
                  </a:lnTo>
                  <a:lnTo>
                    <a:pt x="1863" y="100"/>
                  </a:lnTo>
                  <a:lnTo>
                    <a:pt x="1843" y="179"/>
                  </a:lnTo>
                  <a:lnTo>
                    <a:pt x="1843" y="179"/>
                  </a:lnTo>
                  <a:lnTo>
                    <a:pt x="1863" y="239"/>
                  </a:lnTo>
                  <a:lnTo>
                    <a:pt x="1882" y="278"/>
                  </a:lnTo>
                  <a:lnTo>
                    <a:pt x="1922" y="318"/>
                  </a:lnTo>
                  <a:lnTo>
                    <a:pt x="1962" y="338"/>
                  </a:lnTo>
                  <a:lnTo>
                    <a:pt x="1962" y="4458"/>
                  </a:lnTo>
                  <a:lnTo>
                    <a:pt x="0" y="6420"/>
                  </a:lnTo>
                  <a:lnTo>
                    <a:pt x="0" y="36789"/>
                  </a:lnTo>
                  <a:lnTo>
                    <a:pt x="100" y="36789"/>
                  </a:lnTo>
                  <a:lnTo>
                    <a:pt x="100" y="6439"/>
                  </a:lnTo>
                  <a:lnTo>
                    <a:pt x="2061" y="4478"/>
                  </a:lnTo>
                  <a:lnTo>
                    <a:pt x="2061" y="338"/>
                  </a:lnTo>
                  <a:lnTo>
                    <a:pt x="2061" y="338"/>
                  </a:lnTo>
                  <a:lnTo>
                    <a:pt x="2100" y="318"/>
                  </a:lnTo>
                  <a:lnTo>
                    <a:pt x="2140" y="278"/>
                  </a:lnTo>
                  <a:lnTo>
                    <a:pt x="2180" y="239"/>
                  </a:lnTo>
                  <a:lnTo>
                    <a:pt x="2180" y="179"/>
                  </a:lnTo>
                  <a:lnTo>
                    <a:pt x="2180" y="179"/>
                  </a:lnTo>
                  <a:lnTo>
                    <a:pt x="2160" y="120"/>
                  </a:lnTo>
                  <a:lnTo>
                    <a:pt x="2140" y="60"/>
                  </a:lnTo>
                  <a:lnTo>
                    <a:pt x="2081" y="21"/>
                  </a:lnTo>
                  <a:lnTo>
                    <a:pt x="2021"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26"/>
            <p:cNvSpPr/>
            <p:nvPr/>
          </p:nvSpPr>
          <p:spPr>
            <a:xfrm>
              <a:off x="238125" y="1088150"/>
              <a:ext cx="76275" cy="1346650"/>
            </a:xfrm>
            <a:custGeom>
              <a:avLst/>
              <a:gdLst/>
              <a:ahLst/>
              <a:cxnLst/>
              <a:rect l="l" t="t" r="r" b="b"/>
              <a:pathLst>
                <a:path w="3051" h="53866" extrusionOk="0">
                  <a:moveTo>
                    <a:pt x="1525" y="0"/>
                  </a:moveTo>
                  <a:lnTo>
                    <a:pt x="1466" y="20"/>
                  </a:lnTo>
                  <a:lnTo>
                    <a:pt x="1407" y="60"/>
                  </a:lnTo>
                  <a:lnTo>
                    <a:pt x="1367" y="119"/>
                  </a:lnTo>
                  <a:lnTo>
                    <a:pt x="1367" y="178"/>
                  </a:lnTo>
                  <a:lnTo>
                    <a:pt x="1367" y="238"/>
                  </a:lnTo>
                  <a:lnTo>
                    <a:pt x="1407" y="277"/>
                  </a:lnTo>
                  <a:lnTo>
                    <a:pt x="1446" y="317"/>
                  </a:lnTo>
                  <a:lnTo>
                    <a:pt x="1506" y="337"/>
                  </a:lnTo>
                  <a:lnTo>
                    <a:pt x="1506" y="19731"/>
                  </a:lnTo>
                  <a:lnTo>
                    <a:pt x="198" y="21039"/>
                  </a:lnTo>
                  <a:lnTo>
                    <a:pt x="198" y="5488"/>
                  </a:lnTo>
                  <a:lnTo>
                    <a:pt x="258" y="5468"/>
                  </a:lnTo>
                  <a:lnTo>
                    <a:pt x="297" y="5428"/>
                  </a:lnTo>
                  <a:lnTo>
                    <a:pt x="317" y="5389"/>
                  </a:lnTo>
                  <a:lnTo>
                    <a:pt x="317" y="5329"/>
                  </a:lnTo>
                  <a:lnTo>
                    <a:pt x="317" y="5270"/>
                  </a:lnTo>
                  <a:lnTo>
                    <a:pt x="277" y="5210"/>
                  </a:lnTo>
                  <a:lnTo>
                    <a:pt x="218" y="5171"/>
                  </a:lnTo>
                  <a:lnTo>
                    <a:pt x="99" y="5171"/>
                  </a:lnTo>
                  <a:lnTo>
                    <a:pt x="40" y="5210"/>
                  </a:lnTo>
                  <a:lnTo>
                    <a:pt x="0" y="5270"/>
                  </a:lnTo>
                  <a:lnTo>
                    <a:pt x="0" y="5329"/>
                  </a:lnTo>
                  <a:lnTo>
                    <a:pt x="0" y="5389"/>
                  </a:lnTo>
                  <a:lnTo>
                    <a:pt x="20" y="5428"/>
                  </a:lnTo>
                  <a:lnTo>
                    <a:pt x="59" y="5468"/>
                  </a:lnTo>
                  <a:lnTo>
                    <a:pt x="119" y="5488"/>
                  </a:lnTo>
                  <a:lnTo>
                    <a:pt x="119" y="33975"/>
                  </a:lnTo>
                  <a:lnTo>
                    <a:pt x="1882" y="35738"/>
                  </a:lnTo>
                  <a:lnTo>
                    <a:pt x="1882" y="53865"/>
                  </a:lnTo>
                  <a:lnTo>
                    <a:pt x="1961" y="53865"/>
                  </a:lnTo>
                  <a:lnTo>
                    <a:pt x="1961" y="35719"/>
                  </a:lnTo>
                  <a:lnTo>
                    <a:pt x="198" y="33936"/>
                  </a:lnTo>
                  <a:lnTo>
                    <a:pt x="198" y="30370"/>
                  </a:lnTo>
                  <a:lnTo>
                    <a:pt x="1466" y="29102"/>
                  </a:lnTo>
                  <a:lnTo>
                    <a:pt x="1506" y="29102"/>
                  </a:lnTo>
                  <a:lnTo>
                    <a:pt x="1545" y="29122"/>
                  </a:lnTo>
                  <a:lnTo>
                    <a:pt x="1624" y="29102"/>
                  </a:lnTo>
                  <a:lnTo>
                    <a:pt x="1664" y="29062"/>
                  </a:lnTo>
                  <a:lnTo>
                    <a:pt x="1704" y="29023"/>
                  </a:lnTo>
                  <a:lnTo>
                    <a:pt x="1724" y="28943"/>
                  </a:lnTo>
                  <a:lnTo>
                    <a:pt x="1704" y="28884"/>
                  </a:lnTo>
                  <a:lnTo>
                    <a:pt x="1664" y="28825"/>
                  </a:lnTo>
                  <a:lnTo>
                    <a:pt x="1624" y="28805"/>
                  </a:lnTo>
                  <a:lnTo>
                    <a:pt x="1545" y="28785"/>
                  </a:lnTo>
                  <a:lnTo>
                    <a:pt x="1486" y="28805"/>
                  </a:lnTo>
                  <a:lnTo>
                    <a:pt x="1426" y="28825"/>
                  </a:lnTo>
                  <a:lnTo>
                    <a:pt x="1407" y="28884"/>
                  </a:lnTo>
                  <a:lnTo>
                    <a:pt x="1387" y="28943"/>
                  </a:lnTo>
                  <a:lnTo>
                    <a:pt x="1387" y="29003"/>
                  </a:lnTo>
                  <a:lnTo>
                    <a:pt x="1407" y="29042"/>
                  </a:lnTo>
                  <a:lnTo>
                    <a:pt x="198" y="30251"/>
                  </a:lnTo>
                  <a:lnTo>
                    <a:pt x="198" y="23119"/>
                  </a:lnTo>
                  <a:lnTo>
                    <a:pt x="2932" y="20385"/>
                  </a:lnTo>
                  <a:lnTo>
                    <a:pt x="2932" y="12481"/>
                  </a:lnTo>
                  <a:lnTo>
                    <a:pt x="2991" y="12461"/>
                  </a:lnTo>
                  <a:lnTo>
                    <a:pt x="3031" y="12421"/>
                  </a:lnTo>
                  <a:lnTo>
                    <a:pt x="3051" y="12382"/>
                  </a:lnTo>
                  <a:lnTo>
                    <a:pt x="3051" y="12322"/>
                  </a:lnTo>
                  <a:lnTo>
                    <a:pt x="3051" y="12263"/>
                  </a:lnTo>
                  <a:lnTo>
                    <a:pt x="3011" y="12203"/>
                  </a:lnTo>
                  <a:lnTo>
                    <a:pt x="2952" y="12164"/>
                  </a:lnTo>
                  <a:lnTo>
                    <a:pt x="2833" y="12164"/>
                  </a:lnTo>
                  <a:lnTo>
                    <a:pt x="2774" y="12203"/>
                  </a:lnTo>
                  <a:lnTo>
                    <a:pt x="2734" y="12263"/>
                  </a:lnTo>
                  <a:lnTo>
                    <a:pt x="2734" y="12322"/>
                  </a:lnTo>
                  <a:lnTo>
                    <a:pt x="2734" y="12382"/>
                  </a:lnTo>
                  <a:lnTo>
                    <a:pt x="2754" y="12421"/>
                  </a:lnTo>
                  <a:lnTo>
                    <a:pt x="2793" y="12461"/>
                  </a:lnTo>
                  <a:lnTo>
                    <a:pt x="2853" y="12481"/>
                  </a:lnTo>
                  <a:lnTo>
                    <a:pt x="2853" y="20346"/>
                  </a:lnTo>
                  <a:lnTo>
                    <a:pt x="198" y="23000"/>
                  </a:lnTo>
                  <a:lnTo>
                    <a:pt x="198" y="21158"/>
                  </a:lnTo>
                  <a:lnTo>
                    <a:pt x="1585" y="19771"/>
                  </a:lnTo>
                  <a:lnTo>
                    <a:pt x="1585" y="337"/>
                  </a:lnTo>
                  <a:lnTo>
                    <a:pt x="1624" y="317"/>
                  </a:lnTo>
                  <a:lnTo>
                    <a:pt x="1664" y="277"/>
                  </a:lnTo>
                  <a:lnTo>
                    <a:pt x="1684" y="238"/>
                  </a:lnTo>
                  <a:lnTo>
                    <a:pt x="1684" y="178"/>
                  </a:lnTo>
                  <a:lnTo>
                    <a:pt x="1684" y="119"/>
                  </a:lnTo>
                  <a:lnTo>
                    <a:pt x="1644" y="60"/>
                  </a:lnTo>
                  <a:lnTo>
                    <a:pt x="1585" y="20"/>
                  </a:lnTo>
                  <a:lnTo>
                    <a:pt x="1525"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26"/>
            <p:cNvSpPr/>
            <p:nvPr/>
          </p:nvSpPr>
          <p:spPr>
            <a:xfrm>
              <a:off x="238125" y="1088150"/>
              <a:ext cx="76275" cy="1346650"/>
            </a:xfrm>
            <a:custGeom>
              <a:avLst/>
              <a:gdLst/>
              <a:ahLst/>
              <a:cxnLst/>
              <a:rect l="l" t="t" r="r" b="b"/>
              <a:pathLst>
                <a:path w="3051" h="53866" fill="none" extrusionOk="0">
                  <a:moveTo>
                    <a:pt x="1525" y="0"/>
                  </a:moveTo>
                  <a:lnTo>
                    <a:pt x="1525" y="0"/>
                  </a:lnTo>
                  <a:lnTo>
                    <a:pt x="1466" y="20"/>
                  </a:lnTo>
                  <a:lnTo>
                    <a:pt x="1407" y="60"/>
                  </a:lnTo>
                  <a:lnTo>
                    <a:pt x="1367" y="119"/>
                  </a:lnTo>
                  <a:lnTo>
                    <a:pt x="1367" y="178"/>
                  </a:lnTo>
                  <a:lnTo>
                    <a:pt x="1367" y="178"/>
                  </a:lnTo>
                  <a:lnTo>
                    <a:pt x="1367" y="238"/>
                  </a:lnTo>
                  <a:lnTo>
                    <a:pt x="1407" y="277"/>
                  </a:lnTo>
                  <a:lnTo>
                    <a:pt x="1446" y="317"/>
                  </a:lnTo>
                  <a:lnTo>
                    <a:pt x="1506" y="337"/>
                  </a:lnTo>
                  <a:lnTo>
                    <a:pt x="1506" y="19731"/>
                  </a:lnTo>
                  <a:lnTo>
                    <a:pt x="198" y="21039"/>
                  </a:lnTo>
                  <a:lnTo>
                    <a:pt x="198" y="5488"/>
                  </a:lnTo>
                  <a:lnTo>
                    <a:pt x="198" y="5488"/>
                  </a:lnTo>
                  <a:lnTo>
                    <a:pt x="258" y="5468"/>
                  </a:lnTo>
                  <a:lnTo>
                    <a:pt x="297" y="5428"/>
                  </a:lnTo>
                  <a:lnTo>
                    <a:pt x="317" y="5389"/>
                  </a:lnTo>
                  <a:lnTo>
                    <a:pt x="317" y="5329"/>
                  </a:lnTo>
                  <a:lnTo>
                    <a:pt x="317" y="5329"/>
                  </a:lnTo>
                  <a:lnTo>
                    <a:pt x="317" y="5270"/>
                  </a:lnTo>
                  <a:lnTo>
                    <a:pt x="277" y="5210"/>
                  </a:lnTo>
                  <a:lnTo>
                    <a:pt x="218" y="5171"/>
                  </a:lnTo>
                  <a:lnTo>
                    <a:pt x="158" y="5171"/>
                  </a:lnTo>
                  <a:lnTo>
                    <a:pt x="158" y="5171"/>
                  </a:lnTo>
                  <a:lnTo>
                    <a:pt x="99" y="5171"/>
                  </a:lnTo>
                  <a:lnTo>
                    <a:pt x="40" y="5210"/>
                  </a:lnTo>
                  <a:lnTo>
                    <a:pt x="0" y="5270"/>
                  </a:lnTo>
                  <a:lnTo>
                    <a:pt x="0" y="5329"/>
                  </a:lnTo>
                  <a:lnTo>
                    <a:pt x="0" y="5329"/>
                  </a:lnTo>
                  <a:lnTo>
                    <a:pt x="0" y="5389"/>
                  </a:lnTo>
                  <a:lnTo>
                    <a:pt x="20" y="5428"/>
                  </a:lnTo>
                  <a:lnTo>
                    <a:pt x="59" y="5468"/>
                  </a:lnTo>
                  <a:lnTo>
                    <a:pt x="119" y="5488"/>
                  </a:lnTo>
                  <a:lnTo>
                    <a:pt x="119" y="33975"/>
                  </a:lnTo>
                  <a:lnTo>
                    <a:pt x="1882" y="35738"/>
                  </a:lnTo>
                  <a:lnTo>
                    <a:pt x="1882" y="53865"/>
                  </a:lnTo>
                  <a:lnTo>
                    <a:pt x="1961" y="53865"/>
                  </a:lnTo>
                  <a:lnTo>
                    <a:pt x="1961" y="35719"/>
                  </a:lnTo>
                  <a:lnTo>
                    <a:pt x="198" y="33936"/>
                  </a:lnTo>
                  <a:lnTo>
                    <a:pt x="198" y="30370"/>
                  </a:lnTo>
                  <a:lnTo>
                    <a:pt x="1466" y="29102"/>
                  </a:lnTo>
                  <a:lnTo>
                    <a:pt x="1466" y="29102"/>
                  </a:lnTo>
                  <a:lnTo>
                    <a:pt x="1506" y="29102"/>
                  </a:lnTo>
                  <a:lnTo>
                    <a:pt x="1545" y="29122"/>
                  </a:lnTo>
                  <a:lnTo>
                    <a:pt x="1545" y="29122"/>
                  </a:lnTo>
                  <a:lnTo>
                    <a:pt x="1624" y="29102"/>
                  </a:lnTo>
                  <a:lnTo>
                    <a:pt x="1664" y="29062"/>
                  </a:lnTo>
                  <a:lnTo>
                    <a:pt x="1704" y="29023"/>
                  </a:lnTo>
                  <a:lnTo>
                    <a:pt x="1724" y="28943"/>
                  </a:lnTo>
                  <a:lnTo>
                    <a:pt x="1724" y="28943"/>
                  </a:lnTo>
                  <a:lnTo>
                    <a:pt x="1704" y="28884"/>
                  </a:lnTo>
                  <a:lnTo>
                    <a:pt x="1664" y="28825"/>
                  </a:lnTo>
                  <a:lnTo>
                    <a:pt x="1624" y="28805"/>
                  </a:lnTo>
                  <a:lnTo>
                    <a:pt x="1545" y="28785"/>
                  </a:lnTo>
                  <a:lnTo>
                    <a:pt x="1545" y="28785"/>
                  </a:lnTo>
                  <a:lnTo>
                    <a:pt x="1486" y="28805"/>
                  </a:lnTo>
                  <a:lnTo>
                    <a:pt x="1426" y="28825"/>
                  </a:lnTo>
                  <a:lnTo>
                    <a:pt x="1407" y="28884"/>
                  </a:lnTo>
                  <a:lnTo>
                    <a:pt x="1387" y="28943"/>
                  </a:lnTo>
                  <a:lnTo>
                    <a:pt x="1387" y="28943"/>
                  </a:lnTo>
                  <a:lnTo>
                    <a:pt x="1387" y="29003"/>
                  </a:lnTo>
                  <a:lnTo>
                    <a:pt x="1407" y="29042"/>
                  </a:lnTo>
                  <a:lnTo>
                    <a:pt x="198" y="30251"/>
                  </a:lnTo>
                  <a:lnTo>
                    <a:pt x="198" y="23119"/>
                  </a:lnTo>
                  <a:lnTo>
                    <a:pt x="2932" y="20385"/>
                  </a:lnTo>
                  <a:lnTo>
                    <a:pt x="2932" y="12481"/>
                  </a:lnTo>
                  <a:lnTo>
                    <a:pt x="2932" y="12481"/>
                  </a:lnTo>
                  <a:lnTo>
                    <a:pt x="2991" y="12461"/>
                  </a:lnTo>
                  <a:lnTo>
                    <a:pt x="3031" y="12421"/>
                  </a:lnTo>
                  <a:lnTo>
                    <a:pt x="3051" y="12382"/>
                  </a:lnTo>
                  <a:lnTo>
                    <a:pt x="3051" y="12322"/>
                  </a:lnTo>
                  <a:lnTo>
                    <a:pt x="3051" y="12322"/>
                  </a:lnTo>
                  <a:lnTo>
                    <a:pt x="3051" y="12263"/>
                  </a:lnTo>
                  <a:lnTo>
                    <a:pt x="3011" y="12203"/>
                  </a:lnTo>
                  <a:lnTo>
                    <a:pt x="2952" y="12164"/>
                  </a:lnTo>
                  <a:lnTo>
                    <a:pt x="2892" y="12164"/>
                  </a:lnTo>
                  <a:lnTo>
                    <a:pt x="2892" y="12164"/>
                  </a:lnTo>
                  <a:lnTo>
                    <a:pt x="2892" y="12164"/>
                  </a:lnTo>
                  <a:lnTo>
                    <a:pt x="2892" y="12164"/>
                  </a:lnTo>
                  <a:lnTo>
                    <a:pt x="2833" y="12164"/>
                  </a:lnTo>
                  <a:lnTo>
                    <a:pt x="2774" y="12203"/>
                  </a:lnTo>
                  <a:lnTo>
                    <a:pt x="2734" y="12263"/>
                  </a:lnTo>
                  <a:lnTo>
                    <a:pt x="2734" y="12322"/>
                  </a:lnTo>
                  <a:lnTo>
                    <a:pt x="2734" y="12322"/>
                  </a:lnTo>
                  <a:lnTo>
                    <a:pt x="2734" y="12382"/>
                  </a:lnTo>
                  <a:lnTo>
                    <a:pt x="2754" y="12421"/>
                  </a:lnTo>
                  <a:lnTo>
                    <a:pt x="2793" y="12461"/>
                  </a:lnTo>
                  <a:lnTo>
                    <a:pt x="2853" y="12481"/>
                  </a:lnTo>
                  <a:lnTo>
                    <a:pt x="2853" y="20346"/>
                  </a:lnTo>
                  <a:lnTo>
                    <a:pt x="198" y="23000"/>
                  </a:lnTo>
                  <a:lnTo>
                    <a:pt x="198" y="21158"/>
                  </a:lnTo>
                  <a:lnTo>
                    <a:pt x="1585" y="19771"/>
                  </a:lnTo>
                  <a:lnTo>
                    <a:pt x="1585" y="337"/>
                  </a:lnTo>
                  <a:lnTo>
                    <a:pt x="1585" y="337"/>
                  </a:lnTo>
                  <a:lnTo>
                    <a:pt x="1624" y="317"/>
                  </a:lnTo>
                  <a:lnTo>
                    <a:pt x="1664" y="277"/>
                  </a:lnTo>
                  <a:lnTo>
                    <a:pt x="1684" y="238"/>
                  </a:lnTo>
                  <a:lnTo>
                    <a:pt x="1684" y="178"/>
                  </a:lnTo>
                  <a:lnTo>
                    <a:pt x="1684" y="178"/>
                  </a:lnTo>
                  <a:lnTo>
                    <a:pt x="1684" y="119"/>
                  </a:lnTo>
                  <a:lnTo>
                    <a:pt x="1644" y="60"/>
                  </a:lnTo>
                  <a:lnTo>
                    <a:pt x="1585" y="20"/>
                  </a:lnTo>
                  <a:lnTo>
                    <a:pt x="1525"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26"/>
            <p:cNvSpPr/>
            <p:nvPr/>
          </p:nvSpPr>
          <p:spPr>
            <a:xfrm>
              <a:off x="979525" y="1078725"/>
              <a:ext cx="54025" cy="1356075"/>
            </a:xfrm>
            <a:custGeom>
              <a:avLst/>
              <a:gdLst/>
              <a:ahLst/>
              <a:cxnLst/>
              <a:rect l="l" t="t" r="r" b="b"/>
              <a:pathLst>
                <a:path w="2161" h="54243" extrusionOk="0">
                  <a:moveTo>
                    <a:pt x="159" y="1"/>
                  </a:moveTo>
                  <a:lnTo>
                    <a:pt x="100" y="21"/>
                  </a:lnTo>
                  <a:lnTo>
                    <a:pt x="40" y="60"/>
                  </a:lnTo>
                  <a:lnTo>
                    <a:pt x="1" y="120"/>
                  </a:lnTo>
                  <a:lnTo>
                    <a:pt x="1" y="179"/>
                  </a:lnTo>
                  <a:lnTo>
                    <a:pt x="1" y="238"/>
                  </a:lnTo>
                  <a:lnTo>
                    <a:pt x="40" y="278"/>
                  </a:lnTo>
                  <a:lnTo>
                    <a:pt x="80" y="318"/>
                  </a:lnTo>
                  <a:lnTo>
                    <a:pt x="120" y="338"/>
                  </a:lnTo>
                  <a:lnTo>
                    <a:pt x="120" y="12996"/>
                  </a:lnTo>
                  <a:lnTo>
                    <a:pt x="2081" y="14958"/>
                  </a:lnTo>
                  <a:lnTo>
                    <a:pt x="2081" y="54242"/>
                  </a:lnTo>
                  <a:lnTo>
                    <a:pt x="2160" y="54242"/>
                  </a:lnTo>
                  <a:lnTo>
                    <a:pt x="2160" y="14938"/>
                  </a:lnTo>
                  <a:lnTo>
                    <a:pt x="199" y="12977"/>
                  </a:lnTo>
                  <a:lnTo>
                    <a:pt x="199" y="338"/>
                  </a:lnTo>
                  <a:lnTo>
                    <a:pt x="258" y="318"/>
                  </a:lnTo>
                  <a:lnTo>
                    <a:pt x="298" y="278"/>
                  </a:lnTo>
                  <a:lnTo>
                    <a:pt x="318" y="238"/>
                  </a:lnTo>
                  <a:lnTo>
                    <a:pt x="337" y="179"/>
                  </a:lnTo>
                  <a:lnTo>
                    <a:pt x="318" y="120"/>
                  </a:lnTo>
                  <a:lnTo>
                    <a:pt x="278" y="60"/>
                  </a:lnTo>
                  <a:lnTo>
                    <a:pt x="219" y="21"/>
                  </a:lnTo>
                  <a:lnTo>
                    <a:pt x="159"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26"/>
            <p:cNvSpPr/>
            <p:nvPr/>
          </p:nvSpPr>
          <p:spPr>
            <a:xfrm>
              <a:off x="979525" y="1078725"/>
              <a:ext cx="54025" cy="1356075"/>
            </a:xfrm>
            <a:custGeom>
              <a:avLst/>
              <a:gdLst/>
              <a:ahLst/>
              <a:cxnLst/>
              <a:rect l="l" t="t" r="r" b="b"/>
              <a:pathLst>
                <a:path w="2161" h="54243" fill="none" extrusionOk="0">
                  <a:moveTo>
                    <a:pt x="159" y="1"/>
                  </a:moveTo>
                  <a:lnTo>
                    <a:pt x="159" y="1"/>
                  </a:lnTo>
                  <a:lnTo>
                    <a:pt x="100" y="21"/>
                  </a:lnTo>
                  <a:lnTo>
                    <a:pt x="40" y="60"/>
                  </a:lnTo>
                  <a:lnTo>
                    <a:pt x="1" y="120"/>
                  </a:lnTo>
                  <a:lnTo>
                    <a:pt x="1" y="179"/>
                  </a:lnTo>
                  <a:lnTo>
                    <a:pt x="1" y="179"/>
                  </a:lnTo>
                  <a:lnTo>
                    <a:pt x="1" y="238"/>
                  </a:lnTo>
                  <a:lnTo>
                    <a:pt x="40" y="278"/>
                  </a:lnTo>
                  <a:lnTo>
                    <a:pt x="80" y="318"/>
                  </a:lnTo>
                  <a:lnTo>
                    <a:pt x="120" y="338"/>
                  </a:lnTo>
                  <a:lnTo>
                    <a:pt x="120" y="12996"/>
                  </a:lnTo>
                  <a:lnTo>
                    <a:pt x="2081" y="14958"/>
                  </a:lnTo>
                  <a:lnTo>
                    <a:pt x="2081" y="54242"/>
                  </a:lnTo>
                  <a:lnTo>
                    <a:pt x="2160" y="54242"/>
                  </a:lnTo>
                  <a:lnTo>
                    <a:pt x="2160" y="14938"/>
                  </a:lnTo>
                  <a:lnTo>
                    <a:pt x="199" y="12977"/>
                  </a:lnTo>
                  <a:lnTo>
                    <a:pt x="199" y="338"/>
                  </a:lnTo>
                  <a:lnTo>
                    <a:pt x="199" y="338"/>
                  </a:lnTo>
                  <a:lnTo>
                    <a:pt x="258" y="318"/>
                  </a:lnTo>
                  <a:lnTo>
                    <a:pt x="298" y="278"/>
                  </a:lnTo>
                  <a:lnTo>
                    <a:pt x="318" y="238"/>
                  </a:lnTo>
                  <a:lnTo>
                    <a:pt x="337" y="179"/>
                  </a:lnTo>
                  <a:lnTo>
                    <a:pt x="337" y="179"/>
                  </a:lnTo>
                  <a:lnTo>
                    <a:pt x="318" y="120"/>
                  </a:lnTo>
                  <a:lnTo>
                    <a:pt x="278" y="60"/>
                  </a:lnTo>
                  <a:lnTo>
                    <a:pt x="219" y="21"/>
                  </a:lnTo>
                  <a:lnTo>
                    <a:pt x="159"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26"/>
            <p:cNvSpPr/>
            <p:nvPr/>
          </p:nvSpPr>
          <p:spPr>
            <a:xfrm>
              <a:off x="1003800" y="1025750"/>
              <a:ext cx="54500" cy="1409050"/>
            </a:xfrm>
            <a:custGeom>
              <a:avLst/>
              <a:gdLst/>
              <a:ahLst/>
              <a:cxnLst/>
              <a:rect l="l" t="t" r="r" b="b"/>
              <a:pathLst>
                <a:path w="2180" h="56362" extrusionOk="0">
                  <a:moveTo>
                    <a:pt x="179" y="0"/>
                  </a:moveTo>
                  <a:lnTo>
                    <a:pt x="99" y="20"/>
                  </a:lnTo>
                  <a:lnTo>
                    <a:pt x="60" y="59"/>
                  </a:lnTo>
                  <a:lnTo>
                    <a:pt x="20" y="119"/>
                  </a:lnTo>
                  <a:lnTo>
                    <a:pt x="0" y="178"/>
                  </a:lnTo>
                  <a:lnTo>
                    <a:pt x="20" y="238"/>
                  </a:lnTo>
                  <a:lnTo>
                    <a:pt x="40" y="277"/>
                  </a:lnTo>
                  <a:lnTo>
                    <a:pt x="80" y="317"/>
                  </a:lnTo>
                  <a:lnTo>
                    <a:pt x="139" y="337"/>
                  </a:lnTo>
                  <a:lnTo>
                    <a:pt x="139" y="14719"/>
                  </a:lnTo>
                  <a:lnTo>
                    <a:pt x="2100" y="16681"/>
                  </a:lnTo>
                  <a:lnTo>
                    <a:pt x="2100" y="56361"/>
                  </a:lnTo>
                  <a:lnTo>
                    <a:pt x="2180" y="56361"/>
                  </a:lnTo>
                  <a:lnTo>
                    <a:pt x="2180" y="16641"/>
                  </a:lnTo>
                  <a:lnTo>
                    <a:pt x="218" y="14680"/>
                  </a:lnTo>
                  <a:lnTo>
                    <a:pt x="218" y="337"/>
                  </a:lnTo>
                  <a:lnTo>
                    <a:pt x="258" y="317"/>
                  </a:lnTo>
                  <a:lnTo>
                    <a:pt x="298" y="277"/>
                  </a:lnTo>
                  <a:lnTo>
                    <a:pt x="337" y="238"/>
                  </a:lnTo>
                  <a:lnTo>
                    <a:pt x="337" y="178"/>
                  </a:lnTo>
                  <a:lnTo>
                    <a:pt x="337" y="119"/>
                  </a:lnTo>
                  <a:lnTo>
                    <a:pt x="298" y="59"/>
                  </a:lnTo>
                  <a:lnTo>
                    <a:pt x="238" y="20"/>
                  </a:lnTo>
                  <a:lnTo>
                    <a:pt x="179"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26"/>
            <p:cNvSpPr/>
            <p:nvPr/>
          </p:nvSpPr>
          <p:spPr>
            <a:xfrm>
              <a:off x="1003800" y="1025750"/>
              <a:ext cx="54500" cy="1409050"/>
            </a:xfrm>
            <a:custGeom>
              <a:avLst/>
              <a:gdLst/>
              <a:ahLst/>
              <a:cxnLst/>
              <a:rect l="l" t="t" r="r" b="b"/>
              <a:pathLst>
                <a:path w="2180" h="56362" fill="none" extrusionOk="0">
                  <a:moveTo>
                    <a:pt x="179" y="0"/>
                  </a:moveTo>
                  <a:lnTo>
                    <a:pt x="179" y="0"/>
                  </a:lnTo>
                  <a:lnTo>
                    <a:pt x="99" y="20"/>
                  </a:lnTo>
                  <a:lnTo>
                    <a:pt x="60" y="59"/>
                  </a:lnTo>
                  <a:lnTo>
                    <a:pt x="20" y="119"/>
                  </a:lnTo>
                  <a:lnTo>
                    <a:pt x="0" y="178"/>
                  </a:lnTo>
                  <a:lnTo>
                    <a:pt x="0" y="178"/>
                  </a:lnTo>
                  <a:lnTo>
                    <a:pt x="20" y="238"/>
                  </a:lnTo>
                  <a:lnTo>
                    <a:pt x="40" y="277"/>
                  </a:lnTo>
                  <a:lnTo>
                    <a:pt x="80" y="317"/>
                  </a:lnTo>
                  <a:lnTo>
                    <a:pt x="139" y="337"/>
                  </a:lnTo>
                  <a:lnTo>
                    <a:pt x="139" y="14719"/>
                  </a:lnTo>
                  <a:lnTo>
                    <a:pt x="2100" y="16681"/>
                  </a:lnTo>
                  <a:lnTo>
                    <a:pt x="2100" y="56361"/>
                  </a:lnTo>
                  <a:lnTo>
                    <a:pt x="2180" y="56361"/>
                  </a:lnTo>
                  <a:lnTo>
                    <a:pt x="2180" y="16641"/>
                  </a:lnTo>
                  <a:lnTo>
                    <a:pt x="218" y="14680"/>
                  </a:lnTo>
                  <a:lnTo>
                    <a:pt x="218" y="337"/>
                  </a:lnTo>
                  <a:lnTo>
                    <a:pt x="218" y="337"/>
                  </a:lnTo>
                  <a:lnTo>
                    <a:pt x="258" y="317"/>
                  </a:lnTo>
                  <a:lnTo>
                    <a:pt x="298" y="277"/>
                  </a:lnTo>
                  <a:lnTo>
                    <a:pt x="337" y="238"/>
                  </a:lnTo>
                  <a:lnTo>
                    <a:pt x="337" y="178"/>
                  </a:lnTo>
                  <a:lnTo>
                    <a:pt x="337" y="178"/>
                  </a:lnTo>
                  <a:lnTo>
                    <a:pt x="337" y="119"/>
                  </a:lnTo>
                  <a:lnTo>
                    <a:pt x="298" y="59"/>
                  </a:lnTo>
                  <a:lnTo>
                    <a:pt x="238" y="20"/>
                  </a:lnTo>
                  <a:lnTo>
                    <a:pt x="179"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26"/>
            <p:cNvSpPr/>
            <p:nvPr/>
          </p:nvSpPr>
          <p:spPr>
            <a:xfrm>
              <a:off x="428800" y="2022200"/>
              <a:ext cx="8425" cy="412600"/>
            </a:xfrm>
            <a:custGeom>
              <a:avLst/>
              <a:gdLst/>
              <a:ahLst/>
              <a:cxnLst/>
              <a:rect l="l" t="t" r="r" b="b"/>
              <a:pathLst>
                <a:path w="337" h="16504" extrusionOk="0">
                  <a:moveTo>
                    <a:pt x="178" y="1"/>
                  </a:moveTo>
                  <a:lnTo>
                    <a:pt x="99" y="21"/>
                  </a:lnTo>
                  <a:lnTo>
                    <a:pt x="60" y="60"/>
                  </a:lnTo>
                  <a:lnTo>
                    <a:pt x="20" y="100"/>
                  </a:lnTo>
                  <a:lnTo>
                    <a:pt x="0" y="179"/>
                  </a:lnTo>
                  <a:lnTo>
                    <a:pt x="20" y="219"/>
                  </a:lnTo>
                  <a:lnTo>
                    <a:pt x="40" y="278"/>
                  </a:lnTo>
                  <a:lnTo>
                    <a:pt x="79" y="318"/>
                  </a:lnTo>
                  <a:lnTo>
                    <a:pt x="139" y="338"/>
                  </a:lnTo>
                  <a:lnTo>
                    <a:pt x="139" y="16503"/>
                  </a:lnTo>
                  <a:lnTo>
                    <a:pt x="218" y="16503"/>
                  </a:lnTo>
                  <a:lnTo>
                    <a:pt x="218" y="338"/>
                  </a:lnTo>
                  <a:lnTo>
                    <a:pt x="258" y="318"/>
                  </a:lnTo>
                  <a:lnTo>
                    <a:pt x="297" y="278"/>
                  </a:lnTo>
                  <a:lnTo>
                    <a:pt x="337" y="219"/>
                  </a:lnTo>
                  <a:lnTo>
                    <a:pt x="337" y="179"/>
                  </a:lnTo>
                  <a:lnTo>
                    <a:pt x="317" y="100"/>
                  </a:lnTo>
                  <a:lnTo>
                    <a:pt x="297" y="60"/>
                  </a:lnTo>
                  <a:lnTo>
                    <a:pt x="238" y="21"/>
                  </a:lnTo>
                  <a:lnTo>
                    <a:pt x="178"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26"/>
            <p:cNvSpPr/>
            <p:nvPr/>
          </p:nvSpPr>
          <p:spPr>
            <a:xfrm>
              <a:off x="428800" y="2022200"/>
              <a:ext cx="8425" cy="412600"/>
            </a:xfrm>
            <a:custGeom>
              <a:avLst/>
              <a:gdLst/>
              <a:ahLst/>
              <a:cxnLst/>
              <a:rect l="l" t="t" r="r" b="b"/>
              <a:pathLst>
                <a:path w="337" h="16504" fill="none" extrusionOk="0">
                  <a:moveTo>
                    <a:pt x="178" y="1"/>
                  </a:moveTo>
                  <a:lnTo>
                    <a:pt x="178" y="1"/>
                  </a:lnTo>
                  <a:lnTo>
                    <a:pt x="99" y="21"/>
                  </a:lnTo>
                  <a:lnTo>
                    <a:pt x="60" y="60"/>
                  </a:lnTo>
                  <a:lnTo>
                    <a:pt x="20" y="100"/>
                  </a:lnTo>
                  <a:lnTo>
                    <a:pt x="0" y="179"/>
                  </a:lnTo>
                  <a:lnTo>
                    <a:pt x="0" y="179"/>
                  </a:lnTo>
                  <a:lnTo>
                    <a:pt x="20" y="219"/>
                  </a:lnTo>
                  <a:lnTo>
                    <a:pt x="40" y="278"/>
                  </a:lnTo>
                  <a:lnTo>
                    <a:pt x="79" y="318"/>
                  </a:lnTo>
                  <a:lnTo>
                    <a:pt x="139" y="338"/>
                  </a:lnTo>
                  <a:lnTo>
                    <a:pt x="139" y="16503"/>
                  </a:lnTo>
                  <a:lnTo>
                    <a:pt x="218" y="16503"/>
                  </a:lnTo>
                  <a:lnTo>
                    <a:pt x="218" y="338"/>
                  </a:lnTo>
                  <a:lnTo>
                    <a:pt x="218" y="338"/>
                  </a:lnTo>
                  <a:lnTo>
                    <a:pt x="258" y="318"/>
                  </a:lnTo>
                  <a:lnTo>
                    <a:pt x="297" y="278"/>
                  </a:lnTo>
                  <a:lnTo>
                    <a:pt x="337" y="219"/>
                  </a:lnTo>
                  <a:lnTo>
                    <a:pt x="337" y="179"/>
                  </a:lnTo>
                  <a:lnTo>
                    <a:pt x="337" y="179"/>
                  </a:lnTo>
                  <a:lnTo>
                    <a:pt x="317" y="100"/>
                  </a:lnTo>
                  <a:lnTo>
                    <a:pt x="297" y="60"/>
                  </a:lnTo>
                  <a:lnTo>
                    <a:pt x="238" y="21"/>
                  </a:lnTo>
                  <a:lnTo>
                    <a:pt x="178"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26"/>
            <p:cNvSpPr/>
            <p:nvPr/>
          </p:nvSpPr>
          <p:spPr>
            <a:xfrm>
              <a:off x="309425" y="1428400"/>
              <a:ext cx="54500" cy="1006400"/>
            </a:xfrm>
            <a:custGeom>
              <a:avLst/>
              <a:gdLst/>
              <a:ahLst/>
              <a:cxnLst/>
              <a:rect l="l" t="t" r="r" b="b"/>
              <a:pathLst>
                <a:path w="2180" h="40256" extrusionOk="0">
                  <a:moveTo>
                    <a:pt x="1942" y="0"/>
                  </a:moveTo>
                  <a:lnTo>
                    <a:pt x="1883" y="40"/>
                  </a:lnTo>
                  <a:lnTo>
                    <a:pt x="1843" y="99"/>
                  </a:lnTo>
                  <a:lnTo>
                    <a:pt x="1843" y="159"/>
                  </a:lnTo>
                  <a:lnTo>
                    <a:pt x="1843" y="218"/>
                  </a:lnTo>
                  <a:lnTo>
                    <a:pt x="1863" y="258"/>
                  </a:lnTo>
                  <a:lnTo>
                    <a:pt x="1903" y="297"/>
                  </a:lnTo>
                  <a:lnTo>
                    <a:pt x="1962" y="317"/>
                  </a:lnTo>
                  <a:lnTo>
                    <a:pt x="1962" y="7508"/>
                  </a:lnTo>
                  <a:lnTo>
                    <a:pt x="21" y="9469"/>
                  </a:lnTo>
                  <a:lnTo>
                    <a:pt x="40" y="9489"/>
                  </a:lnTo>
                  <a:lnTo>
                    <a:pt x="1" y="9489"/>
                  </a:lnTo>
                  <a:lnTo>
                    <a:pt x="1" y="40255"/>
                  </a:lnTo>
                  <a:lnTo>
                    <a:pt x="80" y="40255"/>
                  </a:lnTo>
                  <a:lnTo>
                    <a:pt x="80" y="9509"/>
                  </a:lnTo>
                  <a:lnTo>
                    <a:pt x="2041" y="7548"/>
                  </a:lnTo>
                  <a:lnTo>
                    <a:pt x="2041" y="317"/>
                  </a:lnTo>
                  <a:lnTo>
                    <a:pt x="2101" y="297"/>
                  </a:lnTo>
                  <a:lnTo>
                    <a:pt x="2140" y="258"/>
                  </a:lnTo>
                  <a:lnTo>
                    <a:pt x="2160" y="218"/>
                  </a:lnTo>
                  <a:lnTo>
                    <a:pt x="2180" y="159"/>
                  </a:lnTo>
                  <a:lnTo>
                    <a:pt x="2160" y="99"/>
                  </a:lnTo>
                  <a:lnTo>
                    <a:pt x="2120" y="40"/>
                  </a:lnTo>
                  <a:lnTo>
                    <a:pt x="2061"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26"/>
            <p:cNvSpPr/>
            <p:nvPr/>
          </p:nvSpPr>
          <p:spPr>
            <a:xfrm>
              <a:off x="309425" y="1428400"/>
              <a:ext cx="54500" cy="1006400"/>
            </a:xfrm>
            <a:custGeom>
              <a:avLst/>
              <a:gdLst/>
              <a:ahLst/>
              <a:cxnLst/>
              <a:rect l="l" t="t" r="r" b="b"/>
              <a:pathLst>
                <a:path w="2180" h="40256" fill="none" extrusionOk="0">
                  <a:moveTo>
                    <a:pt x="2002" y="0"/>
                  </a:moveTo>
                  <a:lnTo>
                    <a:pt x="2002" y="0"/>
                  </a:lnTo>
                  <a:lnTo>
                    <a:pt x="2002" y="0"/>
                  </a:lnTo>
                  <a:lnTo>
                    <a:pt x="2002" y="0"/>
                  </a:lnTo>
                  <a:lnTo>
                    <a:pt x="1942" y="0"/>
                  </a:lnTo>
                  <a:lnTo>
                    <a:pt x="1883" y="40"/>
                  </a:lnTo>
                  <a:lnTo>
                    <a:pt x="1843" y="99"/>
                  </a:lnTo>
                  <a:lnTo>
                    <a:pt x="1843" y="159"/>
                  </a:lnTo>
                  <a:lnTo>
                    <a:pt x="1843" y="159"/>
                  </a:lnTo>
                  <a:lnTo>
                    <a:pt x="1843" y="218"/>
                  </a:lnTo>
                  <a:lnTo>
                    <a:pt x="1863" y="258"/>
                  </a:lnTo>
                  <a:lnTo>
                    <a:pt x="1903" y="297"/>
                  </a:lnTo>
                  <a:lnTo>
                    <a:pt x="1962" y="317"/>
                  </a:lnTo>
                  <a:lnTo>
                    <a:pt x="1962" y="7508"/>
                  </a:lnTo>
                  <a:lnTo>
                    <a:pt x="21" y="9469"/>
                  </a:lnTo>
                  <a:lnTo>
                    <a:pt x="40" y="9489"/>
                  </a:lnTo>
                  <a:lnTo>
                    <a:pt x="1" y="9489"/>
                  </a:lnTo>
                  <a:lnTo>
                    <a:pt x="1" y="40255"/>
                  </a:lnTo>
                  <a:lnTo>
                    <a:pt x="80" y="40255"/>
                  </a:lnTo>
                  <a:lnTo>
                    <a:pt x="80" y="9509"/>
                  </a:lnTo>
                  <a:lnTo>
                    <a:pt x="2041" y="7548"/>
                  </a:lnTo>
                  <a:lnTo>
                    <a:pt x="2041" y="317"/>
                  </a:lnTo>
                  <a:lnTo>
                    <a:pt x="2041" y="317"/>
                  </a:lnTo>
                  <a:lnTo>
                    <a:pt x="2101" y="297"/>
                  </a:lnTo>
                  <a:lnTo>
                    <a:pt x="2140" y="258"/>
                  </a:lnTo>
                  <a:lnTo>
                    <a:pt x="2160" y="218"/>
                  </a:lnTo>
                  <a:lnTo>
                    <a:pt x="2180" y="159"/>
                  </a:lnTo>
                  <a:lnTo>
                    <a:pt x="2180" y="159"/>
                  </a:lnTo>
                  <a:lnTo>
                    <a:pt x="2160" y="99"/>
                  </a:lnTo>
                  <a:lnTo>
                    <a:pt x="2120" y="40"/>
                  </a:lnTo>
                  <a:lnTo>
                    <a:pt x="2061" y="0"/>
                  </a:lnTo>
                  <a:lnTo>
                    <a:pt x="2002"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26"/>
            <p:cNvSpPr/>
            <p:nvPr/>
          </p:nvSpPr>
          <p:spPr>
            <a:xfrm>
              <a:off x="404525" y="1687900"/>
              <a:ext cx="119875" cy="746900"/>
            </a:xfrm>
            <a:custGeom>
              <a:avLst/>
              <a:gdLst/>
              <a:ahLst/>
              <a:cxnLst/>
              <a:rect l="l" t="t" r="r" b="b"/>
              <a:pathLst>
                <a:path w="4795" h="29876" extrusionOk="0">
                  <a:moveTo>
                    <a:pt x="4636" y="1"/>
                  </a:moveTo>
                  <a:lnTo>
                    <a:pt x="4577" y="21"/>
                  </a:lnTo>
                  <a:lnTo>
                    <a:pt x="4517" y="60"/>
                  </a:lnTo>
                  <a:lnTo>
                    <a:pt x="4478" y="120"/>
                  </a:lnTo>
                  <a:lnTo>
                    <a:pt x="4478" y="179"/>
                  </a:lnTo>
                  <a:lnTo>
                    <a:pt x="4478" y="239"/>
                  </a:lnTo>
                  <a:lnTo>
                    <a:pt x="4497" y="278"/>
                  </a:lnTo>
                  <a:lnTo>
                    <a:pt x="4537" y="318"/>
                  </a:lnTo>
                  <a:lnTo>
                    <a:pt x="4596" y="338"/>
                  </a:lnTo>
                  <a:lnTo>
                    <a:pt x="4596" y="6736"/>
                  </a:lnTo>
                  <a:lnTo>
                    <a:pt x="199" y="11115"/>
                  </a:lnTo>
                  <a:lnTo>
                    <a:pt x="199" y="5825"/>
                  </a:lnTo>
                  <a:lnTo>
                    <a:pt x="258" y="5805"/>
                  </a:lnTo>
                  <a:lnTo>
                    <a:pt x="298" y="5766"/>
                  </a:lnTo>
                  <a:lnTo>
                    <a:pt x="317" y="5706"/>
                  </a:lnTo>
                  <a:lnTo>
                    <a:pt x="337" y="5667"/>
                  </a:lnTo>
                  <a:lnTo>
                    <a:pt x="317" y="5587"/>
                  </a:lnTo>
                  <a:lnTo>
                    <a:pt x="278" y="5548"/>
                  </a:lnTo>
                  <a:lnTo>
                    <a:pt x="218" y="5508"/>
                  </a:lnTo>
                  <a:lnTo>
                    <a:pt x="159" y="5488"/>
                  </a:lnTo>
                  <a:lnTo>
                    <a:pt x="99" y="5508"/>
                  </a:lnTo>
                  <a:lnTo>
                    <a:pt x="40" y="5548"/>
                  </a:lnTo>
                  <a:lnTo>
                    <a:pt x="0" y="5587"/>
                  </a:lnTo>
                  <a:lnTo>
                    <a:pt x="0" y="5667"/>
                  </a:lnTo>
                  <a:lnTo>
                    <a:pt x="0" y="5706"/>
                  </a:lnTo>
                  <a:lnTo>
                    <a:pt x="20" y="5766"/>
                  </a:lnTo>
                  <a:lnTo>
                    <a:pt x="60" y="5805"/>
                  </a:lnTo>
                  <a:lnTo>
                    <a:pt x="119" y="5825"/>
                  </a:lnTo>
                  <a:lnTo>
                    <a:pt x="119" y="29875"/>
                  </a:lnTo>
                  <a:lnTo>
                    <a:pt x="199" y="29875"/>
                  </a:lnTo>
                  <a:lnTo>
                    <a:pt x="199" y="11233"/>
                  </a:lnTo>
                  <a:lnTo>
                    <a:pt x="4676" y="6756"/>
                  </a:lnTo>
                  <a:lnTo>
                    <a:pt x="4676" y="338"/>
                  </a:lnTo>
                  <a:lnTo>
                    <a:pt x="4735" y="318"/>
                  </a:lnTo>
                  <a:lnTo>
                    <a:pt x="4775" y="278"/>
                  </a:lnTo>
                  <a:lnTo>
                    <a:pt x="4795" y="239"/>
                  </a:lnTo>
                  <a:lnTo>
                    <a:pt x="4795" y="179"/>
                  </a:lnTo>
                  <a:lnTo>
                    <a:pt x="4795" y="120"/>
                  </a:lnTo>
                  <a:lnTo>
                    <a:pt x="4755" y="60"/>
                  </a:lnTo>
                  <a:lnTo>
                    <a:pt x="4696" y="21"/>
                  </a:lnTo>
                  <a:lnTo>
                    <a:pt x="4636"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26"/>
            <p:cNvSpPr/>
            <p:nvPr/>
          </p:nvSpPr>
          <p:spPr>
            <a:xfrm>
              <a:off x="404525" y="1687900"/>
              <a:ext cx="119875" cy="746900"/>
            </a:xfrm>
            <a:custGeom>
              <a:avLst/>
              <a:gdLst/>
              <a:ahLst/>
              <a:cxnLst/>
              <a:rect l="l" t="t" r="r" b="b"/>
              <a:pathLst>
                <a:path w="4795" h="29876" fill="none" extrusionOk="0">
                  <a:moveTo>
                    <a:pt x="4636" y="1"/>
                  </a:moveTo>
                  <a:lnTo>
                    <a:pt x="4636" y="1"/>
                  </a:lnTo>
                  <a:lnTo>
                    <a:pt x="4577" y="21"/>
                  </a:lnTo>
                  <a:lnTo>
                    <a:pt x="4517" y="60"/>
                  </a:lnTo>
                  <a:lnTo>
                    <a:pt x="4478" y="120"/>
                  </a:lnTo>
                  <a:lnTo>
                    <a:pt x="4478" y="179"/>
                  </a:lnTo>
                  <a:lnTo>
                    <a:pt x="4478" y="179"/>
                  </a:lnTo>
                  <a:lnTo>
                    <a:pt x="4478" y="239"/>
                  </a:lnTo>
                  <a:lnTo>
                    <a:pt x="4497" y="278"/>
                  </a:lnTo>
                  <a:lnTo>
                    <a:pt x="4537" y="318"/>
                  </a:lnTo>
                  <a:lnTo>
                    <a:pt x="4596" y="338"/>
                  </a:lnTo>
                  <a:lnTo>
                    <a:pt x="4596" y="6736"/>
                  </a:lnTo>
                  <a:lnTo>
                    <a:pt x="199" y="11115"/>
                  </a:lnTo>
                  <a:lnTo>
                    <a:pt x="199" y="5825"/>
                  </a:lnTo>
                  <a:lnTo>
                    <a:pt x="199" y="5825"/>
                  </a:lnTo>
                  <a:lnTo>
                    <a:pt x="258" y="5805"/>
                  </a:lnTo>
                  <a:lnTo>
                    <a:pt x="298" y="5766"/>
                  </a:lnTo>
                  <a:lnTo>
                    <a:pt x="317" y="5706"/>
                  </a:lnTo>
                  <a:lnTo>
                    <a:pt x="337" y="5667"/>
                  </a:lnTo>
                  <a:lnTo>
                    <a:pt x="337" y="5667"/>
                  </a:lnTo>
                  <a:lnTo>
                    <a:pt x="317" y="5587"/>
                  </a:lnTo>
                  <a:lnTo>
                    <a:pt x="278" y="5548"/>
                  </a:lnTo>
                  <a:lnTo>
                    <a:pt x="218" y="5508"/>
                  </a:lnTo>
                  <a:lnTo>
                    <a:pt x="159" y="5488"/>
                  </a:lnTo>
                  <a:lnTo>
                    <a:pt x="159" y="5488"/>
                  </a:lnTo>
                  <a:lnTo>
                    <a:pt x="159" y="5488"/>
                  </a:lnTo>
                  <a:lnTo>
                    <a:pt x="159" y="5488"/>
                  </a:lnTo>
                  <a:lnTo>
                    <a:pt x="99" y="5508"/>
                  </a:lnTo>
                  <a:lnTo>
                    <a:pt x="40" y="5548"/>
                  </a:lnTo>
                  <a:lnTo>
                    <a:pt x="0" y="5587"/>
                  </a:lnTo>
                  <a:lnTo>
                    <a:pt x="0" y="5667"/>
                  </a:lnTo>
                  <a:lnTo>
                    <a:pt x="0" y="5667"/>
                  </a:lnTo>
                  <a:lnTo>
                    <a:pt x="0" y="5706"/>
                  </a:lnTo>
                  <a:lnTo>
                    <a:pt x="20" y="5766"/>
                  </a:lnTo>
                  <a:lnTo>
                    <a:pt x="60" y="5805"/>
                  </a:lnTo>
                  <a:lnTo>
                    <a:pt x="119" y="5825"/>
                  </a:lnTo>
                  <a:lnTo>
                    <a:pt x="119" y="29875"/>
                  </a:lnTo>
                  <a:lnTo>
                    <a:pt x="199" y="29875"/>
                  </a:lnTo>
                  <a:lnTo>
                    <a:pt x="199" y="11233"/>
                  </a:lnTo>
                  <a:lnTo>
                    <a:pt x="4676" y="6756"/>
                  </a:lnTo>
                  <a:lnTo>
                    <a:pt x="4676" y="338"/>
                  </a:lnTo>
                  <a:lnTo>
                    <a:pt x="4676" y="338"/>
                  </a:lnTo>
                  <a:lnTo>
                    <a:pt x="4735" y="318"/>
                  </a:lnTo>
                  <a:lnTo>
                    <a:pt x="4775" y="278"/>
                  </a:lnTo>
                  <a:lnTo>
                    <a:pt x="4795" y="239"/>
                  </a:lnTo>
                  <a:lnTo>
                    <a:pt x="4795" y="179"/>
                  </a:lnTo>
                  <a:lnTo>
                    <a:pt x="4795" y="179"/>
                  </a:lnTo>
                  <a:lnTo>
                    <a:pt x="4795" y="120"/>
                  </a:lnTo>
                  <a:lnTo>
                    <a:pt x="4755" y="60"/>
                  </a:lnTo>
                  <a:lnTo>
                    <a:pt x="4696" y="21"/>
                  </a:lnTo>
                  <a:lnTo>
                    <a:pt x="4636"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26"/>
            <p:cNvSpPr/>
            <p:nvPr/>
          </p:nvSpPr>
          <p:spPr>
            <a:xfrm>
              <a:off x="434250" y="1977150"/>
              <a:ext cx="55975" cy="457650"/>
            </a:xfrm>
            <a:custGeom>
              <a:avLst/>
              <a:gdLst/>
              <a:ahLst/>
              <a:cxnLst/>
              <a:rect l="l" t="t" r="r" b="b"/>
              <a:pathLst>
                <a:path w="2239" h="18306" extrusionOk="0">
                  <a:moveTo>
                    <a:pt x="178" y="0"/>
                  </a:moveTo>
                  <a:lnTo>
                    <a:pt x="99" y="20"/>
                  </a:lnTo>
                  <a:lnTo>
                    <a:pt x="59" y="60"/>
                  </a:lnTo>
                  <a:lnTo>
                    <a:pt x="20" y="99"/>
                  </a:lnTo>
                  <a:lnTo>
                    <a:pt x="0" y="178"/>
                  </a:lnTo>
                  <a:lnTo>
                    <a:pt x="20" y="238"/>
                  </a:lnTo>
                  <a:lnTo>
                    <a:pt x="59" y="297"/>
                  </a:lnTo>
                  <a:lnTo>
                    <a:pt x="99" y="317"/>
                  </a:lnTo>
                  <a:lnTo>
                    <a:pt x="178" y="337"/>
                  </a:lnTo>
                  <a:lnTo>
                    <a:pt x="218" y="337"/>
                  </a:lnTo>
                  <a:lnTo>
                    <a:pt x="258" y="317"/>
                  </a:lnTo>
                  <a:lnTo>
                    <a:pt x="2140" y="2199"/>
                  </a:lnTo>
                  <a:lnTo>
                    <a:pt x="2140" y="18305"/>
                  </a:lnTo>
                  <a:lnTo>
                    <a:pt x="2239" y="18305"/>
                  </a:lnTo>
                  <a:lnTo>
                    <a:pt x="2239" y="2179"/>
                  </a:lnTo>
                  <a:lnTo>
                    <a:pt x="317" y="258"/>
                  </a:lnTo>
                  <a:lnTo>
                    <a:pt x="337" y="218"/>
                  </a:lnTo>
                  <a:lnTo>
                    <a:pt x="337" y="178"/>
                  </a:lnTo>
                  <a:lnTo>
                    <a:pt x="317" y="99"/>
                  </a:lnTo>
                  <a:lnTo>
                    <a:pt x="297" y="60"/>
                  </a:lnTo>
                  <a:lnTo>
                    <a:pt x="238" y="20"/>
                  </a:lnTo>
                  <a:lnTo>
                    <a:pt x="178"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26"/>
            <p:cNvSpPr/>
            <p:nvPr/>
          </p:nvSpPr>
          <p:spPr>
            <a:xfrm>
              <a:off x="434250" y="1977150"/>
              <a:ext cx="55975" cy="457650"/>
            </a:xfrm>
            <a:custGeom>
              <a:avLst/>
              <a:gdLst/>
              <a:ahLst/>
              <a:cxnLst/>
              <a:rect l="l" t="t" r="r" b="b"/>
              <a:pathLst>
                <a:path w="2239" h="18306" fill="none" extrusionOk="0">
                  <a:moveTo>
                    <a:pt x="178" y="0"/>
                  </a:moveTo>
                  <a:lnTo>
                    <a:pt x="178" y="0"/>
                  </a:lnTo>
                  <a:lnTo>
                    <a:pt x="178" y="0"/>
                  </a:lnTo>
                  <a:lnTo>
                    <a:pt x="178" y="0"/>
                  </a:lnTo>
                  <a:lnTo>
                    <a:pt x="99" y="20"/>
                  </a:lnTo>
                  <a:lnTo>
                    <a:pt x="59" y="60"/>
                  </a:lnTo>
                  <a:lnTo>
                    <a:pt x="20" y="99"/>
                  </a:lnTo>
                  <a:lnTo>
                    <a:pt x="0" y="178"/>
                  </a:lnTo>
                  <a:lnTo>
                    <a:pt x="0" y="178"/>
                  </a:lnTo>
                  <a:lnTo>
                    <a:pt x="20" y="238"/>
                  </a:lnTo>
                  <a:lnTo>
                    <a:pt x="59" y="297"/>
                  </a:lnTo>
                  <a:lnTo>
                    <a:pt x="99" y="317"/>
                  </a:lnTo>
                  <a:lnTo>
                    <a:pt x="178" y="337"/>
                  </a:lnTo>
                  <a:lnTo>
                    <a:pt x="178" y="337"/>
                  </a:lnTo>
                  <a:lnTo>
                    <a:pt x="218" y="337"/>
                  </a:lnTo>
                  <a:lnTo>
                    <a:pt x="258" y="317"/>
                  </a:lnTo>
                  <a:lnTo>
                    <a:pt x="2140" y="2199"/>
                  </a:lnTo>
                  <a:lnTo>
                    <a:pt x="2140" y="18305"/>
                  </a:lnTo>
                  <a:lnTo>
                    <a:pt x="2239" y="18305"/>
                  </a:lnTo>
                  <a:lnTo>
                    <a:pt x="2239" y="2179"/>
                  </a:lnTo>
                  <a:lnTo>
                    <a:pt x="317" y="258"/>
                  </a:lnTo>
                  <a:lnTo>
                    <a:pt x="317" y="258"/>
                  </a:lnTo>
                  <a:lnTo>
                    <a:pt x="337" y="218"/>
                  </a:lnTo>
                  <a:lnTo>
                    <a:pt x="337" y="178"/>
                  </a:lnTo>
                  <a:lnTo>
                    <a:pt x="337" y="178"/>
                  </a:lnTo>
                  <a:lnTo>
                    <a:pt x="317" y="99"/>
                  </a:lnTo>
                  <a:lnTo>
                    <a:pt x="297" y="60"/>
                  </a:lnTo>
                  <a:lnTo>
                    <a:pt x="238" y="20"/>
                  </a:lnTo>
                  <a:lnTo>
                    <a:pt x="178"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26"/>
            <p:cNvSpPr/>
            <p:nvPr/>
          </p:nvSpPr>
          <p:spPr>
            <a:xfrm>
              <a:off x="891875" y="1444725"/>
              <a:ext cx="120375" cy="990075"/>
            </a:xfrm>
            <a:custGeom>
              <a:avLst/>
              <a:gdLst/>
              <a:ahLst/>
              <a:cxnLst/>
              <a:rect l="l" t="t" r="r" b="b"/>
              <a:pathLst>
                <a:path w="4815" h="39603" extrusionOk="0">
                  <a:moveTo>
                    <a:pt x="178" y="1"/>
                  </a:moveTo>
                  <a:lnTo>
                    <a:pt x="119" y="21"/>
                  </a:lnTo>
                  <a:lnTo>
                    <a:pt x="60" y="60"/>
                  </a:lnTo>
                  <a:lnTo>
                    <a:pt x="20" y="100"/>
                  </a:lnTo>
                  <a:lnTo>
                    <a:pt x="0" y="179"/>
                  </a:lnTo>
                  <a:lnTo>
                    <a:pt x="20" y="219"/>
                  </a:lnTo>
                  <a:lnTo>
                    <a:pt x="40" y="278"/>
                  </a:lnTo>
                  <a:lnTo>
                    <a:pt x="79" y="318"/>
                  </a:lnTo>
                  <a:lnTo>
                    <a:pt x="139" y="338"/>
                  </a:lnTo>
                  <a:lnTo>
                    <a:pt x="139" y="6756"/>
                  </a:lnTo>
                  <a:lnTo>
                    <a:pt x="4616" y="11233"/>
                  </a:lnTo>
                  <a:lnTo>
                    <a:pt x="4616" y="39602"/>
                  </a:lnTo>
                  <a:lnTo>
                    <a:pt x="4695" y="39602"/>
                  </a:lnTo>
                  <a:lnTo>
                    <a:pt x="4695" y="5805"/>
                  </a:lnTo>
                  <a:lnTo>
                    <a:pt x="4735" y="5785"/>
                  </a:lnTo>
                  <a:lnTo>
                    <a:pt x="4775" y="5766"/>
                  </a:lnTo>
                  <a:lnTo>
                    <a:pt x="4814" y="5706"/>
                  </a:lnTo>
                  <a:lnTo>
                    <a:pt x="4814" y="5647"/>
                  </a:lnTo>
                  <a:lnTo>
                    <a:pt x="4814" y="5587"/>
                  </a:lnTo>
                  <a:lnTo>
                    <a:pt x="4775" y="5528"/>
                  </a:lnTo>
                  <a:lnTo>
                    <a:pt x="4715" y="5508"/>
                  </a:lnTo>
                  <a:lnTo>
                    <a:pt x="4656" y="5488"/>
                  </a:lnTo>
                  <a:lnTo>
                    <a:pt x="4576" y="5508"/>
                  </a:lnTo>
                  <a:lnTo>
                    <a:pt x="4537" y="5528"/>
                  </a:lnTo>
                  <a:lnTo>
                    <a:pt x="4497" y="5587"/>
                  </a:lnTo>
                  <a:lnTo>
                    <a:pt x="4477" y="5647"/>
                  </a:lnTo>
                  <a:lnTo>
                    <a:pt x="4497" y="5706"/>
                  </a:lnTo>
                  <a:lnTo>
                    <a:pt x="4517" y="5766"/>
                  </a:lnTo>
                  <a:lnTo>
                    <a:pt x="4557" y="5785"/>
                  </a:lnTo>
                  <a:lnTo>
                    <a:pt x="4616" y="5805"/>
                  </a:lnTo>
                  <a:lnTo>
                    <a:pt x="4616" y="11115"/>
                  </a:lnTo>
                  <a:lnTo>
                    <a:pt x="218" y="6717"/>
                  </a:lnTo>
                  <a:lnTo>
                    <a:pt x="218" y="338"/>
                  </a:lnTo>
                  <a:lnTo>
                    <a:pt x="258" y="318"/>
                  </a:lnTo>
                  <a:lnTo>
                    <a:pt x="297" y="278"/>
                  </a:lnTo>
                  <a:lnTo>
                    <a:pt x="337" y="219"/>
                  </a:lnTo>
                  <a:lnTo>
                    <a:pt x="337" y="179"/>
                  </a:lnTo>
                  <a:lnTo>
                    <a:pt x="337" y="100"/>
                  </a:lnTo>
                  <a:lnTo>
                    <a:pt x="297" y="60"/>
                  </a:lnTo>
                  <a:lnTo>
                    <a:pt x="238" y="21"/>
                  </a:lnTo>
                  <a:lnTo>
                    <a:pt x="178"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26"/>
            <p:cNvSpPr/>
            <p:nvPr/>
          </p:nvSpPr>
          <p:spPr>
            <a:xfrm>
              <a:off x="891875" y="1444725"/>
              <a:ext cx="120375" cy="990075"/>
            </a:xfrm>
            <a:custGeom>
              <a:avLst/>
              <a:gdLst/>
              <a:ahLst/>
              <a:cxnLst/>
              <a:rect l="l" t="t" r="r" b="b"/>
              <a:pathLst>
                <a:path w="4815" h="39603" fill="none" extrusionOk="0">
                  <a:moveTo>
                    <a:pt x="178" y="1"/>
                  </a:moveTo>
                  <a:lnTo>
                    <a:pt x="178" y="1"/>
                  </a:lnTo>
                  <a:lnTo>
                    <a:pt x="119" y="21"/>
                  </a:lnTo>
                  <a:lnTo>
                    <a:pt x="60" y="60"/>
                  </a:lnTo>
                  <a:lnTo>
                    <a:pt x="20" y="100"/>
                  </a:lnTo>
                  <a:lnTo>
                    <a:pt x="0" y="179"/>
                  </a:lnTo>
                  <a:lnTo>
                    <a:pt x="0" y="179"/>
                  </a:lnTo>
                  <a:lnTo>
                    <a:pt x="20" y="219"/>
                  </a:lnTo>
                  <a:lnTo>
                    <a:pt x="40" y="278"/>
                  </a:lnTo>
                  <a:lnTo>
                    <a:pt x="79" y="318"/>
                  </a:lnTo>
                  <a:lnTo>
                    <a:pt x="139" y="338"/>
                  </a:lnTo>
                  <a:lnTo>
                    <a:pt x="139" y="6756"/>
                  </a:lnTo>
                  <a:lnTo>
                    <a:pt x="4616" y="11233"/>
                  </a:lnTo>
                  <a:lnTo>
                    <a:pt x="4616" y="39602"/>
                  </a:lnTo>
                  <a:lnTo>
                    <a:pt x="4695" y="39602"/>
                  </a:lnTo>
                  <a:lnTo>
                    <a:pt x="4695" y="5805"/>
                  </a:lnTo>
                  <a:lnTo>
                    <a:pt x="4695" y="5805"/>
                  </a:lnTo>
                  <a:lnTo>
                    <a:pt x="4735" y="5785"/>
                  </a:lnTo>
                  <a:lnTo>
                    <a:pt x="4775" y="5766"/>
                  </a:lnTo>
                  <a:lnTo>
                    <a:pt x="4814" y="5706"/>
                  </a:lnTo>
                  <a:lnTo>
                    <a:pt x="4814" y="5647"/>
                  </a:lnTo>
                  <a:lnTo>
                    <a:pt x="4814" y="5647"/>
                  </a:lnTo>
                  <a:lnTo>
                    <a:pt x="4814" y="5587"/>
                  </a:lnTo>
                  <a:lnTo>
                    <a:pt x="4775" y="5528"/>
                  </a:lnTo>
                  <a:lnTo>
                    <a:pt x="4715" y="5508"/>
                  </a:lnTo>
                  <a:lnTo>
                    <a:pt x="4656" y="5488"/>
                  </a:lnTo>
                  <a:lnTo>
                    <a:pt x="4656" y="5488"/>
                  </a:lnTo>
                  <a:lnTo>
                    <a:pt x="4576" y="5508"/>
                  </a:lnTo>
                  <a:lnTo>
                    <a:pt x="4537" y="5528"/>
                  </a:lnTo>
                  <a:lnTo>
                    <a:pt x="4497" y="5587"/>
                  </a:lnTo>
                  <a:lnTo>
                    <a:pt x="4477" y="5647"/>
                  </a:lnTo>
                  <a:lnTo>
                    <a:pt x="4477" y="5647"/>
                  </a:lnTo>
                  <a:lnTo>
                    <a:pt x="4497" y="5706"/>
                  </a:lnTo>
                  <a:lnTo>
                    <a:pt x="4517" y="5766"/>
                  </a:lnTo>
                  <a:lnTo>
                    <a:pt x="4557" y="5785"/>
                  </a:lnTo>
                  <a:lnTo>
                    <a:pt x="4616" y="5805"/>
                  </a:lnTo>
                  <a:lnTo>
                    <a:pt x="4616" y="11115"/>
                  </a:lnTo>
                  <a:lnTo>
                    <a:pt x="218" y="6717"/>
                  </a:lnTo>
                  <a:lnTo>
                    <a:pt x="218" y="338"/>
                  </a:lnTo>
                  <a:lnTo>
                    <a:pt x="218" y="338"/>
                  </a:lnTo>
                  <a:lnTo>
                    <a:pt x="258" y="318"/>
                  </a:lnTo>
                  <a:lnTo>
                    <a:pt x="297" y="278"/>
                  </a:lnTo>
                  <a:lnTo>
                    <a:pt x="337" y="219"/>
                  </a:lnTo>
                  <a:lnTo>
                    <a:pt x="337" y="179"/>
                  </a:lnTo>
                  <a:lnTo>
                    <a:pt x="337" y="179"/>
                  </a:lnTo>
                  <a:lnTo>
                    <a:pt x="337" y="100"/>
                  </a:lnTo>
                  <a:lnTo>
                    <a:pt x="297" y="60"/>
                  </a:lnTo>
                  <a:lnTo>
                    <a:pt x="238" y="21"/>
                  </a:lnTo>
                  <a:lnTo>
                    <a:pt x="178"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26"/>
            <p:cNvSpPr/>
            <p:nvPr/>
          </p:nvSpPr>
          <p:spPr>
            <a:xfrm>
              <a:off x="382725" y="1322400"/>
              <a:ext cx="54500" cy="1112400"/>
            </a:xfrm>
            <a:custGeom>
              <a:avLst/>
              <a:gdLst/>
              <a:ahLst/>
              <a:cxnLst/>
              <a:rect l="l" t="t" r="r" b="b"/>
              <a:pathLst>
                <a:path w="2180" h="44496" extrusionOk="0">
                  <a:moveTo>
                    <a:pt x="1942" y="1"/>
                  </a:moveTo>
                  <a:lnTo>
                    <a:pt x="1903" y="40"/>
                  </a:lnTo>
                  <a:lnTo>
                    <a:pt x="1863" y="100"/>
                  </a:lnTo>
                  <a:lnTo>
                    <a:pt x="1843" y="159"/>
                  </a:lnTo>
                  <a:lnTo>
                    <a:pt x="1863" y="218"/>
                  </a:lnTo>
                  <a:lnTo>
                    <a:pt x="1883" y="258"/>
                  </a:lnTo>
                  <a:lnTo>
                    <a:pt x="1922" y="298"/>
                  </a:lnTo>
                  <a:lnTo>
                    <a:pt x="1982" y="318"/>
                  </a:lnTo>
                  <a:lnTo>
                    <a:pt x="1982" y="12957"/>
                  </a:lnTo>
                  <a:lnTo>
                    <a:pt x="1" y="14918"/>
                  </a:lnTo>
                  <a:lnTo>
                    <a:pt x="1" y="44495"/>
                  </a:lnTo>
                  <a:lnTo>
                    <a:pt x="100" y="44495"/>
                  </a:lnTo>
                  <a:lnTo>
                    <a:pt x="100" y="14958"/>
                  </a:lnTo>
                  <a:lnTo>
                    <a:pt x="2061" y="12996"/>
                  </a:lnTo>
                  <a:lnTo>
                    <a:pt x="2061" y="318"/>
                  </a:lnTo>
                  <a:lnTo>
                    <a:pt x="2101" y="298"/>
                  </a:lnTo>
                  <a:lnTo>
                    <a:pt x="2140" y="258"/>
                  </a:lnTo>
                  <a:lnTo>
                    <a:pt x="2180" y="218"/>
                  </a:lnTo>
                  <a:lnTo>
                    <a:pt x="2180" y="159"/>
                  </a:lnTo>
                  <a:lnTo>
                    <a:pt x="2160" y="100"/>
                  </a:lnTo>
                  <a:lnTo>
                    <a:pt x="2140" y="40"/>
                  </a:lnTo>
                  <a:lnTo>
                    <a:pt x="2081"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26"/>
            <p:cNvSpPr/>
            <p:nvPr/>
          </p:nvSpPr>
          <p:spPr>
            <a:xfrm>
              <a:off x="382725" y="1322400"/>
              <a:ext cx="54500" cy="1112400"/>
            </a:xfrm>
            <a:custGeom>
              <a:avLst/>
              <a:gdLst/>
              <a:ahLst/>
              <a:cxnLst/>
              <a:rect l="l" t="t" r="r" b="b"/>
              <a:pathLst>
                <a:path w="2180" h="44496" fill="none" extrusionOk="0">
                  <a:moveTo>
                    <a:pt x="2021" y="1"/>
                  </a:moveTo>
                  <a:lnTo>
                    <a:pt x="2021" y="1"/>
                  </a:lnTo>
                  <a:lnTo>
                    <a:pt x="1942" y="1"/>
                  </a:lnTo>
                  <a:lnTo>
                    <a:pt x="1903" y="40"/>
                  </a:lnTo>
                  <a:lnTo>
                    <a:pt x="1863" y="100"/>
                  </a:lnTo>
                  <a:lnTo>
                    <a:pt x="1843" y="159"/>
                  </a:lnTo>
                  <a:lnTo>
                    <a:pt x="1843" y="159"/>
                  </a:lnTo>
                  <a:lnTo>
                    <a:pt x="1863" y="218"/>
                  </a:lnTo>
                  <a:lnTo>
                    <a:pt x="1883" y="258"/>
                  </a:lnTo>
                  <a:lnTo>
                    <a:pt x="1922" y="298"/>
                  </a:lnTo>
                  <a:lnTo>
                    <a:pt x="1982" y="318"/>
                  </a:lnTo>
                  <a:lnTo>
                    <a:pt x="1982" y="12957"/>
                  </a:lnTo>
                  <a:lnTo>
                    <a:pt x="1" y="14918"/>
                  </a:lnTo>
                  <a:lnTo>
                    <a:pt x="1" y="44495"/>
                  </a:lnTo>
                  <a:lnTo>
                    <a:pt x="100" y="44495"/>
                  </a:lnTo>
                  <a:lnTo>
                    <a:pt x="100" y="14958"/>
                  </a:lnTo>
                  <a:lnTo>
                    <a:pt x="2061" y="12996"/>
                  </a:lnTo>
                  <a:lnTo>
                    <a:pt x="2061" y="318"/>
                  </a:lnTo>
                  <a:lnTo>
                    <a:pt x="2061" y="318"/>
                  </a:lnTo>
                  <a:lnTo>
                    <a:pt x="2101" y="298"/>
                  </a:lnTo>
                  <a:lnTo>
                    <a:pt x="2140" y="258"/>
                  </a:lnTo>
                  <a:lnTo>
                    <a:pt x="2180" y="218"/>
                  </a:lnTo>
                  <a:lnTo>
                    <a:pt x="2180" y="159"/>
                  </a:lnTo>
                  <a:lnTo>
                    <a:pt x="2180" y="159"/>
                  </a:lnTo>
                  <a:lnTo>
                    <a:pt x="2160" y="100"/>
                  </a:lnTo>
                  <a:lnTo>
                    <a:pt x="2140" y="40"/>
                  </a:lnTo>
                  <a:lnTo>
                    <a:pt x="2081" y="1"/>
                  </a:lnTo>
                  <a:lnTo>
                    <a:pt x="2021"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26"/>
            <p:cNvSpPr/>
            <p:nvPr/>
          </p:nvSpPr>
          <p:spPr>
            <a:xfrm>
              <a:off x="358475" y="1269400"/>
              <a:ext cx="54500" cy="1165400"/>
            </a:xfrm>
            <a:custGeom>
              <a:avLst/>
              <a:gdLst/>
              <a:ahLst/>
              <a:cxnLst/>
              <a:rect l="l" t="t" r="r" b="b"/>
              <a:pathLst>
                <a:path w="2180" h="46616" extrusionOk="0">
                  <a:moveTo>
                    <a:pt x="1941" y="1"/>
                  </a:moveTo>
                  <a:lnTo>
                    <a:pt x="1882" y="40"/>
                  </a:lnTo>
                  <a:lnTo>
                    <a:pt x="1842" y="100"/>
                  </a:lnTo>
                  <a:lnTo>
                    <a:pt x="1842" y="159"/>
                  </a:lnTo>
                  <a:lnTo>
                    <a:pt x="1842" y="219"/>
                  </a:lnTo>
                  <a:lnTo>
                    <a:pt x="1862" y="258"/>
                  </a:lnTo>
                  <a:lnTo>
                    <a:pt x="1902" y="298"/>
                  </a:lnTo>
                  <a:lnTo>
                    <a:pt x="1961" y="318"/>
                  </a:lnTo>
                  <a:lnTo>
                    <a:pt x="1961" y="14680"/>
                  </a:lnTo>
                  <a:lnTo>
                    <a:pt x="0" y="16642"/>
                  </a:lnTo>
                  <a:lnTo>
                    <a:pt x="0" y="46615"/>
                  </a:lnTo>
                  <a:lnTo>
                    <a:pt x="79" y="46615"/>
                  </a:lnTo>
                  <a:lnTo>
                    <a:pt x="79" y="16662"/>
                  </a:lnTo>
                  <a:lnTo>
                    <a:pt x="2041" y="14700"/>
                  </a:lnTo>
                  <a:lnTo>
                    <a:pt x="2041" y="318"/>
                  </a:lnTo>
                  <a:lnTo>
                    <a:pt x="2100" y="298"/>
                  </a:lnTo>
                  <a:lnTo>
                    <a:pt x="2140" y="258"/>
                  </a:lnTo>
                  <a:lnTo>
                    <a:pt x="2159" y="219"/>
                  </a:lnTo>
                  <a:lnTo>
                    <a:pt x="2179" y="159"/>
                  </a:lnTo>
                  <a:lnTo>
                    <a:pt x="2159" y="100"/>
                  </a:lnTo>
                  <a:lnTo>
                    <a:pt x="2120" y="40"/>
                  </a:lnTo>
                  <a:lnTo>
                    <a:pt x="2060"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26"/>
            <p:cNvSpPr/>
            <p:nvPr/>
          </p:nvSpPr>
          <p:spPr>
            <a:xfrm>
              <a:off x="358475" y="1269400"/>
              <a:ext cx="54500" cy="1165400"/>
            </a:xfrm>
            <a:custGeom>
              <a:avLst/>
              <a:gdLst/>
              <a:ahLst/>
              <a:cxnLst/>
              <a:rect l="l" t="t" r="r" b="b"/>
              <a:pathLst>
                <a:path w="2180" h="46616" fill="none" extrusionOk="0">
                  <a:moveTo>
                    <a:pt x="2001" y="1"/>
                  </a:moveTo>
                  <a:lnTo>
                    <a:pt x="2001" y="1"/>
                  </a:lnTo>
                  <a:lnTo>
                    <a:pt x="2001" y="1"/>
                  </a:lnTo>
                  <a:lnTo>
                    <a:pt x="2001" y="1"/>
                  </a:lnTo>
                  <a:lnTo>
                    <a:pt x="1941" y="1"/>
                  </a:lnTo>
                  <a:lnTo>
                    <a:pt x="1882" y="40"/>
                  </a:lnTo>
                  <a:lnTo>
                    <a:pt x="1842" y="100"/>
                  </a:lnTo>
                  <a:lnTo>
                    <a:pt x="1842" y="159"/>
                  </a:lnTo>
                  <a:lnTo>
                    <a:pt x="1842" y="159"/>
                  </a:lnTo>
                  <a:lnTo>
                    <a:pt x="1842" y="219"/>
                  </a:lnTo>
                  <a:lnTo>
                    <a:pt x="1862" y="258"/>
                  </a:lnTo>
                  <a:lnTo>
                    <a:pt x="1902" y="298"/>
                  </a:lnTo>
                  <a:lnTo>
                    <a:pt x="1961" y="318"/>
                  </a:lnTo>
                  <a:lnTo>
                    <a:pt x="1961" y="14680"/>
                  </a:lnTo>
                  <a:lnTo>
                    <a:pt x="0" y="16642"/>
                  </a:lnTo>
                  <a:lnTo>
                    <a:pt x="0" y="46615"/>
                  </a:lnTo>
                  <a:lnTo>
                    <a:pt x="79" y="46615"/>
                  </a:lnTo>
                  <a:lnTo>
                    <a:pt x="79" y="16662"/>
                  </a:lnTo>
                  <a:lnTo>
                    <a:pt x="2041" y="14700"/>
                  </a:lnTo>
                  <a:lnTo>
                    <a:pt x="2041" y="318"/>
                  </a:lnTo>
                  <a:lnTo>
                    <a:pt x="2041" y="318"/>
                  </a:lnTo>
                  <a:lnTo>
                    <a:pt x="2100" y="298"/>
                  </a:lnTo>
                  <a:lnTo>
                    <a:pt x="2140" y="258"/>
                  </a:lnTo>
                  <a:lnTo>
                    <a:pt x="2159" y="219"/>
                  </a:lnTo>
                  <a:lnTo>
                    <a:pt x="2179" y="159"/>
                  </a:lnTo>
                  <a:lnTo>
                    <a:pt x="2179" y="159"/>
                  </a:lnTo>
                  <a:lnTo>
                    <a:pt x="2159" y="100"/>
                  </a:lnTo>
                  <a:lnTo>
                    <a:pt x="2120" y="40"/>
                  </a:lnTo>
                  <a:lnTo>
                    <a:pt x="2060" y="1"/>
                  </a:lnTo>
                  <a:lnTo>
                    <a:pt x="2001"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26"/>
            <p:cNvSpPr/>
            <p:nvPr/>
          </p:nvSpPr>
          <p:spPr>
            <a:xfrm>
              <a:off x="979525" y="1779025"/>
              <a:ext cx="8450" cy="655775"/>
            </a:xfrm>
            <a:custGeom>
              <a:avLst/>
              <a:gdLst/>
              <a:ahLst/>
              <a:cxnLst/>
              <a:rect l="l" t="t" r="r" b="b"/>
              <a:pathLst>
                <a:path w="338" h="26231" extrusionOk="0">
                  <a:moveTo>
                    <a:pt x="100" y="1"/>
                  </a:moveTo>
                  <a:lnTo>
                    <a:pt x="40" y="41"/>
                  </a:lnTo>
                  <a:lnTo>
                    <a:pt x="1" y="100"/>
                  </a:lnTo>
                  <a:lnTo>
                    <a:pt x="1" y="159"/>
                  </a:lnTo>
                  <a:lnTo>
                    <a:pt x="1" y="219"/>
                  </a:lnTo>
                  <a:lnTo>
                    <a:pt x="40" y="258"/>
                  </a:lnTo>
                  <a:lnTo>
                    <a:pt x="80" y="298"/>
                  </a:lnTo>
                  <a:lnTo>
                    <a:pt x="120" y="318"/>
                  </a:lnTo>
                  <a:lnTo>
                    <a:pt x="120" y="26230"/>
                  </a:lnTo>
                  <a:lnTo>
                    <a:pt x="199" y="26230"/>
                  </a:lnTo>
                  <a:lnTo>
                    <a:pt x="199" y="318"/>
                  </a:lnTo>
                  <a:lnTo>
                    <a:pt x="258" y="298"/>
                  </a:lnTo>
                  <a:lnTo>
                    <a:pt x="298" y="258"/>
                  </a:lnTo>
                  <a:lnTo>
                    <a:pt x="318" y="219"/>
                  </a:lnTo>
                  <a:lnTo>
                    <a:pt x="337" y="159"/>
                  </a:lnTo>
                  <a:lnTo>
                    <a:pt x="318" y="100"/>
                  </a:lnTo>
                  <a:lnTo>
                    <a:pt x="278" y="41"/>
                  </a:lnTo>
                  <a:lnTo>
                    <a:pt x="219"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26"/>
            <p:cNvSpPr/>
            <p:nvPr/>
          </p:nvSpPr>
          <p:spPr>
            <a:xfrm>
              <a:off x="979525" y="1779025"/>
              <a:ext cx="8450" cy="655775"/>
            </a:xfrm>
            <a:custGeom>
              <a:avLst/>
              <a:gdLst/>
              <a:ahLst/>
              <a:cxnLst/>
              <a:rect l="l" t="t" r="r" b="b"/>
              <a:pathLst>
                <a:path w="338" h="26231" fill="none" extrusionOk="0">
                  <a:moveTo>
                    <a:pt x="159" y="1"/>
                  </a:moveTo>
                  <a:lnTo>
                    <a:pt x="159" y="1"/>
                  </a:lnTo>
                  <a:lnTo>
                    <a:pt x="100" y="1"/>
                  </a:lnTo>
                  <a:lnTo>
                    <a:pt x="40" y="41"/>
                  </a:lnTo>
                  <a:lnTo>
                    <a:pt x="1" y="100"/>
                  </a:lnTo>
                  <a:lnTo>
                    <a:pt x="1" y="159"/>
                  </a:lnTo>
                  <a:lnTo>
                    <a:pt x="1" y="159"/>
                  </a:lnTo>
                  <a:lnTo>
                    <a:pt x="1" y="219"/>
                  </a:lnTo>
                  <a:lnTo>
                    <a:pt x="40" y="258"/>
                  </a:lnTo>
                  <a:lnTo>
                    <a:pt x="80" y="298"/>
                  </a:lnTo>
                  <a:lnTo>
                    <a:pt x="120" y="318"/>
                  </a:lnTo>
                  <a:lnTo>
                    <a:pt x="120" y="26230"/>
                  </a:lnTo>
                  <a:lnTo>
                    <a:pt x="199" y="26230"/>
                  </a:lnTo>
                  <a:lnTo>
                    <a:pt x="199" y="318"/>
                  </a:lnTo>
                  <a:lnTo>
                    <a:pt x="199" y="318"/>
                  </a:lnTo>
                  <a:lnTo>
                    <a:pt x="258" y="298"/>
                  </a:lnTo>
                  <a:lnTo>
                    <a:pt x="298" y="258"/>
                  </a:lnTo>
                  <a:lnTo>
                    <a:pt x="318" y="219"/>
                  </a:lnTo>
                  <a:lnTo>
                    <a:pt x="337" y="159"/>
                  </a:lnTo>
                  <a:lnTo>
                    <a:pt x="337" y="159"/>
                  </a:lnTo>
                  <a:lnTo>
                    <a:pt x="318" y="100"/>
                  </a:lnTo>
                  <a:lnTo>
                    <a:pt x="278" y="41"/>
                  </a:lnTo>
                  <a:lnTo>
                    <a:pt x="219" y="1"/>
                  </a:lnTo>
                  <a:lnTo>
                    <a:pt x="159"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26"/>
            <p:cNvSpPr/>
            <p:nvPr/>
          </p:nvSpPr>
          <p:spPr>
            <a:xfrm>
              <a:off x="538750" y="1510100"/>
              <a:ext cx="54000" cy="924700"/>
            </a:xfrm>
            <a:custGeom>
              <a:avLst/>
              <a:gdLst/>
              <a:ahLst/>
              <a:cxnLst/>
              <a:rect l="l" t="t" r="r" b="b"/>
              <a:pathLst>
                <a:path w="2160" h="36988" extrusionOk="0">
                  <a:moveTo>
                    <a:pt x="159" y="1"/>
                  </a:moveTo>
                  <a:lnTo>
                    <a:pt x="99" y="21"/>
                  </a:lnTo>
                  <a:lnTo>
                    <a:pt x="40" y="40"/>
                  </a:lnTo>
                  <a:lnTo>
                    <a:pt x="0" y="100"/>
                  </a:lnTo>
                  <a:lnTo>
                    <a:pt x="0" y="159"/>
                  </a:lnTo>
                  <a:lnTo>
                    <a:pt x="0" y="219"/>
                  </a:lnTo>
                  <a:lnTo>
                    <a:pt x="40" y="278"/>
                  </a:lnTo>
                  <a:lnTo>
                    <a:pt x="79" y="298"/>
                  </a:lnTo>
                  <a:lnTo>
                    <a:pt x="119" y="318"/>
                  </a:lnTo>
                  <a:lnTo>
                    <a:pt x="119" y="3270"/>
                  </a:lnTo>
                  <a:lnTo>
                    <a:pt x="2080" y="5231"/>
                  </a:lnTo>
                  <a:lnTo>
                    <a:pt x="2080" y="36987"/>
                  </a:lnTo>
                  <a:lnTo>
                    <a:pt x="2159" y="36987"/>
                  </a:lnTo>
                  <a:lnTo>
                    <a:pt x="2159" y="5191"/>
                  </a:lnTo>
                  <a:lnTo>
                    <a:pt x="198" y="3230"/>
                  </a:lnTo>
                  <a:lnTo>
                    <a:pt x="198" y="318"/>
                  </a:lnTo>
                  <a:lnTo>
                    <a:pt x="258" y="298"/>
                  </a:lnTo>
                  <a:lnTo>
                    <a:pt x="297" y="278"/>
                  </a:lnTo>
                  <a:lnTo>
                    <a:pt x="317" y="219"/>
                  </a:lnTo>
                  <a:lnTo>
                    <a:pt x="337" y="159"/>
                  </a:lnTo>
                  <a:lnTo>
                    <a:pt x="317" y="100"/>
                  </a:lnTo>
                  <a:lnTo>
                    <a:pt x="277" y="40"/>
                  </a:lnTo>
                  <a:lnTo>
                    <a:pt x="218" y="21"/>
                  </a:lnTo>
                  <a:lnTo>
                    <a:pt x="159"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26"/>
            <p:cNvSpPr/>
            <p:nvPr/>
          </p:nvSpPr>
          <p:spPr>
            <a:xfrm>
              <a:off x="538750" y="1510100"/>
              <a:ext cx="54000" cy="924700"/>
            </a:xfrm>
            <a:custGeom>
              <a:avLst/>
              <a:gdLst/>
              <a:ahLst/>
              <a:cxnLst/>
              <a:rect l="l" t="t" r="r" b="b"/>
              <a:pathLst>
                <a:path w="2160" h="36988" fill="none" extrusionOk="0">
                  <a:moveTo>
                    <a:pt x="159" y="1"/>
                  </a:moveTo>
                  <a:lnTo>
                    <a:pt x="159" y="1"/>
                  </a:lnTo>
                  <a:lnTo>
                    <a:pt x="99" y="21"/>
                  </a:lnTo>
                  <a:lnTo>
                    <a:pt x="40" y="40"/>
                  </a:lnTo>
                  <a:lnTo>
                    <a:pt x="0" y="100"/>
                  </a:lnTo>
                  <a:lnTo>
                    <a:pt x="0" y="159"/>
                  </a:lnTo>
                  <a:lnTo>
                    <a:pt x="0" y="159"/>
                  </a:lnTo>
                  <a:lnTo>
                    <a:pt x="0" y="219"/>
                  </a:lnTo>
                  <a:lnTo>
                    <a:pt x="40" y="278"/>
                  </a:lnTo>
                  <a:lnTo>
                    <a:pt x="79" y="298"/>
                  </a:lnTo>
                  <a:lnTo>
                    <a:pt x="119" y="318"/>
                  </a:lnTo>
                  <a:lnTo>
                    <a:pt x="119" y="3270"/>
                  </a:lnTo>
                  <a:lnTo>
                    <a:pt x="2080" y="5231"/>
                  </a:lnTo>
                  <a:lnTo>
                    <a:pt x="2080" y="36987"/>
                  </a:lnTo>
                  <a:lnTo>
                    <a:pt x="2159" y="36987"/>
                  </a:lnTo>
                  <a:lnTo>
                    <a:pt x="2159" y="5191"/>
                  </a:lnTo>
                  <a:lnTo>
                    <a:pt x="198" y="3230"/>
                  </a:lnTo>
                  <a:lnTo>
                    <a:pt x="198" y="318"/>
                  </a:lnTo>
                  <a:lnTo>
                    <a:pt x="198" y="318"/>
                  </a:lnTo>
                  <a:lnTo>
                    <a:pt x="258" y="298"/>
                  </a:lnTo>
                  <a:lnTo>
                    <a:pt x="297" y="278"/>
                  </a:lnTo>
                  <a:lnTo>
                    <a:pt x="317" y="219"/>
                  </a:lnTo>
                  <a:lnTo>
                    <a:pt x="337" y="159"/>
                  </a:lnTo>
                  <a:lnTo>
                    <a:pt x="337" y="159"/>
                  </a:lnTo>
                  <a:lnTo>
                    <a:pt x="317" y="100"/>
                  </a:lnTo>
                  <a:lnTo>
                    <a:pt x="277" y="40"/>
                  </a:lnTo>
                  <a:lnTo>
                    <a:pt x="218" y="21"/>
                  </a:lnTo>
                  <a:lnTo>
                    <a:pt x="159"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26"/>
            <p:cNvSpPr/>
            <p:nvPr/>
          </p:nvSpPr>
          <p:spPr>
            <a:xfrm>
              <a:off x="516450" y="1278825"/>
              <a:ext cx="54025" cy="1155975"/>
            </a:xfrm>
            <a:custGeom>
              <a:avLst/>
              <a:gdLst/>
              <a:ahLst/>
              <a:cxnLst/>
              <a:rect l="l" t="t" r="r" b="b"/>
              <a:pathLst>
                <a:path w="2161" h="46239" extrusionOk="0">
                  <a:moveTo>
                    <a:pt x="159" y="0"/>
                  </a:moveTo>
                  <a:lnTo>
                    <a:pt x="100" y="20"/>
                  </a:lnTo>
                  <a:lnTo>
                    <a:pt x="40" y="60"/>
                  </a:lnTo>
                  <a:lnTo>
                    <a:pt x="1" y="99"/>
                  </a:lnTo>
                  <a:lnTo>
                    <a:pt x="1" y="179"/>
                  </a:lnTo>
                  <a:lnTo>
                    <a:pt x="1" y="218"/>
                  </a:lnTo>
                  <a:lnTo>
                    <a:pt x="20" y="278"/>
                  </a:lnTo>
                  <a:lnTo>
                    <a:pt x="60" y="297"/>
                  </a:lnTo>
                  <a:lnTo>
                    <a:pt x="119" y="337"/>
                  </a:lnTo>
                  <a:lnTo>
                    <a:pt x="119" y="12996"/>
                  </a:lnTo>
                  <a:lnTo>
                    <a:pt x="2081" y="14957"/>
                  </a:lnTo>
                  <a:lnTo>
                    <a:pt x="2081" y="46238"/>
                  </a:lnTo>
                  <a:lnTo>
                    <a:pt x="2160" y="46238"/>
                  </a:lnTo>
                  <a:lnTo>
                    <a:pt x="2160" y="14918"/>
                  </a:lnTo>
                  <a:lnTo>
                    <a:pt x="199" y="12956"/>
                  </a:lnTo>
                  <a:lnTo>
                    <a:pt x="199" y="337"/>
                  </a:lnTo>
                  <a:lnTo>
                    <a:pt x="258" y="297"/>
                  </a:lnTo>
                  <a:lnTo>
                    <a:pt x="298" y="278"/>
                  </a:lnTo>
                  <a:lnTo>
                    <a:pt x="318" y="218"/>
                  </a:lnTo>
                  <a:lnTo>
                    <a:pt x="318" y="179"/>
                  </a:lnTo>
                  <a:lnTo>
                    <a:pt x="318" y="99"/>
                  </a:lnTo>
                  <a:lnTo>
                    <a:pt x="278" y="60"/>
                  </a:lnTo>
                  <a:lnTo>
                    <a:pt x="219" y="20"/>
                  </a:lnTo>
                  <a:lnTo>
                    <a:pt x="159"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26"/>
            <p:cNvSpPr/>
            <p:nvPr/>
          </p:nvSpPr>
          <p:spPr>
            <a:xfrm>
              <a:off x="516450" y="1278825"/>
              <a:ext cx="54025" cy="1155975"/>
            </a:xfrm>
            <a:custGeom>
              <a:avLst/>
              <a:gdLst/>
              <a:ahLst/>
              <a:cxnLst/>
              <a:rect l="l" t="t" r="r" b="b"/>
              <a:pathLst>
                <a:path w="2161" h="46239" fill="none" extrusionOk="0">
                  <a:moveTo>
                    <a:pt x="159" y="0"/>
                  </a:moveTo>
                  <a:lnTo>
                    <a:pt x="159" y="0"/>
                  </a:lnTo>
                  <a:lnTo>
                    <a:pt x="100" y="20"/>
                  </a:lnTo>
                  <a:lnTo>
                    <a:pt x="40" y="60"/>
                  </a:lnTo>
                  <a:lnTo>
                    <a:pt x="1" y="99"/>
                  </a:lnTo>
                  <a:lnTo>
                    <a:pt x="1" y="179"/>
                  </a:lnTo>
                  <a:lnTo>
                    <a:pt x="1" y="179"/>
                  </a:lnTo>
                  <a:lnTo>
                    <a:pt x="1" y="218"/>
                  </a:lnTo>
                  <a:lnTo>
                    <a:pt x="20" y="278"/>
                  </a:lnTo>
                  <a:lnTo>
                    <a:pt x="60" y="297"/>
                  </a:lnTo>
                  <a:lnTo>
                    <a:pt x="119" y="337"/>
                  </a:lnTo>
                  <a:lnTo>
                    <a:pt x="119" y="12996"/>
                  </a:lnTo>
                  <a:lnTo>
                    <a:pt x="2081" y="14957"/>
                  </a:lnTo>
                  <a:lnTo>
                    <a:pt x="2081" y="46238"/>
                  </a:lnTo>
                  <a:lnTo>
                    <a:pt x="2160" y="46238"/>
                  </a:lnTo>
                  <a:lnTo>
                    <a:pt x="2160" y="14918"/>
                  </a:lnTo>
                  <a:lnTo>
                    <a:pt x="199" y="12956"/>
                  </a:lnTo>
                  <a:lnTo>
                    <a:pt x="199" y="337"/>
                  </a:lnTo>
                  <a:lnTo>
                    <a:pt x="199" y="337"/>
                  </a:lnTo>
                  <a:lnTo>
                    <a:pt x="258" y="297"/>
                  </a:lnTo>
                  <a:lnTo>
                    <a:pt x="298" y="278"/>
                  </a:lnTo>
                  <a:lnTo>
                    <a:pt x="318" y="218"/>
                  </a:lnTo>
                  <a:lnTo>
                    <a:pt x="318" y="179"/>
                  </a:lnTo>
                  <a:lnTo>
                    <a:pt x="318" y="179"/>
                  </a:lnTo>
                  <a:lnTo>
                    <a:pt x="318" y="99"/>
                  </a:lnTo>
                  <a:lnTo>
                    <a:pt x="278" y="60"/>
                  </a:lnTo>
                  <a:lnTo>
                    <a:pt x="219" y="20"/>
                  </a:lnTo>
                  <a:lnTo>
                    <a:pt x="159"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26"/>
            <p:cNvSpPr/>
            <p:nvPr/>
          </p:nvSpPr>
          <p:spPr>
            <a:xfrm>
              <a:off x="611550" y="1825100"/>
              <a:ext cx="8450" cy="609700"/>
            </a:xfrm>
            <a:custGeom>
              <a:avLst/>
              <a:gdLst/>
              <a:ahLst/>
              <a:cxnLst/>
              <a:rect l="l" t="t" r="r" b="b"/>
              <a:pathLst>
                <a:path w="338" h="24388" extrusionOk="0">
                  <a:moveTo>
                    <a:pt x="159" y="0"/>
                  </a:moveTo>
                  <a:lnTo>
                    <a:pt x="99" y="20"/>
                  </a:lnTo>
                  <a:lnTo>
                    <a:pt x="40" y="60"/>
                  </a:lnTo>
                  <a:lnTo>
                    <a:pt x="20" y="99"/>
                  </a:lnTo>
                  <a:lnTo>
                    <a:pt x="0" y="179"/>
                  </a:lnTo>
                  <a:lnTo>
                    <a:pt x="0" y="218"/>
                  </a:lnTo>
                  <a:lnTo>
                    <a:pt x="40" y="278"/>
                  </a:lnTo>
                  <a:lnTo>
                    <a:pt x="80" y="317"/>
                  </a:lnTo>
                  <a:lnTo>
                    <a:pt x="119" y="337"/>
                  </a:lnTo>
                  <a:lnTo>
                    <a:pt x="119" y="24387"/>
                  </a:lnTo>
                  <a:lnTo>
                    <a:pt x="198" y="24387"/>
                  </a:lnTo>
                  <a:lnTo>
                    <a:pt x="198" y="337"/>
                  </a:lnTo>
                  <a:lnTo>
                    <a:pt x="258" y="317"/>
                  </a:lnTo>
                  <a:lnTo>
                    <a:pt x="297" y="278"/>
                  </a:lnTo>
                  <a:lnTo>
                    <a:pt x="317" y="218"/>
                  </a:lnTo>
                  <a:lnTo>
                    <a:pt x="337" y="179"/>
                  </a:lnTo>
                  <a:lnTo>
                    <a:pt x="317" y="99"/>
                  </a:lnTo>
                  <a:lnTo>
                    <a:pt x="278" y="60"/>
                  </a:lnTo>
                  <a:lnTo>
                    <a:pt x="238" y="20"/>
                  </a:lnTo>
                  <a:lnTo>
                    <a:pt x="159"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26"/>
            <p:cNvSpPr/>
            <p:nvPr/>
          </p:nvSpPr>
          <p:spPr>
            <a:xfrm>
              <a:off x="611550" y="1825100"/>
              <a:ext cx="8450" cy="609700"/>
            </a:xfrm>
            <a:custGeom>
              <a:avLst/>
              <a:gdLst/>
              <a:ahLst/>
              <a:cxnLst/>
              <a:rect l="l" t="t" r="r" b="b"/>
              <a:pathLst>
                <a:path w="338" h="24388" fill="none" extrusionOk="0">
                  <a:moveTo>
                    <a:pt x="159" y="0"/>
                  </a:moveTo>
                  <a:lnTo>
                    <a:pt x="159" y="0"/>
                  </a:lnTo>
                  <a:lnTo>
                    <a:pt x="99" y="20"/>
                  </a:lnTo>
                  <a:lnTo>
                    <a:pt x="40" y="60"/>
                  </a:lnTo>
                  <a:lnTo>
                    <a:pt x="20" y="99"/>
                  </a:lnTo>
                  <a:lnTo>
                    <a:pt x="0" y="179"/>
                  </a:lnTo>
                  <a:lnTo>
                    <a:pt x="0" y="179"/>
                  </a:lnTo>
                  <a:lnTo>
                    <a:pt x="0" y="218"/>
                  </a:lnTo>
                  <a:lnTo>
                    <a:pt x="40" y="278"/>
                  </a:lnTo>
                  <a:lnTo>
                    <a:pt x="80" y="317"/>
                  </a:lnTo>
                  <a:lnTo>
                    <a:pt x="119" y="337"/>
                  </a:lnTo>
                  <a:lnTo>
                    <a:pt x="119" y="24387"/>
                  </a:lnTo>
                  <a:lnTo>
                    <a:pt x="198" y="24387"/>
                  </a:lnTo>
                  <a:lnTo>
                    <a:pt x="198" y="337"/>
                  </a:lnTo>
                  <a:lnTo>
                    <a:pt x="198" y="337"/>
                  </a:lnTo>
                  <a:lnTo>
                    <a:pt x="258" y="317"/>
                  </a:lnTo>
                  <a:lnTo>
                    <a:pt x="297" y="278"/>
                  </a:lnTo>
                  <a:lnTo>
                    <a:pt x="317" y="218"/>
                  </a:lnTo>
                  <a:lnTo>
                    <a:pt x="337" y="179"/>
                  </a:lnTo>
                  <a:lnTo>
                    <a:pt x="337" y="179"/>
                  </a:lnTo>
                  <a:lnTo>
                    <a:pt x="317" y="99"/>
                  </a:lnTo>
                  <a:lnTo>
                    <a:pt x="278" y="60"/>
                  </a:lnTo>
                  <a:lnTo>
                    <a:pt x="238" y="20"/>
                  </a:lnTo>
                  <a:lnTo>
                    <a:pt x="159"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26"/>
            <p:cNvSpPr/>
            <p:nvPr/>
          </p:nvSpPr>
          <p:spPr>
            <a:xfrm>
              <a:off x="926525" y="1733975"/>
              <a:ext cx="56000" cy="700825"/>
            </a:xfrm>
            <a:custGeom>
              <a:avLst/>
              <a:gdLst/>
              <a:ahLst/>
              <a:cxnLst/>
              <a:rect l="l" t="t" r="r" b="b"/>
              <a:pathLst>
                <a:path w="2240" h="28033" extrusionOk="0">
                  <a:moveTo>
                    <a:pt x="2061" y="0"/>
                  </a:moveTo>
                  <a:lnTo>
                    <a:pt x="2002" y="20"/>
                  </a:lnTo>
                  <a:lnTo>
                    <a:pt x="1942" y="40"/>
                  </a:lnTo>
                  <a:lnTo>
                    <a:pt x="1903" y="99"/>
                  </a:lnTo>
                  <a:lnTo>
                    <a:pt x="1903" y="159"/>
                  </a:lnTo>
                  <a:lnTo>
                    <a:pt x="1903" y="218"/>
                  </a:lnTo>
                  <a:lnTo>
                    <a:pt x="1923" y="258"/>
                  </a:lnTo>
                  <a:lnTo>
                    <a:pt x="1" y="2160"/>
                  </a:lnTo>
                  <a:lnTo>
                    <a:pt x="1" y="28032"/>
                  </a:lnTo>
                  <a:lnTo>
                    <a:pt x="80" y="28032"/>
                  </a:lnTo>
                  <a:lnTo>
                    <a:pt x="80" y="2199"/>
                  </a:lnTo>
                  <a:lnTo>
                    <a:pt x="1982" y="317"/>
                  </a:lnTo>
                  <a:lnTo>
                    <a:pt x="2022" y="337"/>
                  </a:lnTo>
                  <a:lnTo>
                    <a:pt x="2061" y="337"/>
                  </a:lnTo>
                  <a:lnTo>
                    <a:pt x="2121" y="317"/>
                  </a:lnTo>
                  <a:lnTo>
                    <a:pt x="2180" y="278"/>
                  </a:lnTo>
                  <a:lnTo>
                    <a:pt x="2220" y="238"/>
                  </a:lnTo>
                  <a:lnTo>
                    <a:pt x="2240" y="159"/>
                  </a:lnTo>
                  <a:lnTo>
                    <a:pt x="2220" y="99"/>
                  </a:lnTo>
                  <a:lnTo>
                    <a:pt x="2180" y="40"/>
                  </a:lnTo>
                  <a:lnTo>
                    <a:pt x="2121" y="20"/>
                  </a:lnTo>
                  <a:lnTo>
                    <a:pt x="2061"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26"/>
            <p:cNvSpPr/>
            <p:nvPr/>
          </p:nvSpPr>
          <p:spPr>
            <a:xfrm>
              <a:off x="926525" y="1733975"/>
              <a:ext cx="56000" cy="700825"/>
            </a:xfrm>
            <a:custGeom>
              <a:avLst/>
              <a:gdLst/>
              <a:ahLst/>
              <a:cxnLst/>
              <a:rect l="l" t="t" r="r" b="b"/>
              <a:pathLst>
                <a:path w="2240" h="28033" fill="none" extrusionOk="0">
                  <a:moveTo>
                    <a:pt x="2061" y="0"/>
                  </a:moveTo>
                  <a:lnTo>
                    <a:pt x="2061" y="0"/>
                  </a:lnTo>
                  <a:lnTo>
                    <a:pt x="2002" y="20"/>
                  </a:lnTo>
                  <a:lnTo>
                    <a:pt x="1942" y="40"/>
                  </a:lnTo>
                  <a:lnTo>
                    <a:pt x="1903" y="99"/>
                  </a:lnTo>
                  <a:lnTo>
                    <a:pt x="1903" y="159"/>
                  </a:lnTo>
                  <a:lnTo>
                    <a:pt x="1903" y="159"/>
                  </a:lnTo>
                  <a:lnTo>
                    <a:pt x="1903" y="218"/>
                  </a:lnTo>
                  <a:lnTo>
                    <a:pt x="1923" y="258"/>
                  </a:lnTo>
                  <a:lnTo>
                    <a:pt x="1" y="2160"/>
                  </a:lnTo>
                  <a:lnTo>
                    <a:pt x="1" y="28032"/>
                  </a:lnTo>
                  <a:lnTo>
                    <a:pt x="80" y="28032"/>
                  </a:lnTo>
                  <a:lnTo>
                    <a:pt x="80" y="2199"/>
                  </a:lnTo>
                  <a:lnTo>
                    <a:pt x="1982" y="317"/>
                  </a:lnTo>
                  <a:lnTo>
                    <a:pt x="1982" y="317"/>
                  </a:lnTo>
                  <a:lnTo>
                    <a:pt x="2022" y="337"/>
                  </a:lnTo>
                  <a:lnTo>
                    <a:pt x="2061" y="337"/>
                  </a:lnTo>
                  <a:lnTo>
                    <a:pt x="2061" y="337"/>
                  </a:lnTo>
                  <a:lnTo>
                    <a:pt x="2121" y="317"/>
                  </a:lnTo>
                  <a:lnTo>
                    <a:pt x="2180" y="278"/>
                  </a:lnTo>
                  <a:lnTo>
                    <a:pt x="2220" y="238"/>
                  </a:lnTo>
                  <a:lnTo>
                    <a:pt x="2240" y="159"/>
                  </a:lnTo>
                  <a:lnTo>
                    <a:pt x="2240" y="159"/>
                  </a:lnTo>
                  <a:lnTo>
                    <a:pt x="2220" y="99"/>
                  </a:lnTo>
                  <a:lnTo>
                    <a:pt x="2180" y="40"/>
                  </a:lnTo>
                  <a:lnTo>
                    <a:pt x="2121" y="20"/>
                  </a:lnTo>
                  <a:lnTo>
                    <a:pt x="2061"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26"/>
            <p:cNvSpPr/>
            <p:nvPr/>
          </p:nvSpPr>
          <p:spPr>
            <a:xfrm>
              <a:off x="472875" y="1899875"/>
              <a:ext cx="49550" cy="534925"/>
            </a:xfrm>
            <a:custGeom>
              <a:avLst/>
              <a:gdLst/>
              <a:ahLst/>
              <a:cxnLst/>
              <a:rect l="l" t="t" r="r" b="b"/>
              <a:pathLst>
                <a:path w="1982" h="21397" extrusionOk="0">
                  <a:moveTo>
                    <a:pt x="1744" y="1"/>
                  </a:moveTo>
                  <a:lnTo>
                    <a:pt x="1684" y="40"/>
                  </a:lnTo>
                  <a:lnTo>
                    <a:pt x="1664" y="100"/>
                  </a:lnTo>
                  <a:lnTo>
                    <a:pt x="1645" y="159"/>
                  </a:lnTo>
                  <a:lnTo>
                    <a:pt x="1645" y="199"/>
                  </a:lnTo>
                  <a:lnTo>
                    <a:pt x="1664" y="258"/>
                  </a:lnTo>
                  <a:lnTo>
                    <a:pt x="0" y="1922"/>
                  </a:lnTo>
                  <a:lnTo>
                    <a:pt x="0" y="3111"/>
                  </a:lnTo>
                  <a:lnTo>
                    <a:pt x="1763" y="4874"/>
                  </a:lnTo>
                  <a:lnTo>
                    <a:pt x="1763" y="21396"/>
                  </a:lnTo>
                  <a:lnTo>
                    <a:pt x="1862" y="21396"/>
                  </a:lnTo>
                  <a:lnTo>
                    <a:pt x="1862" y="4834"/>
                  </a:lnTo>
                  <a:lnTo>
                    <a:pt x="1862" y="2735"/>
                  </a:lnTo>
                  <a:lnTo>
                    <a:pt x="1902" y="2715"/>
                  </a:lnTo>
                  <a:lnTo>
                    <a:pt x="1942" y="2675"/>
                  </a:lnTo>
                  <a:lnTo>
                    <a:pt x="1962" y="2636"/>
                  </a:lnTo>
                  <a:lnTo>
                    <a:pt x="1981" y="2576"/>
                  </a:lnTo>
                  <a:lnTo>
                    <a:pt x="1962" y="2517"/>
                  </a:lnTo>
                  <a:lnTo>
                    <a:pt x="1922" y="2457"/>
                  </a:lnTo>
                  <a:lnTo>
                    <a:pt x="1882" y="2418"/>
                  </a:lnTo>
                  <a:lnTo>
                    <a:pt x="1744" y="2418"/>
                  </a:lnTo>
                  <a:lnTo>
                    <a:pt x="1684" y="2457"/>
                  </a:lnTo>
                  <a:lnTo>
                    <a:pt x="1664" y="2517"/>
                  </a:lnTo>
                  <a:lnTo>
                    <a:pt x="1645" y="2576"/>
                  </a:lnTo>
                  <a:lnTo>
                    <a:pt x="1645" y="2636"/>
                  </a:lnTo>
                  <a:lnTo>
                    <a:pt x="1684" y="2675"/>
                  </a:lnTo>
                  <a:lnTo>
                    <a:pt x="1724" y="2715"/>
                  </a:lnTo>
                  <a:lnTo>
                    <a:pt x="1763" y="2735"/>
                  </a:lnTo>
                  <a:lnTo>
                    <a:pt x="1763" y="4755"/>
                  </a:lnTo>
                  <a:lnTo>
                    <a:pt x="80" y="3071"/>
                  </a:lnTo>
                  <a:lnTo>
                    <a:pt x="80" y="1962"/>
                  </a:lnTo>
                  <a:lnTo>
                    <a:pt x="1744" y="298"/>
                  </a:lnTo>
                  <a:lnTo>
                    <a:pt x="1803" y="318"/>
                  </a:lnTo>
                  <a:lnTo>
                    <a:pt x="1882" y="318"/>
                  </a:lnTo>
                  <a:lnTo>
                    <a:pt x="1922" y="278"/>
                  </a:lnTo>
                  <a:lnTo>
                    <a:pt x="1962" y="219"/>
                  </a:lnTo>
                  <a:lnTo>
                    <a:pt x="1981" y="159"/>
                  </a:lnTo>
                  <a:lnTo>
                    <a:pt x="1962" y="100"/>
                  </a:lnTo>
                  <a:lnTo>
                    <a:pt x="1922" y="40"/>
                  </a:lnTo>
                  <a:lnTo>
                    <a:pt x="1882"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26"/>
            <p:cNvSpPr/>
            <p:nvPr/>
          </p:nvSpPr>
          <p:spPr>
            <a:xfrm>
              <a:off x="472875" y="1899875"/>
              <a:ext cx="49550" cy="534925"/>
            </a:xfrm>
            <a:custGeom>
              <a:avLst/>
              <a:gdLst/>
              <a:ahLst/>
              <a:cxnLst/>
              <a:rect l="l" t="t" r="r" b="b"/>
              <a:pathLst>
                <a:path w="1982" h="21397" fill="none" extrusionOk="0">
                  <a:moveTo>
                    <a:pt x="1803" y="1"/>
                  </a:moveTo>
                  <a:lnTo>
                    <a:pt x="1803" y="1"/>
                  </a:lnTo>
                  <a:lnTo>
                    <a:pt x="1744" y="1"/>
                  </a:lnTo>
                  <a:lnTo>
                    <a:pt x="1684" y="40"/>
                  </a:lnTo>
                  <a:lnTo>
                    <a:pt x="1664" y="100"/>
                  </a:lnTo>
                  <a:lnTo>
                    <a:pt x="1645" y="159"/>
                  </a:lnTo>
                  <a:lnTo>
                    <a:pt x="1645" y="159"/>
                  </a:lnTo>
                  <a:lnTo>
                    <a:pt x="1645" y="199"/>
                  </a:lnTo>
                  <a:lnTo>
                    <a:pt x="1664" y="258"/>
                  </a:lnTo>
                  <a:lnTo>
                    <a:pt x="0" y="1922"/>
                  </a:lnTo>
                  <a:lnTo>
                    <a:pt x="0" y="3111"/>
                  </a:lnTo>
                  <a:lnTo>
                    <a:pt x="1763" y="4874"/>
                  </a:lnTo>
                  <a:lnTo>
                    <a:pt x="1763" y="21396"/>
                  </a:lnTo>
                  <a:lnTo>
                    <a:pt x="1862" y="21396"/>
                  </a:lnTo>
                  <a:lnTo>
                    <a:pt x="1862" y="4834"/>
                  </a:lnTo>
                  <a:lnTo>
                    <a:pt x="1862" y="2735"/>
                  </a:lnTo>
                  <a:lnTo>
                    <a:pt x="1862" y="2735"/>
                  </a:lnTo>
                  <a:lnTo>
                    <a:pt x="1902" y="2715"/>
                  </a:lnTo>
                  <a:lnTo>
                    <a:pt x="1942" y="2675"/>
                  </a:lnTo>
                  <a:lnTo>
                    <a:pt x="1962" y="2636"/>
                  </a:lnTo>
                  <a:lnTo>
                    <a:pt x="1981" y="2576"/>
                  </a:lnTo>
                  <a:lnTo>
                    <a:pt x="1981" y="2576"/>
                  </a:lnTo>
                  <a:lnTo>
                    <a:pt x="1962" y="2517"/>
                  </a:lnTo>
                  <a:lnTo>
                    <a:pt x="1922" y="2457"/>
                  </a:lnTo>
                  <a:lnTo>
                    <a:pt x="1882" y="2418"/>
                  </a:lnTo>
                  <a:lnTo>
                    <a:pt x="1803" y="2418"/>
                  </a:lnTo>
                  <a:lnTo>
                    <a:pt x="1803" y="2418"/>
                  </a:lnTo>
                  <a:lnTo>
                    <a:pt x="1744" y="2418"/>
                  </a:lnTo>
                  <a:lnTo>
                    <a:pt x="1684" y="2457"/>
                  </a:lnTo>
                  <a:lnTo>
                    <a:pt x="1664" y="2517"/>
                  </a:lnTo>
                  <a:lnTo>
                    <a:pt x="1645" y="2576"/>
                  </a:lnTo>
                  <a:lnTo>
                    <a:pt x="1645" y="2576"/>
                  </a:lnTo>
                  <a:lnTo>
                    <a:pt x="1645" y="2636"/>
                  </a:lnTo>
                  <a:lnTo>
                    <a:pt x="1684" y="2675"/>
                  </a:lnTo>
                  <a:lnTo>
                    <a:pt x="1724" y="2715"/>
                  </a:lnTo>
                  <a:lnTo>
                    <a:pt x="1763" y="2735"/>
                  </a:lnTo>
                  <a:lnTo>
                    <a:pt x="1763" y="4755"/>
                  </a:lnTo>
                  <a:lnTo>
                    <a:pt x="80" y="3071"/>
                  </a:lnTo>
                  <a:lnTo>
                    <a:pt x="80" y="1962"/>
                  </a:lnTo>
                  <a:lnTo>
                    <a:pt x="1744" y="298"/>
                  </a:lnTo>
                  <a:lnTo>
                    <a:pt x="1744" y="298"/>
                  </a:lnTo>
                  <a:lnTo>
                    <a:pt x="1803" y="318"/>
                  </a:lnTo>
                  <a:lnTo>
                    <a:pt x="1803" y="318"/>
                  </a:lnTo>
                  <a:lnTo>
                    <a:pt x="1882" y="318"/>
                  </a:lnTo>
                  <a:lnTo>
                    <a:pt x="1922" y="278"/>
                  </a:lnTo>
                  <a:lnTo>
                    <a:pt x="1962" y="219"/>
                  </a:lnTo>
                  <a:lnTo>
                    <a:pt x="1981" y="159"/>
                  </a:lnTo>
                  <a:lnTo>
                    <a:pt x="1981" y="159"/>
                  </a:lnTo>
                  <a:lnTo>
                    <a:pt x="1962" y="100"/>
                  </a:lnTo>
                  <a:lnTo>
                    <a:pt x="1922" y="40"/>
                  </a:lnTo>
                  <a:lnTo>
                    <a:pt x="1882" y="1"/>
                  </a:lnTo>
                  <a:lnTo>
                    <a:pt x="1803"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26"/>
            <p:cNvSpPr/>
            <p:nvPr/>
          </p:nvSpPr>
          <p:spPr>
            <a:xfrm>
              <a:off x="635825" y="1904825"/>
              <a:ext cx="8425" cy="529975"/>
            </a:xfrm>
            <a:custGeom>
              <a:avLst/>
              <a:gdLst/>
              <a:ahLst/>
              <a:cxnLst/>
              <a:rect l="l" t="t" r="r" b="b"/>
              <a:pathLst>
                <a:path w="337" h="21199" extrusionOk="0">
                  <a:moveTo>
                    <a:pt x="119" y="1"/>
                  </a:moveTo>
                  <a:lnTo>
                    <a:pt x="59" y="40"/>
                  </a:lnTo>
                  <a:lnTo>
                    <a:pt x="20" y="100"/>
                  </a:lnTo>
                  <a:lnTo>
                    <a:pt x="0" y="159"/>
                  </a:lnTo>
                  <a:lnTo>
                    <a:pt x="20" y="219"/>
                  </a:lnTo>
                  <a:lnTo>
                    <a:pt x="40" y="258"/>
                  </a:lnTo>
                  <a:lnTo>
                    <a:pt x="79" y="298"/>
                  </a:lnTo>
                  <a:lnTo>
                    <a:pt x="139" y="318"/>
                  </a:lnTo>
                  <a:lnTo>
                    <a:pt x="139" y="21198"/>
                  </a:lnTo>
                  <a:lnTo>
                    <a:pt x="218" y="21198"/>
                  </a:lnTo>
                  <a:lnTo>
                    <a:pt x="218" y="318"/>
                  </a:lnTo>
                  <a:lnTo>
                    <a:pt x="277" y="298"/>
                  </a:lnTo>
                  <a:lnTo>
                    <a:pt x="317" y="258"/>
                  </a:lnTo>
                  <a:lnTo>
                    <a:pt x="337" y="219"/>
                  </a:lnTo>
                  <a:lnTo>
                    <a:pt x="337" y="159"/>
                  </a:lnTo>
                  <a:lnTo>
                    <a:pt x="337" y="100"/>
                  </a:lnTo>
                  <a:lnTo>
                    <a:pt x="297" y="40"/>
                  </a:lnTo>
                  <a:lnTo>
                    <a:pt x="238"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26"/>
            <p:cNvSpPr/>
            <p:nvPr/>
          </p:nvSpPr>
          <p:spPr>
            <a:xfrm>
              <a:off x="635825" y="1904825"/>
              <a:ext cx="8425" cy="529975"/>
            </a:xfrm>
            <a:custGeom>
              <a:avLst/>
              <a:gdLst/>
              <a:ahLst/>
              <a:cxnLst/>
              <a:rect l="l" t="t" r="r" b="b"/>
              <a:pathLst>
                <a:path w="337" h="21199" fill="none" extrusionOk="0">
                  <a:moveTo>
                    <a:pt x="178" y="1"/>
                  </a:moveTo>
                  <a:lnTo>
                    <a:pt x="178" y="1"/>
                  </a:lnTo>
                  <a:lnTo>
                    <a:pt x="119" y="1"/>
                  </a:lnTo>
                  <a:lnTo>
                    <a:pt x="59" y="40"/>
                  </a:lnTo>
                  <a:lnTo>
                    <a:pt x="20" y="100"/>
                  </a:lnTo>
                  <a:lnTo>
                    <a:pt x="0" y="159"/>
                  </a:lnTo>
                  <a:lnTo>
                    <a:pt x="0" y="159"/>
                  </a:lnTo>
                  <a:lnTo>
                    <a:pt x="20" y="219"/>
                  </a:lnTo>
                  <a:lnTo>
                    <a:pt x="40" y="258"/>
                  </a:lnTo>
                  <a:lnTo>
                    <a:pt x="79" y="298"/>
                  </a:lnTo>
                  <a:lnTo>
                    <a:pt x="139" y="318"/>
                  </a:lnTo>
                  <a:lnTo>
                    <a:pt x="139" y="21198"/>
                  </a:lnTo>
                  <a:lnTo>
                    <a:pt x="218" y="21198"/>
                  </a:lnTo>
                  <a:lnTo>
                    <a:pt x="218" y="318"/>
                  </a:lnTo>
                  <a:lnTo>
                    <a:pt x="218" y="318"/>
                  </a:lnTo>
                  <a:lnTo>
                    <a:pt x="277" y="298"/>
                  </a:lnTo>
                  <a:lnTo>
                    <a:pt x="317" y="258"/>
                  </a:lnTo>
                  <a:lnTo>
                    <a:pt x="337" y="219"/>
                  </a:lnTo>
                  <a:lnTo>
                    <a:pt x="337" y="159"/>
                  </a:lnTo>
                  <a:lnTo>
                    <a:pt x="337" y="159"/>
                  </a:lnTo>
                  <a:lnTo>
                    <a:pt x="337" y="100"/>
                  </a:lnTo>
                  <a:lnTo>
                    <a:pt x="297" y="40"/>
                  </a:lnTo>
                  <a:lnTo>
                    <a:pt x="238" y="1"/>
                  </a:lnTo>
                  <a:lnTo>
                    <a:pt x="178"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26"/>
            <p:cNvSpPr/>
            <p:nvPr/>
          </p:nvSpPr>
          <p:spPr>
            <a:xfrm>
              <a:off x="469900" y="1333800"/>
              <a:ext cx="78275" cy="1101000"/>
            </a:xfrm>
            <a:custGeom>
              <a:avLst/>
              <a:gdLst/>
              <a:ahLst/>
              <a:cxnLst/>
              <a:rect l="l" t="t" r="r" b="b"/>
              <a:pathLst>
                <a:path w="3131" h="44040" extrusionOk="0">
                  <a:moveTo>
                    <a:pt x="179" y="0"/>
                  </a:moveTo>
                  <a:lnTo>
                    <a:pt x="119" y="20"/>
                  </a:lnTo>
                  <a:lnTo>
                    <a:pt x="60" y="60"/>
                  </a:lnTo>
                  <a:lnTo>
                    <a:pt x="20" y="119"/>
                  </a:lnTo>
                  <a:lnTo>
                    <a:pt x="0" y="178"/>
                  </a:lnTo>
                  <a:lnTo>
                    <a:pt x="20" y="238"/>
                  </a:lnTo>
                  <a:lnTo>
                    <a:pt x="40" y="278"/>
                  </a:lnTo>
                  <a:lnTo>
                    <a:pt x="80" y="317"/>
                  </a:lnTo>
                  <a:lnTo>
                    <a:pt x="139" y="337"/>
                  </a:lnTo>
                  <a:lnTo>
                    <a:pt x="139" y="1684"/>
                  </a:lnTo>
                  <a:lnTo>
                    <a:pt x="1090" y="2635"/>
                  </a:lnTo>
                  <a:lnTo>
                    <a:pt x="1090" y="11272"/>
                  </a:lnTo>
                  <a:lnTo>
                    <a:pt x="3051" y="13234"/>
                  </a:lnTo>
                  <a:lnTo>
                    <a:pt x="3051" y="44039"/>
                  </a:lnTo>
                  <a:lnTo>
                    <a:pt x="3131" y="44039"/>
                  </a:lnTo>
                  <a:lnTo>
                    <a:pt x="3131" y="13194"/>
                  </a:lnTo>
                  <a:lnTo>
                    <a:pt x="1169" y="11233"/>
                  </a:lnTo>
                  <a:lnTo>
                    <a:pt x="1169" y="2595"/>
                  </a:lnTo>
                  <a:lnTo>
                    <a:pt x="218" y="1644"/>
                  </a:lnTo>
                  <a:lnTo>
                    <a:pt x="218" y="337"/>
                  </a:lnTo>
                  <a:lnTo>
                    <a:pt x="278" y="317"/>
                  </a:lnTo>
                  <a:lnTo>
                    <a:pt x="317" y="278"/>
                  </a:lnTo>
                  <a:lnTo>
                    <a:pt x="337" y="238"/>
                  </a:lnTo>
                  <a:lnTo>
                    <a:pt x="337" y="178"/>
                  </a:lnTo>
                  <a:lnTo>
                    <a:pt x="337" y="119"/>
                  </a:lnTo>
                  <a:lnTo>
                    <a:pt x="298" y="60"/>
                  </a:lnTo>
                  <a:lnTo>
                    <a:pt x="238" y="20"/>
                  </a:lnTo>
                  <a:lnTo>
                    <a:pt x="179"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26"/>
            <p:cNvSpPr/>
            <p:nvPr/>
          </p:nvSpPr>
          <p:spPr>
            <a:xfrm>
              <a:off x="469900" y="1333800"/>
              <a:ext cx="78275" cy="1101000"/>
            </a:xfrm>
            <a:custGeom>
              <a:avLst/>
              <a:gdLst/>
              <a:ahLst/>
              <a:cxnLst/>
              <a:rect l="l" t="t" r="r" b="b"/>
              <a:pathLst>
                <a:path w="3131" h="44040" fill="none" extrusionOk="0">
                  <a:moveTo>
                    <a:pt x="179" y="0"/>
                  </a:moveTo>
                  <a:lnTo>
                    <a:pt x="179" y="0"/>
                  </a:lnTo>
                  <a:lnTo>
                    <a:pt x="119" y="20"/>
                  </a:lnTo>
                  <a:lnTo>
                    <a:pt x="60" y="60"/>
                  </a:lnTo>
                  <a:lnTo>
                    <a:pt x="20" y="119"/>
                  </a:lnTo>
                  <a:lnTo>
                    <a:pt x="0" y="178"/>
                  </a:lnTo>
                  <a:lnTo>
                    <a:pt x="0" y="178"/>
                  </a:lnTo>
                  <a:lnTo>
                    <a:pt x="20" y="238"/>
                  </a:lnTo>
                  <a:lnTo>
                    <a:pt x="40" y="278"/>
                  </a:lnTo>
                  <a:lnTo>
                    <a:pt x="80" y="317"/>
                  </a:lnTo>
                  <a:lnTo>
                    <a:pt x="139" y="337"/>
                  </a:lnTo>
                  <a:lnTo>
                    <a:pt x="139" y="1684"/>
                  </a:lnTo>
                  <a:lnTo>
                    <a:pt x="1090" y="2635"/>
                  </a:lnTo>
                  <a:lnTo>
                    <a:pt x="1090" y="11272"/>
                  </a:lnTo>
                  <a:lnTo>
                    <a:pt x="3051" y="13234"/>
                  </a:lnTo>
                  <a:lnTo>
                    <a:pt x="3051" y="44039"/>
                  </a:lnTo>
                  <a:lnTo>
                    <a:pt x="3131" y="44039"/>
                  </a:lnTo>
                  <a:lnTo>
                    <a:pt x="3131" y="13194"/>
                  </a:lnTo>
                  <a:lnTo>
                    <a:pt x="1169" y="11233"/>
                  </a:lnTo>
                  <a:lnTo>
                    <a:pt x="1169" y="2595"/>
                  </a:lnTo>
                  <a:lnTo>
                    <a:pt x="218" y="1644"/>
                  </a:lnTo>
                  <a:lnTo>
                    <a:pt x="218" y="337"/>
                  </a:lnTo>
                  <a:lnTo>
                    <a:pt x="218" y="337"/>
                  </a:lnTo>
                  <a:lnTo>
                    <a:pt x="278" y="317"/>
                  </a:lnTo>
                  <a:lnTo>
                    <a:pt x="317" y="278"/>
                  </a:lnTo>
                  <a:lnTo>
                    <a:pt x="337" y="238"/>
                  </a:lnTo>
                  <a:lnTo>
                    <a:pt x="337" y="178"/>
                  </a:lnTo>
                  <a:lnTo>
                    <a:pt x="337" y="178"/>
                  </a:lnTo>
                  <a:lnTo>
                    <a:pt x="337" y="119"/>
                  </a:lnTo>
                  <a:lnTo>
                    <a:pt x="298" y="60"/>
                  </a:lnTo>
                  <a:lnTo>
                    <a:pt x="238" y="20"/>
                  </a:lnTo>
                  <a:lnTo>
                    <a:pt x="179"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26"/>
            <p:cNvSpPr/>
            <p:nvPr/>
          </p:nvSpPr>
          <p:spPr>
            <a:xfrm>
              <a:off x="868600" y="1090625"/>
              <a:ext cx="77775" cy="1344175"/>
            </a:xfrm>
            <a:custGeom>
              <a:avLst/>
              <a:gdLst/>
              <a:ahLst/>
              <a:cxnLst/>
              <a:rect l="l" t="t" r="r" b="b"/>
              <a:pathLst>
                <a:path w="3111" h="53767" extrusionOk="0">
                  <a:moveTo>
                    <a:pt x="2952" y="0"/>
                  </a:moveTo>
                  <a:lnTo>
                    <a:pt x="2892" y="20"/>
                  </a:lnTo>
                  <a:lnTo>
                    <a:pt x="2833" y="60"/>
                  </a:lnTo>
                  <a:lnTo>
                    <a:pt x="2793" y="99"/>
                  </a:lnTo>
                  <a:lnTo>
                    <a:pt x="2774" y="178"/>
                  </a:lnTo>
                  <a:lnTo>
                    <a:pt x="2793" y="218"/>
                  </a:lnTo>
                  <a:lnTo>
                    <a:pt x="2813" y="278"/>
                  </a:lnTo>
                  <a:lnTo>
                    <a:pt x="2853" y="317"/>
                  </a:lnTo>
                  <a:lnTo>
                    <a:pt x="2912" y="337"/>
                  </a:lnTo>
                  <a:lnTo>
                    <a:pt x="2912" y="1644"/>
                  </a:lnTo>
                  <a:lnTo>
                    <a:pt x="1961" y="2595"/>
                  </a:lnTo>
                  <a:lnTo>
                    <a:pt x="1961" y="11233"/>
                  </a:lnTo>
                  <a:lnTo>
                    <a:pt x="0" y="13194"/>
                  </a:lnTo>
                  <a:lnTo>
                    <a:pt x="0" y="53766"/>
                  </a:lnTo>
                  <a:lnTo>
                    <a:pt x="79" y="53766"/>
                  </a:lnTo>
                  <a:lnTo>
                    <a:pt x="79" y="13234"/>
                  </a:lnTo>
                  <a:lnTo>
                    <a:pt x="2041" y="11272"/>
                  </a:lnTo>
                  <a:lnTo>
                    <a:pt x="2041" y="2635"/>
                  </a:lnTo>
                  <a:lnTo>
                    <a:pt x="2991" y="1684"/>
                  </a:lnTo>
                  <a:lnTo>
                    <a:pt x="2991" y="337"/>
                  </a:lnTo>
                  <a:lnTo>
                    <a:pt x="3051" y="317"/>
                  </a:lnTo>
                  <a:lnTo>
                    <a:pt x="3091" y="278"/>
                  </a:lnTo>
                  <a:lnTo>
                    <a:pt x="3110" y="218"/>
                  </a:lnTo>
                  <a:lnTo>
                    <a:pt x="3110" y="178"/>
                  </a:lnTo>
                  <a:lnTo>
                    <a:pt x="3110" y="99"/>
                  </a:lnTo>
                  <a:lnTo>
                    <a:pt x="3071" y="60"/>
                  </a:lnTo>
                  <a:lnTo>
                    <a:pt x="3011" y="20"/>
                  </a:lnTo>
                  <a:lnTo>
                    <a:pt x="2952"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26"/>
            <p:cNvSpPr/>
            <p:nvPr/>
          </p:nvSpPr>
          <p:spPr>
            <a:xfrm>
              <a:off x="868600" y="1090625"/>
              <a:ext cx="77775" cy="1344175"/>
            </a:xfrm>
            <a:custGeom>
              <a:avLst/>
              <a:gdLst/>
              <a:ahLst/>
              <a:cxnLst/>
              <a:rect l="l" t="t" r="r" b="b"/>
              <a:pathLst>
                <a:path w="3111" h="53767" fill="none" extrusionOk="0">
                  <a:moveTo>
                    <a:pt x="2952" y="0"/>
                  </a:moveTo>
                  <a:lnTo>
                    <a:pt x="2952" y="0"/>
                  </a:lnTo>
                  <a:lnTo>
                    <a:pt x="2892" y="20"/>
                  </a:lnTo>
                  <a:lnTo>
                    <a:pt x="2833" y="60"/>
                  </a:lnTo>
                  <a:lnTo>
                    <a:pt x="2793" y="99"/>
                  </a:lnTo>
                  <a:lnTo>
                    <a:pt x="2774" y="178"/>
                  </a:lnTo>
                  <a:lnTo>
                    <a:pt x="2774" y="178"/>
                  </a:lnTo>
                  <a:lnTo>
                    <a:pt x="2793" y="218"/>
                  </a:lnTo>
                  <a:lnTo>
                    <a:pt x="2813" y="278"/>
                  </a:lnTo>
                  <a:lnTo>
                    <a:pt x="2853" y="317"/>
                  </a:lnTo>
                  <a:lnTo>
                    <a:pt x="2912" y="337"/>
                  </a:lnTo>
                  <a:lnTo>
                    <a:pt x="2912" y="1644"/>
                  </a:lnTo>
                  <a:lnTo>
                    <a:pt x="1961" y="2595"/>
                  </a:lnTo>
                  <a:lnTo>
                    <a:pt x="1961" y="11233"/>
                  </a:lnTo>
                  <a:lnTo>
                    <a:pt x="0" y="13194"/>
                  </a:lnTo>
                  <a:lnTo>
                    <a:pt x="0" y="53766"/>
                  </a:lnTo>
                  <a:lnTo>
                    <a:pt x="79" y="53766"/>
                  </a:lnTo>
                  <a:lnTo>
                    <a:pt x="79" y="13234"/>
                  </a:lnTo>
                  <a:lnTo>
                    <a:pt x="2041" y="11272"/>
                  </a:lnTo>
                  <a:lnTo>
                    <a:pt x="2041" y="2635"/>
                  </a:lnTo>
                  <a:lnTo>
                    <a:pt x="2991" y="1684"/>
                  </a:lnTo>
                  <a:lnTo>
                    <a:pt x="2991" y="337"/>
                  </a:lnTo>
                  <a:lnTo>
                    <a:pt x="2991" y="337"/>
                  </a:lnTo>
                  <a:lnTo>
                    <a:pt x="3051" y="317"/>
                  </a:lnTo>
                  <a:lnTo>
                    <a:pt x="3091" y="278"/>
                  </a:lnTo>
                  <a:lnTo>
                    <a:pt x="3110" y="218"/>
                  </a:lnTo>
                  <a:lnTo>
                    <a:pt x="3110" y="178"/>
                  </a:lnTo>
                  <a:lnTo>
                    <a:pt x="3110" y="178"/>
                  </a:lnTo>
                  <a:lnTo>
                    <a:pt x="3110" y="99"/>
                  </a:lnTo>
                  <a:lnTo>
                    <a:pt x="3071" y="60"/>
                  </a:lnTo>
                  <a:lnTo>
                    <a:pt x="3011" y="20"/>
                  </a:lnTo>
                  <a:lnTo>
                    <a:pt x="2952"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26"/>
            <p:cNvSpPr/>
            <p:nvPr/>
          </p:nvSpPr>
          <p:spPr>
            <a:xfrm>
              <a:off x="894350" y="1656700"/>
              <a:ext cx="49550" cy="778100"/>
            </a:xfrm>
            <a:custGeom>
              <a:avLst/>
              <a:gdLst/>
              <a:ahLst/>
              <a:cxnLst/>
              <a:rect l="l" t="t" r="r" b="b"/>
              <a:pathLst>
                <a:path w="1982" h="31124" extrusionOk="0">
                  <a:moveTo>
                    <a:pt x="159" y="1"/>
                  </a:moveTo>
                  <a:lnTo>
                    <a:pt x="99" y="21"/>
                  </a:lnTo>
                  <a:lnTo>
                    <a:pt x="40" y="40"/>
                  </a:lnTo>
                  <a:lnTo>
                    <a:pt x="20" y="100"/>
                  </a:lnTo>
                  <a:lnTo>
                    <a:pt x="0" y="159"/>
                  </a:lnTo>
                  <a:lnTo>
                    <a:pt x="20" y="238"/>
                  </a:lnTo>
                  <a:lnTo>
                    <a:pt x="40" y="278"/>
                  </a:lnTo>
                  <a:lnTo>
                    <a:pt x="99" y="318"/>
                  </a:lnTo>
                  <a:lnTo>
                    <a:pt x="159" y="337"/>
                  </a:lnTo>
                  <a:lnTo>
                    <a:pt x="218" y="337"/>
                  </a:lnTo>
                  <a:lnTo>
                    <a:pt x="258" y="318"/>
                  </a:lnTo>
                  <a:lnTo>
                    <a:pt x="1902" y="1962"/>
                  </a:lnTo>
                  <a:lnTo>
                    <a:pt x="1902" y="3071"/>
                  </a:lnTo>
                  <a:lnTo>
                    <a:pt x="218" y="4755"/>
                  </a:lnTo>
                  <a:lnTo>
                    <a:pt x="218" y="2735"/>
                  </a:lnTo>
                  <a:lnTo>
                    <a:pt x="258" y="2715"/>
                  </a:lnTo>
                  <a:lnTo>
                    <a:pt x="297" y="2675"/>
                  </a:lnTo>
                  <a:lnTo>
                    <a:pt x="317" y="2616"/>
                  </a:lnTo>
                  <a:lnTo>
                    <a:pt x="337" y="2576"/>
                  </a:lnTo>
                  <a:lnTo>
                    <a:pt x="317" y="2497"/>
                  </a:lnTo>
                  <a:lnTo>
                    <a:pt x="278" y="2457"/>
                  </a:lnTo>
                  <a:lnTo>
                    <a:pt x="238" y="2418"/>
                  </a:lnTo>
                  <a:lnTo>
                    <a:pt x="159" y="2398"/>
                  </a:lnTo>
                  <a:lnTo>
                    <a:pt x="99" y="2418"/>
                  </a:lnTo>
                  <a:lnTo>
                    <a:pt x="40" y="2457"/>
                  </a:lnTo>
                  <a:lnTo>
                    <a:pt x="20" y="2497"/>
                  </a:lnTo>
                  <a:lnTo>
                    <a:pt x="0" y="2576"/>
                  </a:lnTo>
                  <a:lnTo>
                    <a:pt x="0" y="2616"/>
                  </a:lnTo>
                  <a:lnTo>
                    <a:pt x="40" y="2675"/>
                  </a:lnTo>
                  <a:lnTo>
                    <a:pt x="79" y="2715"/>
                  </a:lnTo>
                  <a:lnTo>
                    <a:pt x="119" y="2735"/>
                  </a:lnTo>
                  <a:lnTo>
                    <a:pt x="119" y="31123"/>
                  </a:lnTo>
                  <a:lnTo>
                    <a:pt x="218" y="31123"/>
                  </a:lnTo>
                  <a:lnTo>
                    <a:pt x="218" y="4874"/>
                  </a:lnTo>
                  <a:lnTo>
                    <a:pt x="1981" y="3091"/>
                  </a:lnTo>
                  <a:lnTo>
                    <a:pt x="1981" y="1922"/>
                  </a:lnTo>
                  <a:lnTo>
                    <a:pt x="317" y="258"/>
                  </a:lnTo>
                  <a:lnTo>
                    <a:pt x="337" y="219"/>
                  </a:lnTo>
                  <a:lnTo>
                    <a:pt x="337" y="159"/>
                  </a:lnTo>
                  <a:lnTo>
                    <a:pt x="317" y="100"/>
                  </a:lnTo>
                  <a:lnTo>
                    <a:pt x="278" y="40"/>
                  </a:lnTo>
                  <a:lnTo>
                    <a:pt x="238" y="21"/>
                  </a:lnTo>
                  <a:lnTo>
                    <a:pt x="159"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26"/>
            <p:cNvSpPr/>
            <p:nvPr/>
          </p:nvSpPr>
          <p:spPr>
            <a:xfrm>
              <a:off x="894350" y="1656700"/>
              <a:ext cx="49550" cy="778100"/>
            </a:xfrm>
            <a:custGeom>
              <a:avLst/>
              <a:gdLst/>
              <a:ahLst/>
              <a:cxnLst/>
              <a:rect l="l" t="t" r="r" b="b"/>
              <a:pathLst>
                <a:path w="1982" h="31124" fill="none" extrusionOk="0">
                  <a:moveTo>
                    <a:pt x="159" y="1"/>
                  </a:moveTo>
                  <a:lnTo>
                    <a:pt x="159" y="1"/>
                  </a:lnTo>
                  <a:lnTo>
                    <a:pt x="159" y="1"/>
                  </a:lnTo>
                  <a:lnTo>
                    <a:pt x="159" y="1"/>
                  </a:lnTo>
                  <a:lnTo>
                    <a:pt x="99" y="21"/>
                  </a:lnTo>
                  <a:lnTo>
                    <a:pt x="40" y="40"/>
                  </a:lnTo>
                  <a:lnTo>
                    <a:pt x="20" y="100"/>
                  </a:lnTo>
                  <a:lnTo>
                    <a:pt x="0" y="159"/>
                  </a:lnTo>
                  <a:lnTo>
                    <a:pt x="0" y="159"/>
                  </a:lnTo>
                  <a:lnTo>
                    <a:pt x="20" y="238"/>
                  </a:lnTo>
                  <a:lnTo>
                    <a:pt x="40" y="278"/>
                  </a:lnTo>
                  <a:lnTo>
                    <a:pt x="99" y="318"/>
                  </a:lnTo>
                  <a:lnTo>
                    <a:pt x="159" y="337"/>
                  </a:lnTo>
                  <a:lnTo>
                    <a:pt x="159" y="337"/>
                  </a:lnTo>
                  <a:lnTo>
                    <a:pt x="218" y="337"/>
                  </a:lnTo>
                  <a:lnTo>
                    <a:pt x="258" y="318"/>
                  </a:lnTo>
                  <a:lnTo>
                    <a:pt x="1902" y="1962"/>
                  </a:lnTo>
                  <a:lnTo>
                    <a:pt x="1902" y="3071"/>
                  </a:lnTo>
                  <a:lnTo>
                    <a:pt x="218" y="4755"/>
                  </a:lnTo>
                  <a:lnTo>
                    <a:pt x="218" y="2735"/>
                  </a:lnTo>
                  <a:lnTo>
                    <a:pt x="218" y="2735"/>
                  </a:lnTo>
                  <a:lnTo>
                    <a:pt x="258" y="2715"/>
                  </a:lnTo>
                  <a:lnTo>
                    <a:pt x="297" y="2675"/>
                  </a:lnTo>
                  <a:lnTo>
                    <a:pt x="317" y="2616"/>
                  </a:lnTo>
                  <a:lnTo>
                    <a:pt x="337" y="2576"/>
                  </a:lnTo>
                  <a:lnTo>
                    <a:pt x="337" y="2576"/>
                  </a:lnTo>
                  <a:lnTo>
                    <a:pt x="317" y="2497"/>
                  </a:lnTo>
                  <a:lnTo>
                    <a:pt x="278" y="2457"/>
                  </a:lnTo>
                  <a:lnTo>
                    <a:pt x="238" y="2418"/>
                  </a:lnTo>
                  <a:lnTo>
                    <a:pt x="159" y="2398"/>
                  </a:lnTo>
                  <a:lnTo>
                    <a:pt x="159" y="2398"/>
                  </a:lnTo>
                  <a:lnTo>
                    <a:pt x="99" y="2418"/>
                  </a:lnTo>
                  <a:lnTo>
                    <a:pt x="40" y="2457"/>
                  </a:lnTo>
                  <a:lnTo>
                    <a:pt x="20" y="2497"/>
                  </a:lnTo>
                  <a:lnTo>
                    <a:pt x="0" y="2576"/>
                  </a:lnTo>
                  <a:lnTo>
                    <a:pt x="0" y="2576"/>
                  </a:lnTo>
                  <a:lnTo>
                    <a:pt x="0" y="2616"/>
                  </a:lnTo>
                  <a:lnTo>
                    <a:pt x="40" y="2675"/>
                  </a:lnTo>
                  <a:lnTo>
                    <a:pt x="79" y="2715"/>
                  </a:lnTo>
                  <a:lnTo>
                    <a:pt x="119" y="2735"/>
                  </a:lnTo>
                  <a:lnTo>
                    <a:pt x="119" y="31123"/>
                  </a:lnTo>
                  <a:lnTo>
                    <a:pt x="218" y="31123"/>
                  </a:lnTo>
                  <a:lnTo>
                    <a:pt x="218" y="4874"/>
                  </a:lnTo>
                  <a:lnTo>
                    <a:pt x="1981" y="3091"/>
                  </a:lnTo>
                  <a:lnTo>
                    <a:pt x="1981" y="1922"/>
                  </a:lnTo>
                  <a:lnTo>
                    <a:pt x="317" y="258"/>
                  </a:lnTo>
                  <a:lnTo>
                    <a:pt x="317" y="258"/>
                  </a:lnTo>
                  <a:lnTo>
                    <a:pt x="337" y="219"/>
                  </a:lnTo>
                  <a:lnTo>
                    <a:pt x="337" y="159"/>
                  </a:lnTo>
                  <a:lnTo>
                    <a:pt x="337" y="159"/>
                  </a:lnTo>
                  <a:lnTo>
                    <a:pt x="317" y="100"/>
                  </a:lnTo>
                  <a:lnTo>
                    <a:pt x="278" y="40"/>
                  </a:lnTo>
                  <a:lnTo>
                    <a:pt x="238" y="21"/>
                  </a:lnTo>
                  <a:lnTo>
                    <a:pt x="159"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26"/>
            <p:cNvSpPr/>
            <p:nvPr/>
          </p:nvSpPr>
          <p:spPr>
            <a:xfrm>
              <a:off x="614525" y="1073275"/>
              <a:ext cx="187725" cy="1361525"/>
            </a:xfrm>
            <a:custGeom>
              <a:avLst/>
              <a:gdLst/>
              <a:ahLst/>
              <a:cxnLst/>
              <a:rect l="l" t="t" r="r" b="b"/>
              <a:pathLst>
                <a:path w="7509" h="54461" extrusionOk="0">
                  <a:moveTo>
                    <a:pt x="5488" y="1"/>
                  </a:moveTo>
                  <a:lnTo>
                    <a:pt x="5428" y="21"/>
                  </a:lnTo>
                  <a:lnTo>
                    <a:pt x="5369" y="60"/>
                  </a:lnTo>
                  <a:lnTo>
                    <a:pt x="5349" y="120"/>
                  </a:lnTo>
                  <a:lnTo>
                    <a:pt x="5329" y="179"/>
                  </a:lnTo>
                  <a:lnTo>
                    <a:pt x="5329" y="239"/>
                  </a:lnTo>
                  <a:lnTo>
                    <a:pt x="5369" y="278"/>
                  </a:lnTo>
                  <a:lnTo>
                    <a:pt x="5408" y="318"/>
                  </a:lnTo>
                  <a:lnTo>
                    <a:pt x="5448" y="338"/>
                  </a:lnTo>
                  <a:lnTo>
                    <a:pt x="5448" y="8143"/>
                  </a:lnTo>
                  <a:lnTo>
                    <a:pt x="7409" y="10104"/>
                  </a:lnTo>
                  <a:lnTo>
                    <a:pt x="7409" y="17216"/>
                  </a:lnTo>
                  <a:lnTo>
                    <a:pt x="5448" y="19177"/>
                  </a:lnTo>
                  <a:lnTo>
                    <a:pt x="5448" y="27122"/>
                  </a:lnTo>
                  <a:lnTo>
                    <a:pt x="3011" y="29558"/>
                  </a:lnTo>
                  <a:lnTo>
                    <a:pt x="3011" y="34412"/>
                  </a:lnTo>
                  <a:lnTo>
                    <a:pt x="4418" y="35818"/>
                  </a:lnTo>
                  <a:lnTo>
                    <a:pt x="4418" y="39206"/>
                  </a:lnTo>
                  <a:lnTo>
                    <a:pt x="2060" y="36849"/>
                  </a:lnTo>
                  <a:lnTo>
                    <a:pt x="2060" y="28904"/>
                  </a:lnTo>
                  <a:lnTo>
                    <a:pt x="79" y="26943"/>
                  </a:lnTo>
                  <a:lnTo>
                    <a:pt x="79" y="19831"/>
                  </a:lnTo>
                  <a:lnTo>
                    <a:pt x="2060" y="17870"/>
                  </a:lnTo>
                  <a:lnTo>
                    <a:pt x="2060" y="10065"/>
                  </a:lnTo>
                  <a:lnTo>
                    <a:pt x="2100" y="10045"/>
                  </a:lnTo>
                  <a:lnTo>
                    <a:pt x="2140" y="10005"/>
                  </a:lnTo>
                  <a:lnTo>
                    <a:pt x="2179" y="9966"/>
                  </a:lnTo>
                  <a:lnTo>
                    <a:pt x="2179" y="9906"/>
                  </a:lnTo>
                  <a:lnTo>
                    <a:pt x="2160" y="9847"/>
                  </a:lnTo>
                  <a:lnTo>
                    <a:pt x="2140" y="9787"/>
                  </a:lnTo>
                  <a:lnTo>
                    <a:pt x="2080" y="9748"/>
                  </a:lnTo>
                  <a:lnTo>
                    <a:pt x="1942" y="9748"/>
                  </a:lnTo>
                  <a:lnTo>
                    <a:pt x="1902" y="9787"/>
                  </a:lnTo>
                  <a:lnTo>
                    <a:pt x="1862" y="9847"/>
                  </a:lnTo>
                  <a:lnTo>
                    <a:pt x="1843" y="9906"/>
                  </a:lnTo>
                  <a:lnTo>
                    <a:pt x="1862" y="9966"/>
                  </a:lnTo>
                  <a:lnTo>
                    <a:pt x="1882" y="10005"/>
                  </a:lnTo>
                  <a:lnTo>
                    <a:pt x="1922" y="10045"/>
                  </a:lnTo>
                  <a:lnTo>
                    <a:pt x="1961" y="10065"/>
                  </a:lnTo>
                  <a:lnTo>
                    <a:pt x="1961" y="17830"/>
                  </a:lnTo>
                  <a:lnTo>
                    <a:pt x="0" y="19792"/>
                  </a:lnTo>
                  <a:lnTo>
                    <a:pt x="0" y="26983"/>
                  </a:lnTo>
                  <a:lnTo>
                    <a:pt x="1961" y="28944"/>
                  </a:lnTo>
                  <a:lnTo>
                    <a:pt x="1961" y="36888"/>
                  </a:lnTo>
                  <a:lnTo>
                    <a:pt x="4418" y="39325"/>
                  </a:lnTo>
                  <a:lnTo>
                    <a:pt x="4418" y="54460"/>
                  </a:lnTo>
                  <a:lnTo>
                    <a:pt x="4497" y="54460"/>
                  </a:lnTo>
                  <a:lnTo>
                    <a:pt x="4497" y="39285"/>
                  </a:lnTo>
                  <a:lnTo>
                    <a:pt x="4497" y="33540"/>
                  </a:lnTo>
                  <a:lnTo>
                    <a:pt x="7508" y="30529"/>
                  </a:lnTo>
                  <a:lnTo>
                    <a:pt x="7508" y="20505"/>
                  </a:lnTo>
                  <a:lnTo>
                    <a:pt x="7409" y="20505"/>
                  </a:lnTo>
                  <a:lnTo>
                    <a:pt x="7409" y="30509"/>
                  </a:lnTo>
                  <a:lnTo>
                    <a:pt x="4497" y="33421"/>
                  </a:lnTo>
                  <a:lnTo>
                    <a:pt x="4497" y="32530"/>
                  </a:lnTo>
                  <a:lnTo>
                    <a:pt x="6518" y="30529"/>
                  </a:lnTo>
                  <a:lnTo>
                    <a:pt x="6518" y="23694"/>
                  </a:lnTo>
                  <a:lnTo>
                    <a:pt x="6439" y="23694"/>
                  </a:lnTo>
                  <a:lnTo>
                    <a:pt x="6439" y="30509"/>
                  </a:lnTo>
                  <a:lnTo>
                    <a:pt x="4418" y="32510"/>
                  </a:lnTo>
                  <a:lnTo>
                    <a:pt x="4418" y="35700"/>
                  </a:lnTo>
                  <a:lnTo>
                    <a:pt x="3091" y="34392"/>
                  </a:lnTo>
                  <a:lnTo>
                    <a:pt x="3091" y="29598"/>
                  </a:lnTo>
                  <a:lnTo>
                    <a:pt x="5547" y="27161"/>
                  </a:lnTo>
                  <a:lnTo>
                    <a:pt x="5547" y="19217"/>
                  </a:lnTo>
                  <a:lnTo>
                    <a:pt x="7508" y="17256"/>
                  </a:lnTo>
                  <a:lnTo>
                    <a:pt x="7508" y="10065"/>
                  </a:lnTo>
                  <a:lnTo>
                    <a:pt x="5547" y="8103"/>
                  </a:lnTo>
                  <a:lnTo>
                    <a:pt x="5547" y="338"/>
                  </a:lnTo>
                  <a:lnTo>
                    <a:pt x="5587" y="318"/>
                  </a:lnTo>
                  <a:lnTo>
                    <a:pt x="5626" y="278"/>
                  </a:lnTo>
                  <a:lnTo>
                    <a:pt x="5646" y="239"/>
                  </a:lnTo>
                  <a:lnTo>
                    <a:pt x="5666" y="179"/>
                  </a:lnTo>
                  <a:lnTo>
                    <a:pt x="5646" y="120"/>
                  </a:lnTo>
                  <a:lnTo>
                    <a:pt x="5607" y="60"/>
                  </a:lnTo>
                  <a:lnTo>
                    <a:pt x="5567" y="21"/>
                  </a:lnTo>
                  <a:lnTo>
                    <a:pt x="5488"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26"/>
            <p:cNvSpPr/>
            <p:nvPr/>
          </p:nvSpPr>
          <p:spPr>
            <a:xfrm>
              <a:off x="614525" y="1073275"/>
              <a:ext cx="187725" cy="1361525"/>
            </a:xfrm>
            <a:custGeom>
              <a:avLst/>
              <a:gdLst/>
              <a:ahLst/>
              <a:cxnLst/>
              <a:rect l="l" t="t" r="r" b="b"/>
              <a:pathLst>
                <a:path w="7509" h="54461" fill="none" extrusionOk="0">
                  <a:moveTo>
                    <a:pt x="5488" y="1"/>
                  </a:moveTo>
                  <a:lnTo>
                    <a:pt x="5488" y="1"/>
                  </a:lnTo>
                  <a:lnTo>
                    <a:pt x="5428" y="21"/>
                  </a:lnTo>
                  <a:lnTo>
                    <a:pt x="5369" y="60"/>
                  </a:lnTo>
                  <a:lnTo>
                    <a:pt x="5349" y="120"/>
                  </a:lnTo>
                  <a:lnTo>
                    <a:pt x="5329" y="179"/>
                  </a:lnTo>
                  <a:lnTo>
                    <a:pt x="5329" y="179"/>
                  </a:lnTo>
                  <a:lnTo>
                    <a:pt x="5329" y="239"/>
                  </a:lnTo>
                  <a:lnTo>
                    <a:pt x="5369" y="278"/>
                  </a:lnTo>
                  <a:lnTo>
                    <a:pt x="5408" y="318"/>
                  </a:lnTo>
                  <a:lnTo>
                    <a:pt x="5448" y="338"/>
                  </a:lnTo>
                  <a:lnTo>
                    <a:pt x="5448" y="8143"/>
                  </a:lnTo>
                  <a:lnTo>
                    <a:pt x="7409" y="10104"/>
                  </a:lnTo>
                  <a:lnTo>
                    <a:pt x="7409" y="17216"/>
                  </a:lnTo>
                  <a:lnTo>
                    <a:pt x="5448" y="19177"/>
                  </a:lnTo>
                  <a:lnTo>
                    <a:pt x="5448" y="27122"/>
                  </a:lnTo>
                  <a:lnTo>
                    <a:pt x="3011" y="29558"/>
                  </a:lnTo>
                  <a:lnTo>
                    <a:pt x="3011" y="34412"/>
                  </a:lnTo>
                  <a:lnTo>
                    <a:pt x="4418" y="35818"/>
                  </a:lnTo>
                  <a:lnTo>
                    <a:pt x="4418" y="39206"/>
                  </a:lnTo>
                  <a:lnTo>
                    <a:pt x="2060" y="36849"/>
                  </a:lnTo>
                  <a:lnTo>
                    <a:pt x="2060" y="28904"/>
                  </a:lnTo>
                  <a:lnTo>
                    <a:pt x="79" y="26943"/>
                  </a:lnTo>
                  <a:lnTo>
                    <a:pt x="79" y="19831"/>
                  </a:lnTo>
                  <a:lnTo>
                    <a:pt x="2060" y="17870"/>
                  </a:lnTo>
                  <a:lnTo>
                    <a:pt x="2060" y="10065"/>
                  </a:lnTo>
                  <a:lnTo>
                    <a:pt x="2060" y="10065"/>
                  </a:lnTo>
                  <a:lnTo>
                    <a:pt x="2100" y="10045"/>
                  </a:lnTo>
                  <a:lnTo>
                    <a:pt x="2140" y="10005"/>
                  </a:lnTo>
                  <a:lnTo>
                    <a:pt x="2179" y="9966"/>
                  </a:lnTo>
                  <a:lnTo>
                    <a:pt x="2179" y="9906"/>
                  </a:lnTo>
                  <a:lnTo>
                    <a:pt x="2179" y="9906"/>
                  </a:lnTo>
                  <a:lnTo>
                    <a:pt x="2160" y="9847"/>
                  </a:lnTo>
                  <a:lnTo>
                    <a:pt x="2140" y="9787"/>
                  </a:lnTo>
                  <a:lnTo>
                    <a:pt x="2080" y="9748"/>
                  </a:lnTo>
                  <a:lnTo>
                    <a:pt x="2021" y="9748"/>
                  </a:lnTo>
                  <a:lnTo>
                    <a:pt x="2021" y="9748"/>
                  </a:lnTo>
                  <a:lnTo>
                    <a:pt x="1942" y="9748"/>
                  </a:lnTo>
                  <a:lnTo>
                    <a:pt x="1902" y="9787"/>
                  </a:lnTo>
                  <a:lnTo>
                    <a:pt x="1862" y="9847"/>
                  </a:lnTo>
                  <a:lnTo>
                    <a:pt x="1843" y="9906"/>
                  </a:lnTo>
                  <a:lnTo>
                    <a:pt x="1843" y="9906"/>
                  </a:lnTo>
                  <a:lnTo>
                    <a:pt x="1862" y="9966"/>
                  </a:lnTo>
                  <a:lnTo>
                    <a:pt x="1882" y="10005"/>
                  </a:lnTo>
                  <a:lnTo>
                    <a:pt x="1922" y="10045"/>
                  </a:lnTo>
                  <a:lnTo>
                    <a:pt x="1961" y="10065"/>
                  </a:lnTo>
                  <a:lnTo>
                    <a:pt x="1961" y="17830"/>
                  </a:lnTo>
                  <a:lnTo>
                    <a:pt x="0" y="19792"/>
                  </a:lnTo>
                  <a:lnTo>
                    <a:pt x="0" y="26983"/>
                  </a:lnTo>
                  <a:lnTo>
                    <a:pt x="1961" y="28944"/>
                  </a:lnTo>
                  <a:lnTo>
                    <a:pt x="1961" y="36888"/>
                  </a:lnTo>
                  <a:lnTo>
                    <a:pt x="4418" y="39325"/>
                  </a:lnTo>
                  <a:lnTo>
                    <a:pt x="4418" y="54460"/>
                  </a:lnTo>
                  <a:lnTo>
                    <a:pt x="4497" y="54460"/>
                  </a:lnTo>
                  <a:lnTo>
                    <a:pt x="4497" y="39285"/>
                  </a:lnTo>
                  <a:lnTo>
                    <a:pt x="4497" y="33540"/>
                  </a:lnTo>
                  <a:lnTo>
                    <a:pt x="7508" y="30529"/>
                  </a:lnTo>
                  <a:lnTo>
                    <a:pt x="7508" y="20505"/>
                  </a:lnTo>
                  <a:lnTo>
                    <a:pt x="7409" y="20505"/>
                  </a:lnTo>
                  <a:lnTo>
                    <a:pt x="7409" y="30509"/>
                  </a:lnTo>
                  <a:lnTo>
                    <a:pt x="4497" y="33421"/>
                  </a:lnTo>
                  <a:lnTo>
                    <a:pt x="4497" y="32530"/>
                  </a:lnTo>
                  <a:lnTo>
                    <a:pt x="6518" y="30529"/>
                  </a:lnTo>
                  <a:lnTo>
                    <a:pt x="6518" y="23694"/>
                  </a:lnTo>
                  <a:lnTo>
                    <a:pt x="6439" y="23694"/>
                  </a:lnTo>
                  <a:lnTo>
                    <a:pt x="6439" y="30509"/>
                  </a:lnTo>
                  <a:lnTo>
                    <a:pt x="4418" y="32510"/>
                  </a:lnTo>
                  <a:lnTo>
                    <a:pt x="4418" y="35700"/>
                  </a:lnTo>
                  <a:lnTo>
                    <a:pt x="3091" y="34392"/>
                  </a:lnTo>
                  <a:lnTo>
                    <a:pt x="3091" y="29598"/>
                  </a:lnTo>
                  <a:lnTo>
                    <a:pt x="5547" y="27161"/>
                  </a:lnTo>
                  <a:lnTo>
                    <a:pt x="5547" y="19217"/>
                  </a:lnTo>
                  <a:lnTo>
                    <a:pt x="7508" y="17256"/>
                  </a:lnTo>
                  <a:lnTo>
                    <a:pt x="7508" y="10065"/>
                  </a:lnTo>
                  <a:lnTo>
                    <a:pt x="5547" y="8103"/>
                  </a:lnTo>
                  <a:lnTo>
                    <a:pt x="5547" y="338"/>
                  </a:lnTo>
                  <a:lnTo>
                    <a:pt x="5547" y="338"/>
                  </a:lnTo>
                  <a:lnTo>
                    <a:pt x="5587" y="318"/>
                  </a:lnTo>
                  <a:lnTo>
                    <a:pt x="5626" y="278"/>
                  </a:lnTo>
                  <a:lnTo>
                    <a:pt x="5646" y="239"/>
                  </a:lnTo>
                  <a:lnTo>
                    <a:pt x="5666" y="179"/>
                  </a:lnTo>
                  <a:lnTo>
                    <a:pt x="5666" y="179"/>
                  </a:lnTo>
                  <a:lnTo>
                    <a:pt x="5646" y="120"/>
                  </a:lnTo>
                  <a:lnTo>
                    <a:pt x="5607" y="60"/>
                  </a:lnTo>
                  <a:lnTo>
                    <a:pt x="5567" y="21"/>
                  </a:lnTo>
                  <a:lnTo>
                    <a:pt x="5488"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26"/>
            <p:cNvSpPr/>
            <p:nvPr/>
          </p:nvSpPr>
          <p:spPr>
            <a:xfrm>
              <a:off x="771025" y="1035650"/>
              <a:ext cx="129275" cy="1399150"/>
            </a:xfrm>
            <a:custGeom>
              <a:avLst/>
              <a:gdLst/>
              <a:ahLst/>
              <a:cxnLst/>
              <a:rect l="l" t="t" r="r" b="b"/>
              <a:pathLst>
                <a:path w="5171" h="55966" extrusionOk="0">
                  <a:moveTo>
                    <a:pt x="4953" y="0"/>
                  </a:moveTo>
                  <a:lnTo>
                    <a:pt x="4894" y="40"/>
                  </a:lnTo>
                  <a:lnTo>
                    <a:pt x="4854" y="99"/>
                  </a:lnTo>
                  <a:lnTo>
                    <a:pt x="4834" y="159"/>
                  </a:lnTo>
                  <a:lnTo>
                    <a:pt x="4854" y="218"/>
                  </a:lnTo>
                  <a:lnTo>
                    <a:pt x="4874" y="258"/>
                  </a:lnTo>
                  <a:lnTo>
                    <a:pt x="4913" y="297"/>
                  </a:lnTo>
                  <a:lnTo>
                    <a:pt x="4973" y="317"/>
                  </a:lnTo>
                  <a:lnTo>
                    <a:pt x="4973" y="12956"/>
                  </a:lnTo>
                  <a:lnTo>
                    <a:pt x="3012" y="14918"/>
                  </a:lnTo>
                  <a:lnTo>
                    <a:pt x="3012" y="32014"/>
                  </a:lnTo>
                  <a:lnTo>
                    <a:pt x="0" y="35006"/>
                  </a:lnTo>
                  <a:lnTo>
                    <a:pt x="0" y="55965"/>
                  </a:lnTo>
                  <a:lnTo>
                    <a:pt x="80" y="55965"/>
                  </a:lnTo>
                  <a:lnTo>
                    <a:pt x="80" y="35045"/>
                  </a:lnTo>
                  <a:lnTo>
                    <a:pt x="3091" y="32034"/>
                  </a:lnTo>
                  <a:lnTo>
                    <a:pt x="3091" y="14957"/>
                  </a:lnTo>
                  <a:lnTo>
                    <a:pt x="5052" y="12996"/>
                  </a:lnTo>
                  <a:lnTo>
                    <a:pt x="5052" y="317"/>
                  </a:lnTo>
                  <a:lnTo>
                    <a:pt x="5092" y="297"/>
                  </a:lnTo>
                  <a:lnTo>
                    <a:pt x="5131" y="258"/>
                  </a:lnTo>
                  <a:lnTo>
                    <a:pt x="5171" y="218"/>
                  </a:lnTo>
                  <a:lnTo>
                    <a:pt x="5171" y="159"/>
                  </a:lnTo>
                  <a:lnTo>
                    <a:pt x="5171" y="99"/>
                  </a:lnTo>
                  <a:lnTo>
                    <a:pt x="5131" y="40"/>
                  </a:lnTo>
                  <a:lnTo>
                    <a:pt x="5072" y="0"/>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26"/>
            <p:cNvSpPr/>
            <p:nvPr/>
          </p:nvSpPr>
          <p:spPr>
            <a:xfrm>
              <a:off x="771025" y="1035650"/>
              <a:ext cx="129275" cy="1399150"/>
            </a:xfrm>
            <a:custGeom>
              <a:avLst/>
              <a:gdLst/>
              <a:ahLst/>
              <a:cxnLst/>
              <a:rect l="l" t="t" r="r" b="b"/>
              <a:pathLst>
                <a:path w="5171" h="55966" fill="none" extrusionOk="0">
                  <a:moveTo>
                    <a:pt x="5012" y="0"/>
                  </a:moveTo>
                  <a:lnTo>
                    <a:pt x="5012" y="0"/>
                  </a:lnTo>
                  <a:lnTo>
                    <a:pt x="4953" y="0"/>
                  </a:lnTo>
                  <a:lnTo>
                    <a:pt x="4894" y="40"/>
                  </a:lnTo>
                  <a:lnTo>
                    <a:pt x="4854" y="99"/>
                  </a:lnTo>
                  <a:lnTo>
                    <a:pt x="4834" y="159"/>
                  </a:lnTo>
                  <a:lnTo>
                    <a:pt x="4834" y="159"/>
                  </a:lnTo>
                  <a:lnTo>
                    <a:pt x="4854" y="218"/>
                  </a:lnTo>
                  <a:lnTo>
                    <a:pt x="4874" y="258"/>
                  </a:lnTo>
                  <a:lnTo>
                    <a:pt x="4913" y="297"/>
                  </a:lnTo>
                  <a:lnTo>
                    <a:pt x="4973" y="317"/>
                  </a:lnTo>
                  <a:lnTo>
                    <a:pt x="4973" y="12956"/>
                  </a:lnTo>
                  <a:lnTo>
                    <a:pt x="3012" y="14918"/>
                  </a:lnTo>
                  <a:lnTo>
                    <a:pt x="3012" y="32014"/>
                  </a:lnTo>
                  <a:lnTo>
                    <a:pt x="0" y="35006"/>
                  </a:lnTo>
                  <a:lnTo>
                    <a:pt x="0" y="55965"/>
                  </a:lnTo>
                  <a:lnTo>
                    <a:pt x="80" y="55965"/>
                  </a:lnTo>
                  <a:lnTo>
                    <a:pt x="80" y="35045"/>
                  </a:lnTo>
                  <a:lnTo>
                    <a:pt x="3091" y="32034"/>
                  </a:lnTo>
                  <a:lnTo>
                    <a:pt x="3091" y="14957"/>
                  </a:lnTo>
                  <a:lnTo>
                    <a:pt x="5052" y="12996"/>
                  </a:lnTo>
                  <a:lnTo>
                    <a:pt x="5052" y="317"/>
                  </a:lnTo>
                  <a:lnTo>
                    <a:pt x="5052" y="317"/>
                  </a:lnTo>
                  <a:lnTo>
                    <a:pt x="5092" y="297"/>
                  </a:lnTo>
                  <a:lnTo>
                    <a:pt x="5131" y="258"/>
                  </a:lnTo>
                  <a:lnTo>
                    <a:pt x="5171" y="218"/>
                  </a:lnTo>
                  <a:lnTo>
                    <a:pt x="5171" y="159"/>
                  </a:lnTo>
                  <a:lnTo>
                    <a:pt x="5171" y="159"/>
                  </a:lnTo>
                  <a:lnTo>
                    <a:pt x="5171" y="99"/>
                  </a:lnTo>
                  <a:lnTo>
                    <a:pt x="5131" y="40"/>
                  </a:lnTo>
                  <a:lnTo>
                    <a:pt x="5072" y="0"/>
                  </a:lnTo>
                  <a:lnTo>
                    <a:pt x="5012" y="0"/>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26"/>
            <p:cNvSpPr/>
            <p:nvPr/>
          </p:nvSpPr>
          <p:spPr>
            <a:xfrm>
              <a:off x="747750" y="1264950"/>
              <a:ext cx="130275" cy="1169850"/>
            </a:xfrm>
            <a:custGeom>
              <a:avLst/>
              <a:gdLst/>
              <a:ahLst/>
              <a:cxnLst/>
              <a:rect l="l" t="t" r="r" b="b"/>
              <a:pathLst>
                <a:path w="5211" h="46794" extrusionOk="0">
                  <a:moveTo>
                    <a:pt x="5052" y="1"/>
                  </a:moveTo>
                  <a:lnTo>
                    <a:pt x="4973" y="20"/>
                  </a:lnTo>
                  <a:lnTo>
                    <a:pt x="4933" y="60"/>
                  </a:lnTo>
                  <a:lnTo>
                    <a:pt x="4893" y="100"/>
                  </a:lnTo>
                  <a:lnTo>
                    <a:pt x="4874" y="179"/>
                  </a:lnTo>
                  <a:lnTo>
                    <a:pt x="4874" y="218"/>
                  </a:lnTo>
                  <a:lnTo>
                    <a:pt x="4893" y="258"/>
                  </a:lnTo>
                  <a:lnTo>
                    <a:pt x="4953" y="317"/>
                  </a:lnTo>
                  <a:lnTo>
                    <a:pt x="4953" y="3349"/>
                  </a:lnTo>
                  <a:lnTo>
                    <a:pt x="2992" y="5310"/>
                  </a:lnTo>
                  <a:lnTo>
                    <a:pt x="2992" y="22882"/>
                  </a:lnTo>
                  <a:lnTo>
                    <a:pt x="0" y="25873"/>
                  </a:lnTo>
                  <a:lnTo>
                    <a:pt x="0" y="46793"/>
                  </a:lnTo>
                  <a:lnTo>
                    <a:pt x="99" y="46793"/>
                  </a:lnTo>
                  <a:lnTo>
                    <a:pt x="99" y="25913"/>
                  </a:lnTo>
                  <a:lnTo>
                    <a:pt x="3091" y="22921"/>
                  </a:lnTo>
                  <a:lnTo>
                    <a:pt x="3091" y="5349"/>
                  </a:lnTo>
                  <a:lnTo>
                    <a:pt x="5052" y="3388"/>
                  </a:lnTo>
                  <a:lnTo>
                    <a:pt x="5052" y="337"/>
                  </a:lnTo>
                  <a:lnTo>
                    <a:pt x="5111" y="317"/>
                  </a:lnTo>
                  <a:lnTo>
                    <a:pt x="5171" y="298"/>
                  </a:lnTo>
                  <a:lnTo>
                    <a:pt x="5191" y="238"/>
                  </a:lnTo>
                  <a:lnTo>
                    <a:pt x="5210" y="179"/>
                  </a:lnTo>
                  <a:lnTo>
                    <a:pt x="5191" y="100"/>
                  </a:lnTo>
                  <a:lnTo>
                    <a:pt x="5171" y="60"/>
                  </a:lnTo>
                  <a:lnTo>
                    <a:pt x="5111" y="20"/>
                  </a:lnTo>
                  <a:lnTo>
                    <a:pt x="5052"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26"/>
            <p:cNvSpPr/>
            <p:nvPr/>
          </p:nvSpPr>
          <p:spPr>
            <a:xfrm>
              <a:off x="747750" y="1264950"/>
              <a:ext cx="130275" cy="1169850"/>
            </a:xfrm>
            <a:custGeom>
              <a:avLst/>
              <a:gdLst/>
              <a:ahLst/>
              <a:cxnLst/>
              <a:rect l="l" t="t" r="r" b="b"/>
              <a:pathLst>
                <a:path w="5211" h="46794" fill="none" extrusionOk="0">
                  <a:moveTo>
                    <a:pt x="5052" y="1"/>
                  </a:moveTo>
                  <a:lnTo>
                    <a:pt x="5052" y="1"/>
                  </a:lnTo>
                  <a:lnTo>
                    <a:pt x="5052" y="1"/>
                  </a:lnTo>
                  <a:lnTo>
                    <a:pt x="5052" y="1"/>
                  </a:lnTo>
                  <a:lnTo>
                    <a:pt x="4973" y="20"/>
                  </a:lnTo>
                  <a:lnTo>
                    <a:pt x="4933" y="60"/>
                  </a:lnTo>
                  <a:lnTo>
                    <a:pt x="4893" y="100"/>
                  </a:lnTo>
                  <a:lnTo>
                    <a:pt x="4874" y="179"/>
                  </a:lnTo>
                  <a:lnTo>
                    <a:pt x="4874" y="179"/>
                  </a:lnTo>
                  <a:lnTo>
                    <a:pt x="4874" y="218"/>
                  </a:lnTo>
                  <a:lnTo>
                    <a:pt x="4893" y="258"/>
                  </a:lnTo>
                  <a:lnTo>
                    <a:pt x="4953" y="317"/>
                  </a:lnTo>
                  <a:lnTo>
                    <a:pt x="4953" y="3349"/>
                  </a:lnTo>
                  <a:lnTo>
                    <a:pt x="2992" y="5310"/>
                  </a:lnTo>
                  <a:lnTo>
                    <a:pt x="2992" y="22882"/>
                  </a:lnTo>
                  <a:lnTo>
                    <a:pt x="0" y="25873"/>
                  </a:lnTo>
                  <a:lnTo>
                    <a:pt x="0" y="46793"/>
                  </a:lnTo>
                  <a:lnTo>
                    <a:pt x="99" y="46793"/>
                  </a:lnTo>
                  <a:lnTo>
                    <a:pt x="99" y="25913"/>
                  </a:lnTo>
                  <a:lnTo>
                    <a:pt x="3091" y="22921"/>
                  </a:lnTo>
                  <a:lnTo>
                    <a:pt x="3091" y="5349"/>
                  </a:lnTo>
                  <a:lnTo>
                    <a:pt x="5052" y="3388"/>
                  </a:lnTo>
                  <a:lnTo>
                    <a:pt x="5052" y="337"/>
                  </a:lnTo>
                  <a:lnTo>
                    <a:pt x="5052" y="337"/>
                  </a:lnTo>
                  <a:lnTo>
                    <a:pt x="5111" y="317"/>
                  </a:lnTo>
                  <a:lnTo>
                    <a:pt x="5171" y="298"/>
                  </a:lnTo>
                  <a:lnTo>
                    <a:pt x="5191" y="238"/>
                  </a:lnTo>
                  <a:lnTo>
                    <a:pt x="5210" y="179"/>
                  </a:lnTo>
                  <a:lnTo>
                    <a:pt x="5210" y="179"/>
                  </a:lnTo>
                  <a:lnTo>
                    <a:pt x="5191" y="100"/>
                  </a:lnTo>
                  <a:lnTo>
                    <a:pt x="5171" y="60"/>
                  </a:lnTo>
                  <a:lnTo>
                    <a:pt x="5111" y="20"/>
                  </a:lnTo>
                  <a:lnTo>
                    <a:pt x="5052"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93"/>
        <p:cNvGrpSpPr/>
        <p:nvPr/>
      </p:nvGrpSpPr>
      <p:grpSpPr>
        <a:xfrm>
          <a:off x="0" y="0"/>
          <a:ext cx="0" cy="0"/>
          <a:chOff x="0" y="0"/>
          <a:chExt cx="0" cy="0"/>
        </a:xfrm>
      </p:grpSpPr>
    </p:spTree>
    <p:extLst>
      <p:ext uri="{BB962C8B-B14F-4D97-AF65-F5344CB8AC3E}">
        <p14:creationId xmlns:p14="http://schemas.microsoft.com/office/powerpoint/2010/main" val="4261072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dk2"/>
            </a:gs>
            <a:gs pos="100000">
              <a:schemeClr val="lt1"/>
            </a:gs>
          </a:gsLst>
          <a:lin ang="5400700"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Roboto Mono SemiBold"/>
              <a:buNone/>
              <a:defRPr sz="2800">
                <a:solidFill>
                  <a:schemeClr val="dk1"/>
                </a:solidFill>
                <a:latin typeface="Roboto Mono SemiBold"/>
                <a:ea typeface="Roboto Mono SemiBold"/>
                <a:cs typeface="Roboto Mono SemiBold"/>
                <a:sym typeface="Roboto Mono SemiBold"/>
              </a:defRPr>
            </a:lvl1pPr>
            <a:lvl2pPr lvl="1">
              <a:spcBef>
                <a:spcPts val="0"/>
              </a:spcBef>
              <a:spcAft>
                <a:spcPts val="0"/>
              </a:spcAft>
              <a:buClr>
                <a:schemeClr val="dk1"/>
              </a:buClr>
              <a:buSzPts val="2800"/>
              <a:buFont typeface="Roboto Mono SemiBold"/>
              <a:buNone/>
              <a:defRPr sz="2800">
                <a:solidFill>
                  <a:schemeClr val="dk1"/>
                </a:solidFill>
                <a:latin typeface="Roboto Mono SemiBold"/>
                <a:ea typeface="Roboto Mono SemiBold"/>
                <a:cs typeface="Roboto Mono SemiBold"/>
                <a:sym typeface="Roboto Mono SemiBold"/>
              </a:defRPr>
            </a:lvl2pPr>
            <a:lvl3pPr lvl="2">
              <a:spcBef>
                <a:spcPts val="0"/>
              </a:spcBef>
              <a:spcAft>
                <a:spcPts val="0"/>
              </a:spcAft>
              <a:buClr>
                <a:schemeClr val="dk1"/>
              </a:buClr>
              <a:buSzPts val="2800"/>
              <a:buFont typeface="Roboto Mono SemiBold"/>
              <a:buNone/>
              <a:defRPr sz="2800">
                <a:solidFill>
                  <a:schemeClr val="dk1"/>
                </a:solidFill>
                <a:latin typeface="Roboto Mono SemiBold"/>
                <a:ea typeface="Roboto Mono SemiBold"/>
                <a:cs typeface="Roboto Mono SemiBold"/>
                <a:sym typeface="Roboto Mono SemiBold"/>
              </a:defRPr>
            </a:lvl3pPr>
            <a:lvl4pPr lvl="3">
              <a:spcBef>
                <a:spcPts val="0"/>
              </a:spcBef>
              <a:spcAft>
                <a:spcPts val="0"/>
              </a:spcAft>
              <a:buClr>
                <a:schemeClr val="dk1"/>
              </a:buClr>
              <a:buSzPts val="2800"/>
              <a:buFont typeface="Roboto Mono SemiBold"/>
              <a:buNone/>
              <a:defRPr sz="2800">
                <a:solidFill>
                  <a:schemeClr val="dk1"/>
                </a:solidFill>
                <a:latin typeface="Roboto Mono SemiBold"/>
                <a:ea typeface="Roboto Mono SemiBold"/>
                <a:cs typeface="Roboto Mono SemiBold"/>
                <a:sym typeface="Roboto Mono SemiBold"/>
              </a:defRPr>
            </a:lvl4pPr>
            <a:lvl5pPr lvl="4">
              <a:spcBef>
                <a:spcPts val="0"/>
              </a:spcBef>
              <a:spcAft>
                <a:spcPts val="0"/>
              </a:spcAft>
              <a:buClr>
                <a:schemeClr val="dk1"/>
              </a:buClr>
              <a:buSzPts val="2800"/>
              <a:buFont typeface="Roboto Mono SemiBold"/>
              <a:buNone/>
              <a:defRPr sz="2800">
                <a:solidFill>
                  <a:schemeClr val="dk1"/>
                </a:solidFill>
                <a:latin typeface="Roboto Mono SemiBold"/>
                <a:ea typeface="Roboto Mono SemiBold"/>
                <a:cs typeface="Roboto Mono SemiBold"/>
                <a:sym typeface="Roboto Mono SemiBold"/>
              </a:defRPr>
            </a:lvl5pPr>
            <a:lvl6pPr lvl="5">
              <a:spcBef>
                <a:spcPts val="0"/>
              </a:spcBef>
              <a:spcAft>
                <a:spcPts val="0"/>
              </a:spcAft>
              <a:buClr>
                <a:schemeClr val="dk1"/>
              </a:buClr>
              <a:buSzPts val="2800"/>
              <a:buFont typeface="Roboto Mono SemiBold"/>
              <a:buNone/>
              <a:defRPr sz="2800">
                <a:solidFill>
                  <a:schemeClr val="dk1"/>
                </a:solidFill>
                <a:latin typeface="Roboto Mono SemiBold"/>
                <a:ea typeface="Roboto Mono SemiBold"/>
                <a:cs typeface="Roboto Mono SemiBold"/>
                <a:sym typeface="Roboto Mono SemiBold"/>
              </a:defRPr>
            </a:lvl6pPr>
            <a:lvl7pPr lvl="6">
              <a:spcBef>
                <a:spcPts val="0"/>
              </a:spcBef>
              <a:spcAft>
                <a:spcPts val="0"/>
              </a:spcAft>
              <a:buClr>
                <a:schemeClr val="dk1"/>
              </a:buClr>
              <a:buSzPts val="2800"/>
              <a:buFont typeface="Roboto Mono SemiBold"/>
              <a:buNone/>
              <a:defRPr sz="2800">
                <a:solidFill>
                  <a:schemeClr val="dk1"/>
                </a:solidFill>
                <a:latin typeface="Roboto Mono SemiBold"/>
                <a:ea typeface="Roboto Mono SemiBold"/>
                <a:cs typeface="Roboto Mono SemiBold"/>
                <a:sym typeface="Roboto Mono SemiBold"/>
              </a:defRPr>
            </a:lvl7pPr>
            <a:lvl8pPr lvl="7">
              <a:spcBef>
                <a:spcPts val="0"/>
              </a:spcBef>
              <a:spcAft>
                <a:spcPts val="0"/>
              </a:spcAft>
              <a:buClr>
                <a:schemeClr val="dk1"/>
              </a:buClr>
              <a:buSzPts val="2800"/>
              <a:buFont typeface="Roboto Mono SemiBold"/>
              <a:buNone/>
              <a:defRPr sz="2800">
                <a:solidFill>
                  <a:schemeClr val="dk1"/>
                </a:solidFill>
                <a:latin typeface="Roboto Mono SemiBold"/>
                <a:ea typeface="Roboto Mono SemiBold"/>
                <a:cs typeface="Roboto Mono SemiBold"/>
                <a:sym typeface="Roboto Mono SemiBold"/>
              </a:defRPr>
            </a:lvl8pPr>
            <a:lvl9pPr lvl="8">
              <a:spcBef>
                <a:spcPts val="0"/>
              </a:spcBef>
              <a:spcAft>
                <a:spcPts val="0"/>
              </a:spcAft>
              <a:buClr>
                <a:schemeClr val="dk1"/>
              </a:buClr>
              <a:buSzPts val="2800"/>
              <a:buFont typeface="Roboto Mono SemiBold"/>
              <a:buNone/>
              <a:defRPr sz="2800">
                <a:solidFill>
                  <a:schemeClr val="dk1"/>
                </a:solidFill>
                <a:latin typeface="Roboto Mono SemiBold"/>
                <a:ea typeface="Roboto Mono SemiBold"/>
                <a:cs typeface="Roboto Mono SemiBold"/>
                <a:sym typeface="Roboto Mono SemiBold"/>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4" r:id="rId2"/>
    <p:sldLayoutId id="2147483655" r:id="rId3"/>
    <p:sldLayoutId id="2147483659" r:id="rId4"/>
    <p:sldLayoutId id="2147483672" r:id="rId5"/>
    <p:sldLayoutId id="2147483679"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4626EE79-A89B-7E38-60B1-B4D5B186CDC3}"/>
              </a:ext>
            </a:extLst>
          </p:cNvPr>
          <p:cNvSpPr txBox="1"/>
          <p:nvPr/>
        </p:nvSpPr>
        <p:spPr>
          <a:xfrm>
            <a:off x="770757" y="2035704"/>
            <a:ext cx="7473695" cy="496996"/>
          </a:xfrm>
          <a:prstGeom prst="rect">
            <a:avLst/>
          </a:prstGeom>
          <a:solidFill>
            <a:srgbClr val="FFFFFF"/>
          </a:solidFill>
          <a:ln>
            <a:solidFill>
              <a:schemeClr val="accent3">
                <a:lumMod val="65000"/>
              </a:schemeClr>
            </a:solidFill>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pPr algn="ctr">
              <a:lnSpc>
                <a:spcPct val="150000"/>
              </a:lnSpc>
            </a:pPr>
            <a:r>
              <a:rPr lang="en-US" sz="2000" b="1" dirty="0">
                <a:solidFill>
                  <a:schemeClr val="bg1">
                    <a:lumMod val="10000"/>
                  </a:schemeClr>
                </a:solidFill>
              </a:rPr>
              <a:t>Real time social network analysis </a:t>
            </a:r>
            <a:endParaRPr lang="fr-FR" sz="2000" b="1" i="1" dirty="0">
              <a:solidFill>
                <a:schemeClr val="bg1">
                  <a:lumMod val="10000"/>
                </a:schemeClr>
              </a:solidFill>
            </a:endParaRPr>
          </a:p>
        </p:txBody>
      </p:sp>
      <p:sp>
        <p:nvSpPr>
          <p:cNvPr id="3" name="ZoneTexte 2">
            <a:extLst>
              <a:ext uri="{FF2B5EF4-FFF2-40B4-BE49-F238E27FC236}">
                <a16:creationId xmlns:a16="http://schemas.microsoft.com/office/drawing/2014/main" id="{B9C7BE61-1662-675A-1F80-C3F0AB74E742}"/>
              </a:ext>
            </a:extLst>
          </p:cNvPr>
          <p:cNvSpPr txBox="1"/>
          <p:nvPr/>
        </p:nvSpPr>
        <p:spPr>
          <a:xfrm>
            <a:off x="-110832" y="3691449"/>
            <a:ext cx="4359749" cy="1569660"/>
          </a:xfrm>
          <a:prstGeom prst="rect">
            <a:avLst/>
          </a:prstGeom>
          <a:noFill/>
        </p:spPr>
        <p:txBody>
          <a:bodyPr wrap="square" rtlCol="0">
            <a:spAutoFit/>
          </a:bodyPr>
          <a:lstStyle/>
          <a:p>
            <a:pPr algn="ctr"/>
            <a:r>
              <a:rPr lang="fr-FR" sz="1600" dirty="0">
                <a:solidFill>
                  <a:schemeClr val="bg1">
                    <a:lumMod val="25000"/>
                  </a:schemeClr>
                </a:solidFill>
                <a:latin typeface="Amasis MT Pro Medium" panose="02040604050005020304" pitchFamily="18" charset="0"/>
              </a:rPr>
              <a:t>Réalisé par </a:t>
            </a:r>
            <a:r>
              <a:rPr lang="fr-FR" sz="1600" dirty="0">
                <a:solidFill>
                  <a:schemeClr val="bg1">
                    <a:lumMod val="25000"/>
                  </a:schemeClr>
                </a:solidFill>
                <a:effectLst>
                  <a:outerShdw blurRad="38100" dist="38100" dir="2700000" algn="tl">
                    <a:srgbClr val="000000">
                      <a:alpha val="43137"/>
                    </a:srgbClr>
                  </a:outerShdw>
                </a:effectLst>
                <a:latin typeface="Amasis MT Pro Light" panose="02040304050005020304" pitchFamily="18" charset="0"/>
              </a:rPr>
              <a:t>:</a:t>
            </a:r>
          </a:p>
          <a:p>
            <a:pPr algn="ctr"/>
            <a:r>
              <a:rPr lang="fr-FR" sz="1600" dirty="0" err="1">
                <a:latin typeface="Amasis MT Pro Medium" panose="02040604050005020304" pitchFamily="18" charset="0"/>
              </a:rPr>
              <a:t>Bouaouich</a:t>
            </a:r>
            <a:r>
              <a:rPr lang="fr-FR" sz="1600" dirty="0">
                <a:latin typeface="Amasis MT Pro Medium" panose="02040604050005020304" pitchFamily="18" charset="0"/>
              </a:rPr>
              <a:t> Achraf </a:t>
            </a:r>
          </a:p>
          <a:p>
            <a:pPr algn="ctr"/>
            <a:r>
              <a:rPr lang="fr-FR" sz="1600" dirty="0" err="1">
                <a:latin typeface="Amasis MT Pro Medium" panose="02040604050005020304" pitchFamily="18" charset="0"/>
              </a:rPr>
              <a:t>Hamzia</a:t>
            </a:r>
            <a:r>
              <a:rPr lang="fr-FR" sz="1600" dirty="0">
                <a:latin typeface="Amasis MT Pro Medium" panose="02040604050005020304" pitchFamily="18" charset="0"/>
              </a:rPr>
              <a:t> Nada   </a:t>
            </a:r>
          </a:p>
          <a:p>
            <a:pPr algn="ctr"/>
            <a:r>
              <a:rPr lang="fr-FR" sz="1600" dirty="0">
                <a:latin typeface="Amasis MT Pro Medium" panose="02040604050005020304" pitchFamily="18" charset="0"/>
              </a:rPr>
              <a:t>Ben Taleb </a:t>
            </a:r>
            <a:r>
              <a:rPr lang="fr-FR" sz="1600" dirty="0" err="1">
                <a:latin typeface="Amasis MT Pro Medium" panose="02040604050005020304" pitchFamily="18" charset="0"/>
              </a:rPr>
              <a:t>Mhamed</a:t>
            </a:r>
            <a:endParaRPr lang="fr-FR" sz="1600" dirty="0">
              <a:latin typeface="Amasis MT Pro Medium" panose="02040604050005020304" pitchFamily="18" charset="0"/>
            </a:endParaRPr>
          </a:p>
          <a:p>
            <a:pPr algn="ctr"/>
            <a:r>
              <a:rPr lang="fr-FR" sz="1600" dirty="0" err="1">
                <a:latin typeface="Amasis MT Pro Medium" panose="02040604050005020304" pitchFamily="18" charset="0"/>
              </a:rPr>
              <a:t>Kossara</a:t>
            </a:r>
            <a:r>
              <a:rPr lang="fr-FR" sz="1600" dirty="0">
                <a:latin typeface="Amasis MT Pro Medium" panose="02040604050005020304" pitchFamily="18" charset="0"/>
              </a:rPr>
              <a:t> </a:t>
            </a:r>
            <a:r>
              <a:rPr lang="fr-FR" sz="1600" dirty="0" err="1">
                <a:latin typeface="Amasis MT Pro Medium" panose="02040604050005020304" pitchFamily="18" charset="0"/>
              </a:rPr>
              <a:t>Abderahman</a:t>
            </a:r>
            <a:endParaRPr lang="fr-FR" sz="1600" dirty="0">
              <a:latin typeface="Amasis MT Pro Medium" panose="02040604050005020304" pitchFamily="18" charset="0"/>
            </a:endParaRPr>
          </a:p>
          <a:p>
            <a:pPr algn="ctr"/>
            <a:r>
              <a:rPr lang="fr-FR" sz="1600" dirty="0">
                <a:solidFill>
                  <a:schemeClr val="tx1"/>
                </a:solidFill>
                <a:latin typeface="Amasis MT Pro" panose="02040504050005020304" pitchFamily="18" charset="0"/>
              </a:rPr>
              <a:t> </a:t>
            </a:r>
            <a:endParaRPr lang="fr-FR" sz="2000" dirty="0">
              <a:solidFill>
                <a:schemeClr val="tx1"/>
              </a:solidFill>
              <a:latin typeface="Amasis MT Pro" panose="02040504050005020304" pitchFamily="18" charset="0"/>
            </a:endParaRPr>
          </a:p>
        </p:txBody>
      </p:sp>
      <p:sp>
        <p:nvSpPr>
          <p:cNvPr id="4" name="ZoneTexte 3">
            <a:extLst>
              <a:ext uri="{FF2B5EF4-FFF2-40B4-BE49-F238E27FC236}">
                <a16:creationId xmlns:a16="http://schemas.microsoft.com/office/drawing/2014/main" id="{332E6571-2B02-7CA0-7B01-E2571DE58D3C}"/>
              </a:ext>
            </a:extLst>
          </p:cNvPr>
          <p:cNvSpPr txBox="1"/>
          <p:nvPr/>
        </p:nvSpPr>
        <p:spPr>
          <a:xfrm>
            <a:off x="4895084" y="3851953"/>
            <a:ext cx="3742944" cy="615553"/>
          </a:xfrm>
          <a:prstGeom prst="rect">
            <a:avLst/>
          </a:prstGeom>
          <a:noFill/>
        </p:spPr>
        <p:txBody>
          <a:bodyPr wrap="square" rtlCol="0">
            <a:spAutoFit/>
          </a:bodyPr>
          <a:lstStyle/>
          <a:p>
            <a:pPr algn="ctr"/>
            <a:r>
              <a:rPr lang="fr-FR" sz="1600" dirty="0">
                <a:solidFill>
                  <a:schemeClr val="bg1">
                    <a:lumMod val="25000"/>
                  </a:schemeClr>
                </a:solidFill>
                <a:latin typeface="Amasis MT Pro Medium" panose="02040604050005020304" pitchFamily="18" charset="0"/>
              </a:rPr>
              <a:t>Encadré par : </a:t>
            </a:r>
          </a:p>
          <a:p>
            <a:pPr algn="ctr"/>
            <a:r>
              <a:rPr lang="fr-FR" sz="1800" dirty="0">
                <a:latin typeface="Aptos Display" panose="020B0004020202020204" pitchFamily="34" charset="0"/>
              </a:rPr>
              <a:t>Dr. EL Alami Yassir</a:t>
            </a:r>
          </a:p>
        </p:txBody>
      </p:sp>
      <p:sp>
        <p:nvSpPr>
          <p:cNvPr id="5" name="ZoneTexte 4">
            <a:extLst>
              <a:ext uri="{FF2B5EF4-FFF2-40B4-BE49-F238E27FC236}">
                <a16:creationId xmlns:a16="http://schemas.microsoft.com/office/drawing/2014/main" id="{A96DBCA8-3B43-1EA8-C521-7FBC9880BD1A}"/>
              </a:ext>
            </a:extLst>
          </p:cNvPr>
          <p:cNvSpPr txBox="1"/>
          <p:nvPr/>
        </p:nvSpPr>
        <p:spPr>
          <a:xfrm>
            <a:off x="725423" y="2934129"/>
            <a:ext cx="7473695" cy="584775"/>
          </a:xfrm>
          <a:prstGeom prst="rect">
            <a:avLst/>
          </a:prstGeom>
          <a:noFill/>
        </p:spPr>
        <p:txBody>
          <a:bodyPr wrap="square" rtlCol="0">
            <a:spAutoFit/>
          </a:bodyPr>
          <a:lstStyle/>
          <a:p>
            <a:pPr algn="ctr"/>
            <a:r>
              <a:rPr lang="fr-FR" sz="1600" dirty="0">
                <a:solidFill>
                  <a:schemeClr val="tx1"/>
                </a:solidFill>
                <a:latin typeface="Amasis MT Pro" panose="02040504050005020304" pitchFamily="18" charset="0"/>
              </a:rPr>
              <a:t>Projet fin de module BIG DATA</a:t>
            </a:r>
          </a:p>
          <a:p>
            <a:pPr algn="ctr"/>
            <a:r>
              <a:rPr lang="fr-FR" sz="1600" dirty="0">
                <a:solidFill>
                  <a:schemeClr val="tx1"/>
                </a:solidFill>
                <a:latin typeface="Amasis MT Pro" panose="02040504050005020304" pitchFamily="18" charset="0"/>
              </a:rPr>
              <a:t>5eme année d’ingénierie informatique option developpement informatique .</a:t>
            </a:r>
          </a:p>
        </p:txBody>
      </p:sp>
      <p:sp>
        <p:nvSpPr>
          <p:cNvPr id="6" name="ZoneTexte 5">
            <a:extLst>
              <a:ext uri="{FF2B5EF4-FFF2-40B4-BE49-F238E27FC236}">
                <a16:creationId xmlns:a16="http://schemas.microsoft.com/office/drawing/2014/main" id="{C0DA6570-64CE-F324-8E27-176B933EAC99}"/>
              </a:ext>
            </a:extLst>
          </p:cNvPr>
          <p:cNvSpPr txBox="1"/>
          <p:nvPr/>
        </p:nvSpPr>
        <p:spPr>
          <a:xfrm>
            <a:off x="2750473" y="4743176"/>
            <a:ext cx="3982835" cy="338554"/>
          </a:xfrm>
          <a:prstGeom prst="rect">
            <a:avLst/>
          </a:prstGeom>
          <a:noFill/>
        </p:spPr>
        <p:txBody>
          <a:bodyPr wrap="square" rtlCol="0">
            <a:spAutoFit/>
          </a:bodyPr>
          <a:lstStyle/>
          <a:p>
            <a:pPr algn="ctr"/>
            <a:r>
              <a:rPr lang="fr-FR" dirty="0">
                <a:latin typeface="Times New Roman" panose="02020603050405020304" pitchFamily="18" charset="0"/>
                <a:cs typeface="Times New Roman" panose="02020603050405020304" pitchFamily="18" charset="0"/>
              </a:rPr>
              <a:t>ANNEE UNIVERSITAIRE </a:t>
            </a:r>
            <a:r>
              <a:rPr lang="fr-FR" sz="1600" dirty="0">
                <a:latin typeface="Times New Roman" panose="02020603050405020304" pitchFamily="18" charset="0"/>
                <a:cs typeface="Times New Roman" panose="02020603050405020304" pitchFamily="18" charset="0"/>
              </a:rPr>
              <a:t>: </a:t>
            </a:r>
            <a:r>
              <a:rPr lang="fr-FR" i="1" dirty="0">
                <a:latin typeface="Times New Roman" panose="02020603050405020304" pitchFamily="18" charset="0"/>
                <a:cs typeface="Times New Roman" panose="02020603050405020304" pitchFamily="18" charset="0"/>
              </a:rPr>
              <a:t>2024/2025</a:t>
            </a:r>
          </a:p>
        </p:txBody>
      </p:sp>
      <p:pic>
        <p:nvPicPr>
          <p:cNvPr id="10" name="Image 9" descr="Une image contenant symbole, Graphique, logo, blanc&#10;&#10;Le contenu généré par l’IA peut être incorrect.">
            <a:extLst>
              <a:ext uri="{FF2B5EF4-FFF2-40B4-BE49-F238E27FC236}">
                <a16:creationId xmlns:a16="http://schemas.microsoft.com/office/drawing/2014/main" id="{F4111429-93BD-599F-BCCE-E8D639440584}"/>
              </a:ext>
            </a:extLst>
          </p:cNvPr>
          <p:cNvPicPr>
            <a:picLocks noChangeAspect="1"/>
          </p:cNvPicPr>
          <p:nvPr/>
        </p:nvPicPr>
        <p:blipFill>
          <a:blip r:embed="rId2"/>
          <a:stretch>
            <a:fillRect/>
          </a:stretch>
        </p:blipFill>
        <p:spPr>
          <a:xfrm>
            <a:off x="3767329" y="24384"/>
            <a:ext cx="1402080" cy="1402080"/>
          </a:xfrm>
          <a:prstGeom prst="rect">
            <a:avLst/>
          </a:prstGeom>
        </p:spPr>
      </p:pic>
      <p:cxnSp>
        <p:nvCxnSpPr>
          <p:cNvPr id="12" name="Connecteur droit 11">
            <a:extLst>
              <a:ext uri="{FF2B5EF4-FFF2-40B4-BE49-F238E27FC236}">
                <a16:creationId xmlns:a16="http://schemas.microsoft.com/office/drawing/2014/main" id="{190BCCD2-669D-24CC-27F1-7E9F5F8A3F3A}"/>
              </a:ext>
            </a:extLst>
          </p:cNvPr>
          <p:cNvCxnSpPr/>
          <p:nvPr/>
        </p:nvCxnSpPr>
        <p:spPr>
          <a:xfrm>
            <a:off x="1706880" y="3677400"/>
            <a:ext cx="5608320" cy="0"/>
          </a:xfrm>
          <a:prstGeom prst="line">
            <a:avLst/>
          </a:prstGeom>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180755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35"/>
        <p:cNvGrpSpPr/>
        <p:nvPr/>
      </p:nvGrpSpPr>
      <p:grpSpPr>
        <a:xfrm>
          <a:off x="0" y="0"/>
          <a:ext cx="0" cy="0"/>
          <a:chOff x="0" y="0"/>
          <a:chExt cx="0" cy="0"/>
        </a:xfrm>
      </p:grpSpPr>
      <p:sp>
        <p:nvSpPr>
          <p:cNvPr id="2336" name="Google Shape;2336;p37"/>
          <p:cNvSpPr txBox="1">
            <a:spLocks noGrp="1"/>
          </p:cNvSpPr>
          <p:nvPr>
            <p:ph type="title"/>
          </p:nvPr>
        </p:nvSpPr>
        <p:spPr>
          <a:xfrm>
            <a:off x="720000" y="532925"/>
            <a:ext cx="7704000" cy="581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dirty="0"/>
              <a:t>S</a:t>
            </a:r>
            <a:r>
              <a:rPr lang="en" dirty="0"/>
              <a:t>ommaire </a:t>
            </a:r>
            <a:endParaRPr dirty="0"/>
          </a:p>
        </p:txBody>
      </p:sp>
      <p:sp>
        <p:nvSpPr>
          <p:cNvPr id="2337" name="Google Shape;2337;p37"/>
          <p:cNvSpPr txBox="1">
            <a:spLocks noGrp="1"/>
          </p:cNvSpPr>
          <p:nvPr>
            <p:ph type="title" idx="2"/>
          </p:nvPr>
        </p:nvSpPr>
        <p:spPr>
          <a:xfrm>
            <a:off x="3320925" y="1893113"/>
            <a:ext cx="802500" cy="502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2338" name="Google Shape;2338;p37"/>
          <p:cNvSpPr txBox="1">
            <a:spLocks noGrp="1"/>
          </p:cNvSpPr>
          <p:nvPr>
            <p:ph type="title" idx="3"/>
          </p:nvPr>
        </p:nvSpPr>
        <p:spPr>
          <a:xfrm>
            <a:off x="5020575" y="1893113"/>
            <a:ext cx="802500" cy="502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2339" name="Google Shape;2339;p37"/>
          <p:cNvSpPr txBox="1">
            <a:spLocks noGrp="1"/>
          </p:cNvSpPr>
          <p:nvPr>
            <p:ph type="title" idx="4"/>
          </p:nvPr>
        </p:nvSpPr>
        <p:spPr>
          <a:xfrm>
            <a:off x="3320925" y="2854382"/>
            <a:ext cx="802500" cy="502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2340" name="Google Shape;2340;p37"/>
          <p:cNvSpPr txBox="1">
            <a:spLocks noGrp="1"/>
          </p:cNvSpPr>
          <p:nvPr>
            <p:ph type="title" idx="5"/>
          </p:nvPr>
        </p:nvSpPr>
        <p:spPr>
          <a:xfrm>
            <a:off x="5020575" y="2854382"/>
            <a:ext cx="802500" cy="502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2341" name="Google Shape;2341;p37"/>
          <p:cNvSpPr txBox="1">
            <a:spLocks noGrp="1"/>
          </p:cNvSpPr>
          <p:nvPr>
            <p:ph type="title" idx="6"/>
          </p:nvPr>
        </p:nvSpPr>
        <p:spPr>
          <a:xfrm>
            <a:off x="3320925" y="3815651"/>
            <a:ext cx="802500" cy="502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2342" name="Google Shape;2342;p37"/>
          <p:cNvSpPr txBox="1">
            <a:spLocks noGrp="1"/>
          </p:cNvSpPr>
          <p:nvPr>
            <p:ph type="title" idx="7"/>
          </p:nvPr>
        </p:nvSpPr>
        <p:spPr>
          <a:xfrm>
            <a:off x="5020575" y="3815651"/>
            <a:ext cx="802500" cy="502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sp>
        <p:nvSpPr>
          <p:cNvPr id="2343" name="Google Shape;2343;p37"/>
          <p:cNvSpPr txBox="1">
            <a:spLocks noGrp="1"/>
          </p:cNvSpPr>
          <p:nvPr>
            <p:ph type="subTitle" idx="1"/>
          </p:nvPr>
        </p:nvSpPr>
        <p:spPr>
          <a:xfrm>
            <a:off x="1629825" y="1893113"/>
            <a:ext cx="1551000" cy="502800"/>
          </a:xfrm>
          <a:prstGeom prst="rect">
            <a:avLst/>
          </a:prstGeom>
        </p:spPr>
        <p:txBody>
          <a:bodyPr spcFirstLastPara="1" wrap="square" lIns="91425" tIns="91425" rIns="91425" bIns="91425" anchor="b" anchorCtr="0">
            <a:noAutofit/>
          </a:bodyPr>
          <a:lstStyle/>
          <a:p>
            <a:pPr marL="0" lvl="0" indent="0" algn="r" rtl="0">
              <a:spcBef>
                <a:spcPts val="0"/>
              </a:spcBef>
              <a:spcAft>
                <a:spcPts val="1200"/>
              </a:spcAft>
              <a:buNone/>
            </a:pPr>
            <a:r>
              <a:rPr lang="en" dirty="0"/>
              <a:t>Contexte </a:t>
            </a:r>
            <a:endParaRPr dirty="0"/>
          </a:p>
        </p:txBody>
      </p:sp>
      <p:sp>
        <p:nvSpPr>
          <p:cNvPr id="2344" name="Google Shape;2344;p37"/>
          <p:cNvSpPr txBox="1">
            <a:spLocks noGrp="1"/>
          </p:cNvSpPr>
          <p:nvPr>
            <p:ph type="subTitle" idx="8"/>
          </p:nvPr>
        </p:nvSpPr>
        <p:spPr>
          <a:xfrm>
            <a:off x="1432193" y="2854382"/>
            <a:ext cx="1748632" cy="502800"/>
          </a:xfrm>
          <a:prstGeom prst="rect">
            <a:avLst/>
          </a:prstGeom>
        </p:spPr>
        <p:txBody>
          <a:bodyPr spcFirstLastPara="1" wrap="square" lIns="91425" tIns="91425" rIns="91425" bIns="91425" anchor="b" anchorCtr="0">
            <a:noAutofit/>
          </a:bodyPr>
          <a:lstStyle/>
          <a:p>
            <a:pPr marL="0" lvl="0" indent="0" algn="r" rtl="0">
              <a:spcBef>
                <a:spcPts val="0"/>
              </a:spcBef>
              <a:spcAft>
                <a:spcPts val="1200"/>
              </a:spcAft>
              <a:buNone/>
            </a:pPr>
            <a:r>
              <a:rPr lang="en" dirty="0"/>
              <a:t>Objectifs </a:t>
            </a:r>
            <a:endParaRPr dirty="0"/>
          </a:p>
        </p:txBody>
      </p:sp>
      <p:sp>
        <p:nvSpPr>
          <p:cNvPr id="2345" name="Google Shape;2345;p37"/>
          <p:cNvSpPr txBox="1">
            <a:spLocks noGrp="1"/>
          </p:cNvSpPr>
          <p:nvPr>
            <p:ph type="subTitle" idx="9"/>
          </p:nvPr>
        </p:nvSpPr>
        <p:spPr>
          <a:xfrm>
            <a:off x="936434" y="3815651"/>
            <a:ext cx="2244391" cy="502800"/>
          </a:xfrm>
          <a:prstGeom prst="rect">
            <a:avLst/>
          </a:prstGeom>
        </p:spPr>
        <p:txBody>
          <a:bodyPr spcFirstLastPara="1" wrap="square" lIns="91425" tIns="91425" rIns="91425" bIns="91425" anchor="b" anchorCtr="0">
            <a:noAutofit/>
          </a:bodyPr>
          <a:lstStyle/>
          <a:p>
            <a:pPr marL="0" lvl="0" indent="0" algn="r" rtl="0">
              <a:spcBef>
                <a:spcPts val="0"/>
              </a:spcBef>
              <a:spcAft>
                <a:spcPts val="1200"/>
              </a:spcAft>
              <a:buNone/>
            </a:pPr>
            <a:r>
              <a:rPr lang="en" dirty="0"/>
              <a:t>Architecture</a:t>
            </a:r>
            <a:endParaRPr dirty="0"/>
          </a:p>
        </p:txBody>
      </p:sp>
      <p:sp>
        <p:nvSpPr>
          <p:cNvPr id="2346" name="Google Shape;2346;p37"/>
          <p:cNvSpPr txBox="1">
            <a:spLocks noGrp="1"/>
          </p:cNvSpPr>
          <p:nvPr>
            <p:ph type="subTitle" idx="13"/>
          </p:nvPr>
        </p:nvSpPr>
        <p:spPr>
          <a:xfrm>
            <a:off x="5963174" y="1893113"/>
            <a:ext cx="2460825" cy="502800"/>
          </a:xfrm>
          <a:prstGeom prst="rect">
            <a:avLst/>
          </a:prstGeom>
        </p:spPr>
        <p:txBody>
          <a:bodyPr spcFirstLastPara="1" wrap="square" lIns="91425" tIns="91425" rIns="91425" bIns="91425" anchor="b" anchorCtr="0">
            <a:noAutofit/>
          </a:bodyPr>
          <a:lstStyle/>
          <a:p>
            <a:pPr marL="0" lvl="0" indent="0" algn="l" rtl="0">
              <a:spcBef>
                <a:spcPts val="0"/>
              </a:spcBef>
              <a:spcAft>
                <a:spcPts val="1200"/>
              </a:spcAft>
              <a:buNone/>
            </a:pPr>
            <a:r>
              <a:rPr lang="en" dirty="0"/>
              <a:t>Problematique</a:t>
            </a:r>
            <a:endParaRPr dirty="0"/>
          </a:p>
        </p:txBody>
      </p:sp>
      <p:sp>
        <p:nvSpPr>
          <p:cNvPr id="2347" name="Google Shape;2347;p37"/>
          <p:cNvSpPr txBox="1">
            <a:spLocks noGrp="1"/>
          </p:cNvSpPr>
          <p:nvPr>
            <p:ph type="subTitle" idx="14"/>
          </p:nvPr>
        </p:nvSpPr>
        <p:spPr>
          <a:xfrm>
            <a:off x="5963175" y="2854382"/>
            <a:ext cx="2585914" cy="502800"/>
          </a:xfrm>
          <a:prstGeom prst="rect">
            <a:avLst/>
          </a:prstGeom>
        </p:spPr>
        <p:txBody>
          <a:bodyPr spcFirstLastPara="1" wrap="square" lIns="91425" tIns="91425" rIns="91425" bIns="91425" anchor="b" anchorCtr="0">
            <a:noAutofit/>
          </a:bodyPr>
          <a:lstStyle/>
          <a:p>
            <a:pPr marL="0" lvl="0" indent="0" algn="l" rtl="0">
              <a:spcBef>
                <a:spcPts val="0"/>
              </a:spcBef>
              <a:spcAft>
                <a:spcPts val="1200"/>
              </a:spcAft>
              <a:buNone/>
            </a:pPr>
            <a:r>
              <a:rPr lang="en" dirty="0"/>
              <a:t>Bluesky</a:t>
            </a:r>
            <a:endParaRPr dirty="0"/>
          </a:p>
        </p:txBody>
      </p:sp>
      <p:sp>
        <p:nvSpPr>
          <p:cNvPr id="2348" name="Google Shape;2348;p37"/>
          <p:cNvSpPr txBox="1">
            <a:spLocks noGrp="1"/>
          </p:cNvSpPr>
          <p:nvPr>
            <p:ph type="subTitle" idx="15"/>
          </p:nvPr>
        </p:nvSpPr>
        <p:spPr>
          <a:xfrm>
            <a:off x="5963175" y="3815651"/>
            <a:ext cx="2960488" cy="502800"/>
          </a:xfrm>
          <a:prstGeom prst="rect">
            <a:avLst/>
          </a:prstGeom>
        </p:spPr>
        <p:txBody>
          <a:bodyPr spcFirstLastPara="1" wrap="square" lIns="91425" tIns="91425" rIns="91425" bIns="91425" anchor="b" anchorCtr="0">
            <a:noAutofit/>
          </a:bodyPr>
          <a:lstStyle/>
          <a:p>
            <a:pPr marL="0" lvl="0" indent="0" algn="l" rtl="0">
              <a:spcBef>
                <a:spcPts val="0"/>
              </a:spcBef>
              <a:spcAft>
                <a:spcPts val="1200"/>
              </a:spcAft>
              <a:buNone/>
            </a:pPr>
            <a:r>
              <a:rPr lang="en" dirty="0"/>
              <a:t>Mise en oeuvre</a:t>
            </a:r>
            <a:endParaRPr dirty="0"/>
          </a:p>
        </p:txBody>
      </p:sp>
      <p:cxnSp>
        <p:nvCxnSpPr>
          <p:cNvPr id="2349" name="Google Shape;2349;p37"/>
          <p:cNvCxnSpPr/>
          <p:nvPr/>
        </p:nvCxnSpPr>
        <p:spPr>
          <a:xfrm>
            <a:off x="4572000" y="2714625"/>
            <a:ext cx="0" cy="25719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60"/>
        <p:cNvGrpSpPr/>
        <p:nvPr/>
      </p:nvGrpSpPr>
      <p:grpSpPr>
        <a:xfrm>
          <a:off x="0" y="0"/>
          <a:ext cx="0" cy="0"/>
          <a:chOff x="0" y="0"/>
          <a:chExt cx="0" cy="0"/>
        </a:xfrm>
      </p:grpSpPr>
      <p:sp>
        <p:nvSpPr>
          <p:cNvPr id="2361" name="Google Shape;2361;p39"/>
          <p:cNvSpPr txBox="1">
            <a:spLocks noGrp="1"/>
          </p:cNvSpPr>
          <p:nvPr>
            <p:ph type="title"/>
          </p:nvPr>
        </p:nvSpPr>
        <p:spPr>
          <a:xfrm>
            <a:off x="709605" y="2763975"/>
            <a:ext cx="5801363" cy="1050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Contexte du projet</a:t>
            </a:r>
            <a:endParaRPr dirty="0"/>
          </a:p>
        </p:txBody>
      </p:sp>
      <p:sp>
        <p:nvSpPr>
          <p:cNvPr id="2362" name="Google Shape;2362;p39"/>
          <p:cNvSpPr txBox="1">
            <a:spLocks noGrp="1"/>
          </p:cNvSpPr>
          <p:nvPr>
            <p:ph type="title" idx="2"/>
          </p:nvPr>
        </p:nvSpPr>
        <p:spPr>
          <a:xfrm>
            <a:off x="709618" y="1328925"/>
            <a:ext cx="1626600" cy="1286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cxnSp>
        <p:nvCxnSpPr>
          <p:cNvPr id="2363" name="Google Shape;2363;p39"/>
          <p:cNvCxnSpPr/>
          <p:nvPr/>
        </p:nvCxnSpPr>
        <p:spPr>
          <a:xfrm rot="10800000">
            <a:off x="-866282" y="2763975"/>
            <a:ext cx="2389200" cy="0"/>
          </a:xfrm>
          <a:prstGeom prst="straightConnector1">
            <a:avLst/>
          </a:prstGeom>
          <a:noFill/>
          <a:ln w="9525" cap="flat" cmpd="sng">
            <a:solidFill>
              <a:schemeClr val="dk1"/>
            </a:solidFill>
            <a:prstDash val="solid"/>
            <a:round/>
            <a:headEnd type="none" w="med" len="med"/>
            <a:tailEnd type="none" w="med" len="med"/>
          </a:ln>
        </p:spPr>
      </p:cxnSp>
      <p:grpSp>
        <p:nvGrpSpPr>
          <p:cNvPr id="2365" name="Google Shape;2365;p39"/>
          <p:cNvGrpSpPr/>
          <p:nvPr/>
        </p:nvGrpSpPr>
        <p:grpSpPr>
          <a:xfrm rot="5400000">
            <a:off x="1814964" y="-1292741"/>
            <a:ext cx="3689134" cy="3227984"/>
            <a:chOff x="1067625" y="-1658125"/>
            <a:chExt cx="2887550" cy="2526600"/>
          </a:xfrm>
        </p:grpSpPr>
        <p:sp>
          <p:nvSpPr>
            <p:cNvPr id="2366" name="Google Shape;2366;p39"/>
            <p:cNvSpPr/>
            <p:nvPr/>
          </p:nvSpPr>
          <p:spPr>
            <a:xfrm>
              <a:off x="1067625" y="-1658125"/>
              <a:ext cx="2887550" cy="2526600"/>
            </a:xfrm>
            <a:custGeom>
              <a:avLst/>
              <a:gdLst/>
              <a:ahLst/>
              <a:cxnLst/>
              <a:rect l="l" t="t" r="r" b="b"/>
              <a:pathLst>
                <a:path w="115502" h="101064" extrusionOk="0">
                  <a:moveTo>
                    <a:pt x="49765" y="12202"/>
                  </a:moveTo>
                  <a:lnTo>
                    <a:pt x="49893" y="12585"/>
                  </a:lnTo>
                  <a:lnTo>
                    <a:pt x="50148" y="12905"/>
                  </a:lnTo>
                  <a:lnTo>
                    <a:pt x="50468" y="13097"/>
                  </a:lnTo>
                  <a:lnTo>
                    <a:pt x="50659" y="13160"/>
                  </a:lnTo>
                  <a:lnTo>
                    <a:pt x="50851" y="13224"/>
                  </a:lnTo>
                  <a:lnTo>
                    <a:pt x="51107" y="13160"/>
                  </a:lnTo>
                  <a:lnTo>
                    <a:pt x="51298" y="13097"/>
                  </a:lnTo>
                  <a:lnTo>
                    <a:pt x="56601" y="22232"/>
                  </a:lnTo>
                  <a:lnTo>
                    <a:pt x="56409" y="22423"/>
                  </a:lnTo>
                  <a:lnTo>
                    <a:pt x="56281" y="22615"/>
                  </a:lnTo>
                  <a:lnTo>
                    <a:pt x="56153" y="22871"/>
                  </a:lnTo>
                  <a:lnTo>
                    <a:pt x="56153" y="23126"/>
                  </a:lnTo>
                  <a:lnTo>
                    <a:pt x="56153" y="23382"/>
                  </a:lnTo>
                  <a:lnTo>
                    <a:pt x="56281" y="23637"/>
                  </a:lnTo>
                  <a:lnTo>
                    <a:pt x="56409" y="23829"/>
                  </a:lnTo>
                  <a:lnTo>
                    <a:pt x="56601" y="24021"/>
                  </a:lnTo>
                  <a:lnTo>
                    <a:pt x="51298" y="33156"/>
                  </a:lnTo>
                  <a:lnTo>
                    <a:pt x="51107" y="33092"/>
                  </a:lnTo>
                  <a:lnTo>
                    <a:pt x="50659" y="33092"/>
                  </a:lnTo>
                  <a:lnTo>
                    <a:pt x="50468" y="33156"/>
                  </a:lnTo>
                  <a:lnTo>
                    <a:pt x="50148" y="33347"/>
                  </a:lnTo>
                  <a:lnTo>
                    <a:pt x="49893" y="33667"/>
                  </a:lnTo>
                  <a:lnTo>
                    <a:pt x="49765" y="34050"/>
                  </a:lnTo>
                  <a:lnTo>
                    <a:pt x="39224" y="34050"/>
                  </a:lnTo>
                  <a:lnTo>
                    <a:pt x="39097" y="33667"/>
                  </a:lnTo>
                  <a:lnTo>
                    <a:pt x="38841" y="33347"/>
                  </a:lnTo>
                  <a:lnTo>
                    <a:pt x="38522" y="33156"/>
                  </a:lnTo>
                  <a:lnTo>
                    <a:pt x="38330" y="33092"/>
                  </a:lnTo>
                  <a:lnTo>
                    <a:pt x="37883" y="33092"/>
                  </a:lnTo>
                  <a:lnTo>
                    <a:pt x="37691" y="33156"/>
                  </a:lnTo>
                  <a:lnTo>
                    <a:pt x="32261" y="23765"/>
                  </a:lnTo>
                  <a:lnTo>
                    <a:pt x="32517" y="23637"/>
                  </a:lnTo>
                  <a:lnTo>
                    <a:pt x="32708" y="23382"/>
                  </a:lnTo>
                  <a:lnTo>
                    <a:pt x="32836" y="23126"/>
                  </a:lnTo>
                  <a:lnTo>
                    <a:pt x="32836" y="22807"/>
                  </a:lnTo>
                  <a:lnTo>
                    <a:pt x="32836" y="22615"/>
                  </a:lnTo>
                  <a:lnTo>
                    <a:pt x="32772" y="22360"/>
                  </a:lnTo>
                  <a:lnTo>
                    <a:pt x="32644" y="22168"/>
                  </a:lnTo>
                  <a:lnTo>
                    <a:pt x="32517" y="22040"/>
                  </a:lnTo>
                  <a:lnTo>
                    <a:pt x="37691" y="13097"/>
                  </a:lnTo>
                  <a:lnTo>
                    <a:pt x="37883" y="13160"/>
                  </a:lnTo>
                  <a:lnTo>
                    <a:pt x="38138" y="13224"/>
                  </a:lnTo>
                  <a:lnTo>
                    <a:pt x="38330" y="13160"/>
                  </a:lnTo>
                  <a:lnTo>
                    <a:pt x="38522" y="13097"/>
                  </a:lnTo>
                  <a:lnTo>
                    <a:pt x="38841" y="12905"/>
                  </a:lnTo>
                  <a:lnTo>
                    <a:pt x="39097" y="12585"/>
                  </a:lnTo>
                  <a:lnTo>
                    <a:pt x="39224" y="12202"/>
                  </a:lnTo>
                  <a:close/>
                  <a:moveTo>
                    <a:pt x="87967" y="12202"/>
                  </a:moveTo>
                  <a:lnTo>
                    <a:pt x="88031" y="12585"/>
                  </a:lnTo>
                  <a:lnTo>
                    <a:pt x="88287" y="12905"/>
                  </a:lnTo>
                  <a:lnTo>
                    <a:pt x="88606" y="13097"/>
                  </a:lnTo>
                  <a:lnTo>
                    <a:pt x="88798" y="13160"/>
                  </a:lnTo>
                  <a:lnTo>
                    <a:pt x="88989" y="13224"/>
                  </a:lnTo>
                  <a:lnTo>
                    <a:pt x="89245" y="13160"/>
                  </a:lnTo>
                  <a:lnTo>
                    <a:pt x="89437" y="13097"/>
                  </a:lnTo>
                  <a:lnTo>
                    <a:pt x="94803" y="22360"/>
                  </a:lnTo>
                  <a:lnTo>
                    <a:pt x="94675" y="22487"/>
                  </a:lnTo>
                  <a:lnTo>
                    <a:pt x="94547" y="22679"/>
                  </a:lnTo>
                  <a:lnTo>
                    <a:pt x="94483" y="22934"/>
                  </a:lnTo>
                  <a:lnTo>
                    <a:pt x="94483" y="23126"/>
                  </a:lnTo>
                  <a:lnTo>
                    <a:pt x="94483" y="23382"/>
                  </a:lnTo>
                  <a:lnTo>
                    <a:pt x="94547" y="23573"/>
                  </a:lnTo>
                  <a:lnTo>
                    <a:pt x="94675" y="23765"/>
                  </a:lnTo>
                  <a:lnTo>
                    <a:pt x="94803" y="23893"/>
                  </a:lnTo>
                  <a:lnTo>
                    <a:pt x="91864" y="29003"/>
                  </a:lnTo>
                  <a:lnTo>
                    <a:pt x="89437" y="33156"/>
                  </a:lnTo>
                  <a:lnTo>
                    <a:pt x="89245" y="33092"/>
                  </a:lnTo>
                  <a:lnTo>
                    <a:pt x="88798" y="33092"/>
                  </a:lnTo>
                  <a:lnTo>
                    <a:pt x="88606" y="33156"/>
                  </a:lnTo>
                  <a:lnTo>
                    <a:pt x="88287" y="33347"/>
                  </a:lnTo>
                  <a:lnTo>
                    <a:pt x="88031" y="33667"/>
                  </a:lnTo>
                  <a:lnTo>
                    <a:pt x="87967" y="34050"/>
                  </a:lnTo>
                  <a:lnTo>
                    <a:pt x="77363" y="34050"/>
                  </a:lnTo>
                  <a:lnTo>
                    <a:pt x="77235" y="33667"/>
                  </a:lnTo>
                  <a:lnTo>
                    <a:pt x="77043" y="33347"/>
                  </a:lnTo>
                  <a:lnTo>
                    <a:pt x="76660" y="33156"/>
                  </a:lnTo>
                  <a:lnTo>
                    <a:pt x="76468" y="33092"/>
                  </a:lnTo>
                  <a:lnTo>
                    <a:pt x="76085" y="33092"/>
                  </a:lnTo>
                  <a:lnTo>
                    <a:pt x="75829" y="33156"/>
                  </a:lnTo>
                  <a:lnTo>
                    <a:pt x="70527" y="24021"/>
                  </a:lnTo>
                  <a:lnTo>
                    <a:pt x="70719" y="23829"/>
                  </a:lnTo>
                  <a:lnTo>
                    <a:pt x="70910" y="23637"/>
                  </a:lnTo>
                  <a:lnTo>
                    <a:pt x="70974" y="23382"/>
                  </a:lnTo>
                  <a:lnTo>
                    <a:pt x="71038" y="23126"/>
                  </a:lnTo>
                  <a:lnTo>
                    <a:pt x="70974" y="22871"/>
                  </a:lnTo>
                  <a:lnTo>
                    <a:pt x="70910" y="22615"/>
                  </a:lnTo>
                  <a:lnTo>
                    <a:pt x="70719" y="22423"/>
                  </a:lnTo>
                  <a:lnTo>
                    <a:pt x="70527" y="22232"/>
                  </a:lnTo>
                  <a:lnTo>
                    <a:pt x="75702" y="13352"/>
                  </a:lnTo>
                  <a:lnTo>
                    <a:pt x="75829" y="13097"/>
                  </a:lnTo>
                  <a:lnTo>
                    <a:pt x="76085" y="13160"/>
                  </a:lnTo>
                  <a:lnTo>
                    <a:pt x="76277" y="13224"/>
                  </a:lnTo>
                  <a:lnTo>
                    <a:pt x="76468" y="13160"/>
                  </a:lnTo>
                  <a:lnTo>
                    <a:pt x="76660" y="13097"/>
                  </a:lnTo>
                  <a:lnTo>
                    <a:pt x="77043" y="12905"/>
                  </a:lnTo>
                  <a:lnTo>
                    <a:pt x="77235" y="12585"/>
                  </a:lnTo>
                  <a:lnTo>
                    <a:pt x="77363" y="12202"/>
                  </a:lnTo>
                  <a:close/>
                  <a:moveTo>
                    <a:pt x="68866" y="23254"/>
                  </a:moveTo>
                  <a:lnTo>
                    <a:pt x="68994" y="23637"/>
                  </a:lnTo>
                  <a:lnTo>
                    <a:pt x="69186" y="23957"/>
                  </a:lnTo>
                  <a:lnTo>
                    <a:pt x="69569" y="24148"/>
                  </a:lnTo>
                  <a:lnTo>
                    <a:pt x="69761" y="24212"/>
                  </a:lnTo>
                  <a:lnTo>
                    <a:pt x="70144" y="24212"/>
                  </a:lnTo>
                  <a:lnTo>
                    <a:pt x="70399" y="24084"/>
                  </a:lnTo>
                  <a:lnTo>
                    <a:pt x="75702" y="33284"/>
                  </a:lnTo>
                  <a:lnTo>
                    <a:pt x="75510" y="33411"/>
                  </a:lnTo>
                  <a:lnTo>
                    <a:pt x="75318" y="33667"/>
                  </a:lnTo>
                  <a:lnTo>
                    <a:pt x="75255" y="33858"/>
                  </a:lnTo>
                  <a:lnTo>
                    <a:pt x="75191" y="34178"/>
                  </a:lnTo>
                  <a:lnTo>
                    <a:pt x="75255" y="34433"/>
                  </a:lnTo>
                  <a:lnTo>
                    <a:pt x="75318" y="34625"/>
                  </a:lnTo>
                  <a:lnTo>
                    <a:pt x="75510" y="34881"/>
                  </a:lnTo>
                  <a:lnTo>
                    <a:pt x="75702" y="35008"/>
                  </a:lnTo>
                  <a:lnTo>
                    <a:pt x="75446" y="35392"/>
                  </a:lnTo>
                  <a:lnTo>
                    <a:pt x="70463" y="44080"/>
                  </a:lnTo>
                  <a:lnTo>
                    <a:pt x="70080" y="44080"/>
                  </a:lnTo>
                  <a:lnTo>
                    <a:pt x="69888" y="44144"/>
                  </a:lnTo>
                  <a:lnTo>
                    <a:pt x="69505" y="44335"/>
                  </a:lnTo>
                  <a:lnTo>
                    <a:pt x="69313" y="44655"/>
                  </a:lnTo>
                  <a:lnTo>
                    <a:pt x="69186" y="45038"/>
                  </a:lnTo>
                  <a:lnTo>
                    <a:pt x="58325" y="45038"/>
                  </a:lnTo>
                  <a:lnTo>
                    <a:pt x="58198" y="44655"/>
                  </a:lnTo>
                  <a:lnTo>
                    <a:pt x="57942" y="44335"/>
                  </a:lnTo>
                  <a:lnTo>
                    <a:pt x="57623" y="44144"/>
                  </a:lnTo>
                  <a:lnTo>
                    <a:pt x="57431" y="44080"/>
                  </a:lnTo>
                  <a:lnTo>
                    <a:pt x="56984" y="44080"/>
                  </a:lnTo>
                  <a:lnTo>
                    <a:pt x="56792" y="44208"/>
                  </a:lnTo>
                  <a:lnTo>
                    <a:pt x="51490" y="35008"/>
                  </a:lnTo>
                  <a:lnTo>
                    <a:pt x="51682" y="34881"/>
                  </a:lnTo>
                  <a:lnTo>
                    <a:pt x="51809" y="34625"/>
                  </a:lnTo>
                  <a:lnTo>
                    <a:pt x="51873" y="34433"/>
                  </a:lnTo>
                  <a:lnTo>
                    <a:pt x="51937" y="34178"/>
                  </a:lnTo>
                  <a:lnTo>
                    <a:pt x="51873" y="33858"/>
                  </a:lnTo>
                  <a:lnTo>
                    <a:pt x="51809" y="33667"/>
                  </a:lnTo>
                  <a:lnTo>
                    <a:pt x="51682" y="33411"/>
                  </a:lnTo>
                  <a:lnTo>
                    <a:pt x="51490" y="33284"/>
                  </a:lnTo>
                  <a:lnTo>
                    <a:pt x="56792" y="24084"/>
                  </a:lnTo>
                  <a:lnTo>
                    <a:pt x="56984" y="24148"/>
                  </a:lnTo>
                  <a:lnTo>
                    <a:pt x="57239" y="24212"/>
                  </a:lnTo>
                  <a:lnTo>
                    <a:pt x="57431" y="24148"/>
                  </a:lnTo>
                  <a:lnTo>
                    <a:pt x="57623" y="24148"/>
                  </a:lnTo>
                  <a:lnTo>
                    <a:pt x="57942" y="23893"/>
                  </a:lnTo>
                  <a:lnTo>
                    <a:pt x="58198" y="23637"/>
                  </a:lnTo>
                  <a:lnTo>
                    <a:pt x="58262" y="23254"/>
                  </a:lnTo>
                  <a:close/>
                  <a:moveTo>
                    <a:pt x="87967" y="34242"/>
                  </a:moveTo>
                  <a:lnTo>
                    <a:pt x="88031" y="34625"/>
                  </a:lnTo>
                  <a:lnTo>
                    <a:pt x="88287" y="34944"/>
                  </a:lnTo>
                  <a:lnTo>
                    <a:pt x="88606" y="35136"/>
                  </a:lnTo>
                  <a:lnTo>
                    <a:pt x="88798" y="35200"/>
                  </a:lnTo>
                  <a:lnTo>
                    <a:pt x="89245" y="35200"/>
                  </a:lnTo>
                  <a:lnTo>
                    <a:pt x="89437" y="35136"/>
                  </a:lnTo>
                  <a:lnTo>
                    <a:pt x="91034" y="37819"/>
                  </a:lnTo>
                  <a:lnTo>
                    <a:pt x="94803" y="44399"/>
                  </a:lnTo>
                  <a:lnTo>
                    <a:pt x="94675" y="44527"/>
                  </a:lnTo>
                  <a:lnTo>
                    <a:pt x="94547" y="44719"/>
                  </a:lnTo>
                  <a:lnTo>
                    <a:pt x="94483" y="44910"/>
                  </a:lnTo>
                  <a:lnTo>
                    <a:pt x="94483" y="45166"/>
                  </a:lnTo>
                  <a:lnTo>
                    <a:pt x="94483" y="45357"/>
                  </a:lnTo>
                  <a:lnTo>
                    <a:pt x="94547" y="45613"/>
                  </a:lnTo>
                  <a:lnTo>
                    <a:pt x="94675" y="45805"/>
                  </a:lnTo>
                  <a:lnTo>
                    <a:pt x="94803" y="45932"/>
                  </a:lnTo>
                  <a:lnTo>
                    <a:pt x="89437" y="55195"/>
                  </a:lnTo>
                  <a:lnTo>
                    <a:pt x="89245" y="55132"/>
                  </a:lnTo>
                  <a:lnTo>
                    <a:pt x="88989" y="55068"/>
                  </a:lnTo>
                  <a:lnTo>
                    <a:pt x="88798" y="55132"/>
                  </a:lnTo>
                  <a:lnTo>
                    <a:pt x="88606" y="55195"/>
                  </a:lnTo>
                  <a:lnTo>
                    <a:pt x="88287" y="55387"/>
                  </a:lnTo>
                  <a:lnTo>
                    <a:pt x="88031" y="55706"/>
                  </a:lnTo>
                  <a:lnTo>
                    <a:pt x="87967" y="56090"/>
                  </a:lnTo>
                  <a:lnTo>
                    <a:pt x="77363" y="56090"/>
                  </a:lnTo>
                  <a:lnTo>
                    <a:pt x="77235" y="55706"/>
                  </a:lnTo>
                  <a:lnTo>
                    <a:pt x="77043" y="55387"/>
                  </a:lnTo>
                  <a:lnTo>
                    <a:pt x="76660" y="55195"/>
                  </a:lnTo>
                  <a:lnTo>
                    <a:pt x="76468" y="55132"/>
                  </a:lnTo>
                  <a:lnTo>
                    <a:pt x="76277" y="55068"/>
                  </a:lnTo>
                  <a:lnTo>
                    <a:pt x="76085" y="55132"/>
                  </a:lnTo>
                  <a:lnTo>
                    <a:pt x="75893" y="55195"/>
                  </a:lnTo>
                  <a:lnTo>
                    <a:pt x="75702" y="55259"/>
                  </a:lnTo>
                  <a:lnTo>
                    <a:pt x="75510" y="55387"/>
                  </a:lnTo>
                  <a:lnTo>
                    <a:pt x="75382" y="55579"/>
                  </a:lnTo>
                  <a:lnTo>
                    <a:pt x="75318" y="55770"/>
                  </a:lnTo>
                  <a:lnTo>
                    <a:pt x="75255" y="55962"/>
                  </a:lnTo>
                  <a:lnTo>
                    <a:pt x="75191" y="56154"/>
                  </a:lnTo>
                  <a:lnTo>
                    <a:pt x="75255" y="56409"/>
                  </a:lnTo>
                  <a:lnTo>
                    <a:pt x="75318" y="56665"/>
                  </a:lnTo>
                  <a:lnTo>
                    <a:pt x="75510" y="56920"/>
                  </a:lnTo>
                  <a:lnTo>
                    <a:pt x="75702" y="57048"/>
                  </a:lnTo>
                  <a:lnTo>
                    <a:pt x="70336" y="66311"/>
                  </a:lnTo>
                  <a:lnTo>
                    <a:pt x="70144" y="66247"/>
                  </a:lnTo>
                  <a:lnTo>
                    <a:pt x="69888" y="66247"/>
                  </a:lnTo>
                  <a:lnTo>
                    <a:pt x="69505" y="66311"/>
                  </a:lnTo>
                  <a:lnTo>
                    <a:pt x="69186" y="66503"/>
                  </a:lnTo>
                  <a:lnTo>
                    <a:pt x="68994" y="66758"/>
                  </a:lnTo>
                  <a:lnTo>
                    <a:pt x="68866" y="67078"/>
                  </a:lnTo>
                  <a:lnTo>
                    <a:pt x="58325" y="67078"/>
                  </a:lnTo>
                  <a:lnTo>
                    <a:pt x="58198" y="66758"/>
                  </a:lnTo>
                  <a:lnTo>
                    <a:pt x="57942" y="66503"/>
                  </a:lnTo>
                  <a:lnTo>
                    <a:pt x="57623" y="66311"/>
                  </a:lnTo>
                  <a:lnTo>
                    <a:pt x="57303" y="66247"/>
                  </a:lnTo>
                  <a:lnTo>
                    <a:pt x="57048" y="66247"/>
                  </a:lnTo>
                  <a:lnTo>
                    <a:pt x="56856" y="66311"/>
                  </a:lnTo>
                  <a:lnTo>
                    <a:pt x="56664" y="66439"/>
                  </a:lnTo>
                  <a:lnTo>
                    <a:pt x="56537" y="66567"/>
                  </a:lnTo>
                  <a:lnTo>
                    <a:pt x="56409" y="66694"/>
                  </a:lnTo>
                  <a:lnTo>
                    <a:pt x="56281" y="66886"/>
                  </a:lnTo>
                  <a:lnTo>
                    <a:pt x="56217" y="67078"/>
                  </a:lnTo>
                  <a:lnTo>
                    <a:pt x="56217" y="67333"/>
                  </a:lnTo>
                  <a:lnTo>
                    <a:pt x="56217" y="67525"/>
                  </a:lnTo>
                  <a:lnTo>
                    <a:pt x="56281" y="67780"/>
                  </a:lnTo>
                  <a:lnTo>
                    <a:pt x="56409" y="67972"/>
                  </a:lnTo>
                  <a:lnTo>
                    <a:pt x="56537" y="68100"/>
                  </a:lnTo>
                  <a:lnTo>
                    <a:pt x="53534" y="73402"/>
                  </a:lnTo>
                  <a:lnTo>
                    <a:pt x="51298" y="77235"/>
                  </a:lnTo>
                  <a:lnTo>
                    <a:pt x="51107" y="77171"/>
                  </a:lnTo>
                  <a:lnTo>
                    <a:pt x="50851" y="77107"/>
                  </a:lnTo>
                  <a:lnTo>
                    <a:pt x="50659" y="77171"/>
                  </a:lnTo>
                  <a:lnTo>
                    <a:pt x="50468" y="77171"/>
                  </a:lnTo>
                  <a:lnTo>
                    <a:pt x="50148" y="77427"/>
                  </a:lnTo>
                  <a:lnTo>
                    <a:pt x="49893" y="77682"/>
                  </a:lnTo>
                  <a:lnTo>
                    <a:pt x="49765" y="78065"/>
                  </a:lnTo>
                  <a:lnTo>
                    <a:pt x="39224" y="78065"/>
                  </a:lnTo>
                  <a:lnTo>
                    <a:pt x="39160" y="77682"/>
                  </a:lnTo>
                  <a:lnTo>
                    <a:pt x="38905" y="77427"/>
                  </a:lnTo>
                  <a:lnTo>
                    <a:pt x="38586" y="77171"/>
                  </a:lnTo>
                  <a:lnTo>
                    <a:pt x="38394" y="77171"/>
                  </a:lnTo>
                  <a:lnTo>
                    <a:pt x="38202" y="77107"/>
                  </a:lnTo>
                  <a:lnTo>
                    <a:pt x="37947" y="77171"/>
                  </a:lnTo>
                  <a:lnTo>
                    <a:pt x="37691" y="77235"/>
                  </a:lnTo>
                  <a:lnTo>
                    <a:pt x="32389" y="68036"/>
                  </a:lnTo>
                  <a:lnTo>
                    <a:pt x="32580" y="67908"/>
                  </a:lnTo>
                  <a:lnTo>
                    <a:pt x="32708" y="67716"/>
                  </a:lnTo>
                  <a:lnTo>
                    <a:pt x="32836" y="67461"/>
                  </a:lnTo>
                  <a:lnTo>
                    <a:pt x="32836" y="67205"/>
                  </a:lnTo>
                  <a:lnTo>
                    <a:pt x="32836" y="66950"/>
                  </a:lnTo>
                  <a:lnTo>
                    <a:pt x="32708" y="66694"/>
                  </a:lnTo>
                  <a:lnTo>
                    <a:pt x="32580" y="66503"/>
                  </a:lnTo>
                  <a:lnTo>
                    <a:pt x="32389" y="66311"/>
                  </a:lnTo>
                  <a:lnTo>
                    <a:pt x="37691" y="57176"/>
                  </a:lnTo>
                  <a:lnTo>
                    <a:pt x="37883" y="57240"/>
                  </a:lnTo>
                  <a:lnTo>
                    <a:pt x="38330" y="57240"/>
                  </a:lnTo>
                  <a:lnTo>
                    <a:pt x="38586" y="57176"/>
                  </a:lnTo>
                  <a:lnTo>
                    <a:pt x="38713" y="57048"/>
                  </a:lnTo>
                  <a:lnTo>
                    <a:pt x="38905" y="56920"/>
                  </a:lnTo>
                  <a:lnTo>
                    <a:pt x="39033" y="56792"/>
                  </a:lnTo>
                  <a:lnTo>
                    <a:pt x="39160" y="56601"/>
                  </a:lnTo>
                  <a:lnTo>
                    <a:pt x="39224" y="56409"/>
                  </a:lnTo>
                  <a:lnTo>
                    <a:pt x="39224" y="56154"/>
                  </a:lnTo>
                  <a:lnTo>
                    <a:pt x="39224" y="55962"/>
                  </a:lnTo>
                  <a:lnTo>
                    <a:pt x="39160" y="55770"/>
                  </a:lnTo>
                  <a:lnTo>
                    <a:pt x="39033" y="55579"/>
                  </a:lnTo>
                  <a:lnTo>
                    <a:pt x="38905" y="55387"/>
                  </a:lnTo>
                  <a:lnTo>
                    <a:pt x="38713" y="55259"/>
                  </a:lnTo>
                  <a:lnTo>
                    <a:pt x="38586" y="55195"/>
                  </a:lnTo>
                  <a:lnTo>
                    <a:pt x="38330" y="55132"/>
                  </a:lnTo>
                  <a:lnTo>
                    <a:pt x="38138" y="55068"/>
                  </a:lnTo>
                  <a:lnTo>
                    <a:pt x="37947" y="55132"/>
                  </a:lnTo>
                  <a:lnTo>
                    <a:pt x="37691" y="55195"/>
                  </a:lnTo>
                  <a:lnTo>
                    <a:pt x="37563" y="55259"/>
                  </a:lnTo>
                  <a:lnTo>
                    <a:pt x="37372" y="55387"/>
                  </a:lnTo>
                  <a:lnTo>
                    <a:pt x="37244" y="55579"/>
                  </a:lnTo>
                  <a:lnTo>
                    <a:pt x="37116" y="55770"/>
                  </a:lnTo>
                  <a:lnTo>
                    <a:pt x="37052" y="55962"/>
                  </a:lnTo>
                  <a:lnTo>
                    <a:pt x="37052" y="56154"/>
                  </a:lnTo>
                  <a:lnTo>
                    <a:pt x="37116" y="56409"/>
                  </a:lnTo>
                  <a:lnTo>
                    <a:pt x="37180" y="56665"/>
                  </a:lnTo>
                  <a:lnTo>
                    <a:pt x="37308" y="56856"/>
                  </a:lnTo>
                  <a:lnTo>
                    <a:pt x="37499" y="57048"/>
                  </a:lnTo>
                  <a:lnTo>
                    <a:pt x="32197" y="66183"/>
                  </a:lnTo>
                  <a:lnTo>
                    <a:pt x="32006" y="66119"/>
                  </a:lnTo>
                  <a:lnTo>
                    <a:pt x="31558" y="66119"/>
                  </a:lnTo>
                  <a:lnTo>
                    <a:pt x="31367" y="66183"/>
                  </a:lnTo>
                  <a:lnTo>
                    <a:pt x="31047" y="66375"/>
                  </a:lnTo>
                  <a:lnTo>
                    <a:pt x="30792" y="66694"/>
                  </a:lnTo>
                  <a:lnTo>
                    <a:pt x="30728" y="67078"/>
                  </a:lnTo>
                  <a:lnTo>
                    <a:pt x="20187" y="67078"/>
                  </a:lnTo>
                  <a:lnTo>
                    <a:pt x="20059" y="66694"/>
                  </a:lnTo>
                  <a:lnTo>
                    <a:pt x="19804" y="66375"/>
                  </a:lnTo>
                  <a:lnTo>
                    <a:pt x="19484" y="66183"/>
                  </a:lnTo>
                  <a:lnTo>
                    <a:pt x="19293" y="66119"/>
                  </a:lnTo>
                  <a:lnTo>
                    <a:pt x="18846" y="66119"/>
                  </a:lnTo>
                  <a:lnTo>
                    <a:pt x="18590" y="66247"/>
                  </a:lnTo>
                  <a:lnTo>
                    <a:pt x="13288" y="57048"/>
                  </a:lnTo>
                  <a:lnTo>
                    <a:pt x="13543" y="56856"/>
                  </a:lnTo>
                  <a:lnTo>
                    <a:pt x="13735" y="56601"/>
                  </a:lnTo>
                  <a:lnTo>
                    <a:pt x="13863" y="56345"/>
                  </a:lnTo>
                  <a:lnTo>
                    <a:pt x="13927" y="56026"/>
                  </a:lnTo>
                  <a:lnTo>
                    <a:pt x="13927" y="55770"/>
                  </a:lnTo>
                  <a:lnTo>
                    <a:pt x="13799" y="55515"/>
                  </a:lnTo>
                  <a:lnTo>
                    <a:pt x="13607" y="55259"/>
                  </a:lnTo>
                  <a:lnTo>
                    <a:pt x="13415" y="55132"/>
                  </a:lnTo>
                  <a:lnTo>
                    <a:pt x="18654" y="46060"/>
                  </a:lnTo>
                  <a:lnTo>
                    <a:pt x="18973" y="46124"/>
                  </a:lnTo>
                  <a:lnTo>
                    <a:pt x="19357" y="46060"/>
                  </a:lnTo>
                  <a:lnTo>
                    <a:pt x="19676" y="45868"/>
                  </a:lnTo>
                  <a:lnTo>
                    <a:pt x="19932" y="45613"/>
                  </a:lnTo>
                  <a:lnTo>
                    <a:pt x="20059" y="45230"/>
                  </a:lnTo>
                  <a:lnTo>
                    <a:pt x="30728" y="45230"/>
                  </a:lnTo>
                  <a:lnTo>
                    <a:pt x="30792" y="45613"/>
                  </a:lnTo>
                  <a:lnTo>
                    <a:pt x="31047" y="45932"/>
                  </a:lnTo>
                  <a:lnTo>
                    <a:pt x="31367" y="46124"/>
                  </a:lnTo>
                  <a:lnTo>
                    <a:pt x="31558" y="46188"/>
                  </a:lnTo>
                  <a:lnTo>
                    <a:pt x="31750" y="46252"/>
                  </a:lnTo>
                  <a:lnTo>
                    <a:pt x="32006" y="46188"/>
                  </a:lnTo>
                  <a:lnTo>
                    <a:pt x="32197" y="46124"/>
                  </a:lnTo>
                  <a:lnTo>
                    <a:pt x="32389" y="46060"/>
                  </a:lnTo>
                  <a:lnTo>
                    <a:pt x="32517" y="45932"/>
                  </a:lnTo>
                  <a:lnTo>
                    <a:pt x="32644" y="45741"/>
                  </a:lnTo>
                  <a:lnTo>
                    <a:pt x="32772" y="45549"/>
                  </a:lnTo>
                  <a:lnTo>
                    <a:pt x="32836" y="45357"/>
                  </a:lnTo>
                  <a:lnTo>
                    <a:pt x="32836" y="45166"/>
                  </a:lnTo>
                  <a:lnTo>
                    <a:pt x="32836" y="44910"/>
                  </a:lnTo>
                  <a:lnTo>
                    <a:pt x="32708" y="44655"/>
                  </a:lnTo>
                  <a:lnTo>
                    <a:pt x="32580" y="44463"/>
                  </a:lnTo>
                  <a:lnTo>
                    <a:pt x="32389" y="44271"/>
                  </a:lnTo>
                  <a:lnTo>
                    <a:pt x="37372" y="35647"/>
                  </a:lnTo>
                  <a:lnTo>
                    <a:pt x="37691" y="35136"/>
                  </a:lnTo>
                  <a:lnTo>
                    <a:pt x="37883" y="35200"/>
                  </a:lnTo>
                  <a:lnTo>
                    <a:pt x="38330" y="35200"/>
                  </a:lnTo>
                  <a:lnTo>
                    <a:pt x="38522" y="35136"/>
                  </a:lnTo>
                  <a:lnTo>
                    <a:pt x="38841" y="34944"/>
                  </a:lnTo>
                  <a:lnTo>
                    <a:pt x="39097" y="34625"/>
                  </a:lnTo>
                  <a:lnTo>
                    <a:pt x="39224" y="34242"/>
                  </a:lnTo>
                  <a:lnTo>
                    <a:pt x="49765" y="34242"/>
                  </a:lnTo>
                  <a:lnTo>
                    <a:pt x="49893" y="34625"/>
                  </a:lnTo>
                  <a:lnTo>
                    <a:pt x="50148" y="34944"/>
                  </a:lnTo>
                  <a:lnTo>
                    <a:pt x="50468" y="35136"/>
                  </a:lnTo>
                  <a:lnTo>
                    <a:pt x="50659" y="35200"/>
                  </a:lnTo>
                  <a:lnTo>
                    <a:pt x="51107" y="35200"/>
                  </a:lnTo>
                  <a:lnTo>
                    <a:pt x="51298" y="35136"/>
                  </a:lnTo>
                  <a:lnTo>
                    <a:pt x="56601" y="44271"/>
                  </a:lnTo>
                  <a:lnTo>
                    <a:pt x="56409" y="44463"/>
                  </a:lnTo>
                  <a:lnTo>
                    <a:pt x="56281" y="44655"/>
                  </a:lnTo>
                  <a:lnTo>
                    <a:pt x="56153" y="44910"/>
                  </a:lnTo>
                  <a:lnTo>
                    <a:pt x="56153" y="45166"/>
                  </a:lnTo>
                  <a:lnTo>
                    <a:pt x="56153" y="45357"/>
                  </a:lnTo>
                  <a:lnTo>
                    <a:pt x="56217" y="45613"/>
                  </a:lnTo>
                  <a:lnTo>
                    <a:pt x="56345" y="45741"/>
                  </a:lnTo>
                  <a:lnTo>
                    <a:pt x="56473" y="45932"/>
                  </a:lnTo>
                  <a:lnTo>
                    <a:pt x="56601" y="46060"/>
                  </a:lnTo>
                  <a:lnTo>
                    <a:pt x="56792" y="46188"/>
                  </a:lnTo>
                  <a:lnTo>
                    <a:pt x="56984" y="46252"/>
                  </a:lnTo>
                  <a:lnTo>
                    <a:pt x="57431" y="46252"/>
                  </a:lnTo>
                  <a:lnTo>
                    <a:pt x="57623" y="46188"/>
                  </a:lnTo>
                  <a:lnTo>
                    <a:pt x="57942" y="45932"/>
                  </a:lnTo>
                  <a:lnTo>
                    <a:pt x="58198" y="45677"/>
                  </a:lnTo>
                  <a:lnTo>
                    <a:pt x="58325" y="45230"/>
                  </a:lnTo>
                  <a:lnTo>
                    <a:pt x="69186" y="45230"/>
                  </a:lnTo>
                  <a:lnTo>
                    <a:pt x="69313" y="45677"/>
                  </a:lnTo>
                  <a:lnTo>
                    <a:pt x="69505" y="45932"/>
                  </a:lnTo>
                  <a:lnTo>
                    <a:pt x="69888" y="46188"/>
                  </a:lnTo>
                  <a:lnTo>
                    <a:pt x="70080" y="46252"/>
                  </a:lnTo>
                  <a:lnTo>
                    <a:pt x="70463" y="46252"/>
                  </a:lnTo>
                  <a:lnTo>
                    <a:pt x="70655" y="46188"/>
                  </a:lnTo>
                  <a:lnTo>
                    <a:pt x="70847" y="46060"/>
                  </a:lnTo>
                  <a:lnTo>
                    <a:pt x="71038" y="45932"/>
                  </a:lnTo>
                  <a:lnTo>
                    <a:pt x="71166" y="45741"/>
                  </a:lnTo>
                  <a:lnTo>
                    <a:pt x="71230" y="45613"/>
                  </a:lnTo>
                  <a:lnTo>
                    <a:pt x="71294" y="45357"/>
                  </a:lnTo>
                  <a:lnTo>
                    <a:pt x="71358" y="45166"/>
                  </a:lnTo>
                  <a:lnTo>
                    <a:pt x="71294" y="44846"/>
                  </a:lnTo>
                  <a:lnTo>
                    <a:pt x="71166" y="44527"/>
                  </a:lnTo>
                  <a:lnTo>
                    <a:pt x="70910" y="44335"/>
                  </a:lnTo>
                  <a:lnTo>
                    <a:pt x="70655" y="44144"/>
                  </a:lnTo>
                  <a:lnTo>
                    <a:pt x="71294" y="43058"/>
                  </a:lnTo>
                  <a:lnTo>
                    <a:pt x="75829" y="35136"/>
                  </a:lnTo>
                  <a:lnTo>
                    <a:pt x="76085" y="35200"/>
                  </a:lnTo>
                  <a:lnTo>
                    <a:pt x="76468" y="35200"/>
                  </a:lnTo>
                  <a:lnTo>
                    <a:pt x="76660" y="35136"/>
                  </a:lnTo>
                  <a:lnTo>
                    <a:pt x="77043" y="34944"/>
                  </a:lnTo>
                  <a:lnTo>
                    <a:pt x="77235" y="34625"/>
                  </a:lnTo>
                  <a:lnTo>
                    <a:pt x="77363" y="34242"/>
                  </a:lnTo>
                  <a:close/>
                  <a:moveTo>
                    <a:pt x="69952" y="1"/>
                  </a:moveTo>
                  <a:lnTo>
                    <a:pt x="69761" y="64"/>
                  </a:lnTo>
                  <a:lnTo>
                    <a:pt x="69569" y="128"/>
                  </a:lnTo>
                  <a:lnTo>
                    <a:pt x="69186" y="320"/>
                  </a:lnTo>
                  <a:lnTo>
                    <a:pt x="68994" y="639"/>
                  </a:lnTo>
                  <a:lnTo>
                    <a:pt x="68866" y="1023"/>
                  </a:lnTo>
                  <a:lnTo>
                    <a:pt x="57239" y="1023"/>
                  </a:lnTo>
                  <a:lnTo>
                    <a:pt x="57239" y="1214"/>
                  </a:lnTo>
                  <a:lnTo>
                    <a:pt x="68866" y="1214"/>
                  </a:lnTo>
                  <a:lnTo>
                    <a:pt x="68994" y="1598"/>
                  </a:lnTo>
                  <a:lnTo>
                    <a:pt x="69186" y="1917"/>
                  </a:lnTo>
                  <a:lnTo>
                    <a:pt x="69569" y="2109"/>
                  </a:lnTo>
                  <a:lnTo>
                    <a:pt x="69761" y="2173"/>
                  </a:lnTo>
                  <a:lnTo>
                    <a:pt x="70144" y="2173"/>
                  </a:lnTo>
                  <a:lnTo>
                    <a:pt x="70399" y="2109"/>
                  </a:lnTo>
                  <a:lnTo>
                    <a:pt x="75702" y="11244"/>
                  </a:lnTo>
                  <a:lnTo>
                    <a:pt x="75510" y="11436"/>
                  </a:lnTo>
                  <a:lnTo>
                    <a:pt x="75318" y="11627"/>
                  </a:lnTo>
                  <a:lnTo>
                    <a:pt x="75255" y="11883"/>
                  </a:lnTo>
                  <a:lnTo>
                    <a:pt x="75191" y="12138"/>
                  </a:lnTo>
                  <a:lnTo>
                    <a:pt x="75255" y="12394"/>
                  </a:lnTo>
                  <a:lnTo>
                    <a:pt x="75318" y="12649"/>
                  </a:lnTo>
                  <a:lnTo>
                    <a:pt x="75510" y="12841"/>
                  </a:lnTo>
                  <a:lnTo>
                    <a:pt x="75702" y="12969"/>
                  </a:lnTo>
                  <a:lnTo>
                    <a:pt x="73019" y="17568"/>
                  </a:lnTo>
                  <a:lnTo>
                    <a:pt x="70399" y="22168"/>
                  </a:lnTo>
                  <a:lnTo>
                    <a:pt x="70144" y="22104"/>
                  </a:lnTo>
                  <a:lnTo>
                    <a:pt x="69952" y="22040"/>
                  </a:lnTo>
                  <a:lnTo>
                    <a:pt x="69761" y="22040"/>
                  </a:lnTo>
                  <a:lnTo>
                    <a:pt x="69505" y="22104"/>
                  </a:lnTo>
                  <a:lnTo>
                    <a:pt x="69186" y="22360"/>
                  </a:lnTo>
                  <a:lnTo>
                    <a:pt x="68994" y="22679"/>
                  </a:lnTo>
                  <a:lnTo>
                    <a:pt x="68866" y="23062"/>
                  </a:lnTo>
                  <a:lnTo>
                    <a:pt x="58262" y="23062"/>
                  </a:lnTo>
                  <a:lnTo>
                    <a:pt x="58262" y="22807"/>
                  </a:lnTo>
                  <a:lnTo>
                    <a:pt x="58198" y="22615"/>
                  </a:lnTo>
                  <a:lnTo>
                    <a:pt x="57942" y="22296"/>
                  </a:lnTo>
                  <a:lnTo>
                    <a:pt x="57623" y="22104"/>
                  </a:lnTo>
                  <a:lnTo>
                    <a:pt x="57431" y="22040"/>
                  </a:lnTo>
                  <a:lnTo>
                    <a:pt x="56984" y="22040"/>
                  </a:lnTo>
                  <a:lnTo>
                    <a:pt x="56728" y="22168"/>
                  </a:lnTo>
                  <a:lnTo>
                    <a:pt x="55706" y="20379"/>
                  </a:lnTo>
                  <a:lnTo>
                    <a:pt x="51490" y="12969"/>
                  </a:lnTo>
                  <a:lnTo>
                    <a:pt x="51682" y="12841"/>
                  </a:lnTo>
                  <a:lnTo>
                    <a:pt x="51809" y="12649"/>
                  </a:lnTo>
                  <a:lnTo>
                    <a:pt x="51873" y="12394"/>
                  </a:lnTo>
                  <a:lnTo>
                    <a:pt x="51937" y="12138"/>
                  </a:lnTo>
                  <a:lnTo>
                    <a:pt x="51937" y="11883"/>
                  </a:lnTo>
                  <a:lnTo>
                    <a:pt x="51873" y="11691"/>
                  </a:lnTo>
                  <a:lnTo>
                    <a:pt x="51745" y="11499"/>
                  </a:lnTo>
                  <a:lnTo>
                    <a:pt x="51618" y="11372"/>
                  </a:lnTo>
                  <a:lnTo>
                    <a:pt x="51490" y="11244"/>
                  </a:lnTo>
                  <a:lnTo>
                    <a:pt x="51298" y="11116"/>
                  </a:lnTo>
                  <a:lnTo>
                    <a:pt x="51043" y="11052"/>
                  </a:lnTo>
                  <a:lnTo>
                    <a:pt x="50659" y="11052"/>
                  </a:lnTo>
                  <a:lnTo>
                    <a:pt x="50468" y="11116"/>
                  </a:lnTo>
                  <a:lnTo>
                    <a:pt x="50148" y="11308"/>
                  </a:lnTo>
                  <a:lnTo>
                    <a:pt x="49893" y="11627"/>
                  </a:lnTo>
                  <a:lnTo>
                    <a:pt x="49765" y="12011"/>
                  </a:lnTo>
                  <a:lnTo>
                    <a:pt x="39224" y="12011"/>
                  </a:lnTo>
                  <a:lnTo>
                    <a:pt x="39097" y="11627"/>
                  </a:lnTo>
                  <a:lnTo>
                    <a:pt x="38841" y="11308"/>
                  </a:lnTo>
                  <a:lnTo>
                    <a:pt x="38522" y="11116"/>
                  </a:lnTo>
                  <a:lnTo>
                    <a:pt x="38330" y="11052"/>
                  </a:lnTo>
                  <a:lnTo>
                    <a:pt x="37883" y="11052"/>
                  </a:lnTo>
                  <a:lnTo>
                    <a:pt x="37691" y="11116"/>
                  </a:lnTo>
                  <a:lnTo>
                    <a:pt x="31878" y="1023"/>
                  </a:lnTo>
                  <a:lnTo>
                    <a:pt x="31686" y="1150"/>
                  </a:lnTo>
                  <a:lnTo>
                    <a:pt x="37499" y="11244"/>
                  </a:lnTo>
                  <a:lnTo>
                    <a:pt x="37308" y="11436"/>
                  </a:lnTo>
                  <a:lnTo>
                    <a:pt x="37180" y="11627"/>
                  </a:lnTo>
                  <a:lnTo>
                    <a:pt x="37116" y="11883"/>
                  </a:lnTo>
                  <a:lnTo>
                    <a:pt x="37052" y="12138"/>
                  </a:lnTo>
                  <a:lnTo>
                    <a:pt x="37116" y="12394"/>
                  </a:lnTo>
                  <a:lnTo>
                    <a:pt x="37180" y="12649"/>
                  </a:lnTo>
                  <a:lnTo>
                    <a:pt x="37308" y="12841"/>
                  </a:lnTo>
                  <a:lnTo>
                    <a:pt x="37499" y="12969"/>
                  </a:lnTo>
                  <a:lnTo>
                    <a:pt x="32389" y="21912"/>
                  </a:lnTo>
                  <a:lnTo>
                    <a:pt x="32069" y="21785"/>
                  </a:lnTo>
                  <a:lnTo>
                    <a:pt x="31750" y="21721"/>
                  </a:lnTo>
                  <a:lnTo>
                    <a:pt x="31558" y="21721"/>
                  </a:lnTo>
                  <a:lnTo>
                    <a:pt x="31367" y="21785"/>
                  </a:lnTo>
                  <a:lnTo>
                    <a:pt x="31175" y="21912"/>
                  </a:lnTo>
                  <a:lnTo>
                    <a:pt x="30983" y="22040"/>
                  </a:lnTo>
                  <a:lnTo>
                    <a:pt x="30856" y="22232"/>
                  </a:lnTo>
                  <a:lnTo>
                    <a:pt x="30792" y="22360"/>
                  </a:lnTo>
                  <a:lnTo>
                    <a:pt x="30728" y="22615"/>
                  </a:lnTo>
                  <a:lnTo>
                    <a:pt x="30728" y="22807"/>
                  </a:lnTo>
                  <a:lnTo>
                    <a:pt x="30728" y="23062"/>
                  </a:lnTo>
                  <a:lnTo>
                    <a:pt x="19037" y="23062"/>
                  </a:lnTo>
                  <a:lnTo>
                    <a:pt x="19037" y="23254"/>
                  </a:lnTo>
                  <a:lnTo>
                    <a:pt x="30792" y="23254"/>
                  </a:lnTo>
                  <a:lnTo>
                    <a:pt x="30920" y="23509"/>
                  </a:lnTo>
                  <a:lnTo>
                    <a:pt x="31175" y="23701"/>
                  </a:lnTo>
                  <a:lnTo>
                    <a:pt x="31431" y="23829"/>
                  </a:lnTo>
                  <a:lnTo>
                    <a:pt x="31750" y="23893"/>
                  </a:lnTo>
                  <a:lnTo>
                    <a:pt x="32069" y="23829"/>
                  </a:lnTo>
                  <a:lnTo>
                    <a:pt x="37499" y="33284"/>
                  </a:lnTo>
                  <a:lnTo>
                    <a:pt x="37308" y="33411"/>
                  </a:lnTo>
                  <a:lnTo>
                    <a:pt x="37180" y="33667"/>
                  </a:lnTo>
                  <a:lnTo>
                    <a:pt x="37116" y="33858"/>
                  </a:lnTo>
                  <a:lnTo>
                    <a:pt x="37052" y="34178"/>
                  </a:lnTo>
                  <a:lnTo>
                    <a:pt x="37116" y="34433"/>
                  </a:lnTo>
                  <a:lnTo>
                    <a:pt x="37180" y="34625"/>
                  </a:lnTo>
                  <a:lnTo>
                    <a:pt x="37308" y="34881"/>
                  </a:lnTo>
                  <a:lnTo>
                    <a:pt x="37499" y="35008"/>
                  </a:lnTo>
                  <a:lnTo>
                    <a:pt x="32580" y="43633"/>
                  </a:lnTo>
                  <a:lnTo>
                    <a:pt x="32261" y="44144"/>
                  </a:lnTo>
                  <a:lnTo>
                    <a:pt x="32006" y="44080"/>
                  </a:lnTo>
                  <a:lnTo>
                    <a:pt x="31558" y="44080"/>
                  </a:lnTo>
                  <a:lnTo>
                    <a:pt x="31367" y="44144"/>
                  </a:lnTo>
                  <a:lnTo>
                    <a:pt x="31047" y="44335"/>
                  </a:lnTo>
                  <a:lnTo>
                    <a:pt x="30792" y="44655"/>
                  </a:lnTo>
                  <a:lnTo>
                    <a:pt x="30728" y="45038"/>
                  </a:lnTo>
                  <a:lnTo>
                    <a:pt x="20059" y="45038"/>
                  </a:lnTo>
                  <a:lnTo>
                    <a:pt x="20059" y="44846"/>
                  </a:lnTo>
                  <a:lnTo>
                    <a:pt x="19995" y="44655"/>
                  </a:lnTo>
                  <a:lnTo>
                    <a:pt x="19868" y="44463"/>
                  </a:lnTo>
                  <a:lnTo>
                    <a:pt x="19740" y="44271"/>
                  </a:lnTo>
                  <a:lnTo>
                    <a:pt x="19612" y="44144"/>
                  </a:lnTo>
                  <a:lnTo>
                    <a:pt x="19421" y="44080"/>
                  </a:lnTo>
                  <a:lnTo>
                    <a:pt x="19229" y="44016"/>
                  </a:lnTo>
                  <a:lnTo>
                    <a:pt x="18973" y="43952"/>
                  </a:lnTo>
                  <a:lnTo>
                    <a:pt x="18782" y="44016"/>
                  </a:lnTo>
                  <a:lnTo>
                    <a:pt x="18526" y="44080"/>
                  </a:lnTo>
                  <a:lnTo>
                    <a:pt x="12777" y="34114"/>
                  </a:lnTo>
                  <a:lnTo>
                    <a:pt x="12585" y="34178"/>
                  </a:lnTo>
                  <a:lnTo>
                    <a:pt x="18398" y="44144"/>
                  </a:lnTo>
                  <a:lnTo>
                    <a:pt x="18207" y="44335"/>
                  </a:lnTo>
                  <a:lnTo>
                    <a:pt x="18015" y="44527"/>
                  </a:lnTo>
                  <a:lnTo>
                    <a:pt x="17951" y="44782"/>
                  </a:lnTo>
                  <a:lnTo>
                    <a:pt x="17887" y="45038"/>
                  </a:lnTo>
                  <a:lnTo>
                    <a:pt x="17951" y="45357"/>
                  </a:lnTo>
                  <a:lnTo>
                    <a:pt x="18079" y="45613"/>
                  </a:lnTo>
                  <a:lnTo>
                    <a:pt x="18207" y="45805"/>
                  </a:lnTo>
                  <a:lnTo>
                    <a:pt x="18462" y="45996"/>
                  </a:lnTo>
                  <a:lnTo>
                    <a:pt x="13224" y="55004"/>
                  </a:lnTo>
                  <a:lnTo>
                    <a:pt x="12841" y="54940"/>
                  </a:lnTo>
                  <a:lnTo>
                    <a:pt x="12649" y="55004"/>
                  </a:lnTo>
                  <a:lnTo>
                    <a:pt x="12457" y="55068"/>
                  </a:lnTo>
                  <a:lnTo>
                    <a:pt x="12266" y="55132"/>
                  </a:lnTo>
                  <a:lnTo>
                    <a:pt x="12074" y="55259"/>
                  </a:lnTo>
                  <a:lnTo>
                    <a:pt x="11946" y="55451"/>
                  </a:lnTo>
                  <a:lnTo>
                    <a:pt x="11882" y="55643"/>
                  </a:lnTo>
                  <a:lnTo>
                    <a:pt x="11818" y="55834"/>
                  </a:lnTo>
                  <a:lnTo>
                    <a:pt x="11755" y="56026"/>
                  </a:lnTo>
                  <a:lnTo>
                    <a:pt x="11755" y="56090"/>
                  </a:lnTo>
                  <a:lnTo>
                    <a:pt x="0" y="56090"/>
                  </a:lnTo>
                  <a:lnTo>
                    <a:pt x="0" y="56281"/>
                  </a:lnTo>
                  <a:lnTo>
                    <a:pt x="11818" y="56281"/>
                  </a:lnTo>
                  <a:lnTo>
                    <a:pt x="11946" y="56601"/>
                  </a:lnTo>
                  <a:lnTo>
                    <a:pt x="12138" y="56856"/>
                  </a:lnTo>
                  <a:lnTo>
                    <a:pt x="12457" y="57048"/>
                  </a:lnTo>
                  <a:lnTo>
                    <a:pt x="12841" y="57112"/>
                  </a:lnTo>
                  <a:lnTo>
                    <a:pt x="13096" y="57112"/>
                  </a:lnTo>
                  <a:lnTo>
                    <a:pt x="18462" y="66311"/>
                  </a:lnTo>
                  <a:lnTo>
                    <a:pt x="18271" y="66503"/>
                  </a:lnTo>
                  <a:lnTo>
                    <a:pt x="18143" y="66694"/>
                  </a:lnTo>
                  <a:lnTo>
                    <a:pt x="18015" y="66950"/>
                  </a:lnTo>
                  <a:lnTo>
                    <a:pt x="18015" y="67205"/>
                  </a:lnTo>
                  <a:lnTo>
                    <a:pt x="18015" y="67397"/>
                  </a:lnTo>
                  <a:lnTo>
                    <a:pt x="18079" y="67589"/>
                  </a:lnTo>
                  <a:lnTo>
                    <a:pt x="18207" y="67780"/>
                  </a:lnTo>
                  <a:lnTo>
                    <a:pt x="18335" y="67972"/>
                  </a:lnTo>
                  <a:lnTo>
                    <a:pt x="18462" y="68100"/>
                  </a:lnTo>
                  <a:lnTo>
                    <a:pt x="18654" y="68164"/>
                  </a:lnTo>
                  <a:lnTo>
                    <a:pt x="18846" y="68228"/>
                  </a:lnTo>
                  <a:lnTo>
                    <a:pt x="19101" y="68291"/>
                  </a:lnTo>
                  <a:lnTo>
                    <a:pt x="19293" y="68228"/>
                  </a:lnTo>
                  <a:lnTo>
                    <a:pt x="19484" y="68228"/>
                  </a:lnTo>
                  <a:lnTo>
                    <a:pt x="19804" y="67972"/>
                  </a:lnTo>
                  <a:lnTo>
                    <a:pt x="20059" y="67653"/>
                  </a:lnTo>
                  <a:lnTo>
                    <a:pt x="20187" y="67269"/>
                  </a:lnTo>
                  <a:lnTo>
                    <a:pt x="30728" y="67269"/>
                  </a:lnTo>
                  <a:lnTo>
                    <a:pt x="30792" y="67653"/>
                  </a:lnTo>
                  <a:lnTo>
                    <a:pt x="31047" y="67972"/>
                  </a:lnTo>
                  <a:lnTo>
                    <a:pt x="31367" y="68228"/>
                  </a:lnTo>
                  <a:lnTo>
                    <a:pt x="31558" y="68228"/>
                  </a:lnTo>
                  <a:lnTo>
                    <a:pt x="31750" y="68291"/>
                  </a:lnTo>
                  <a:lnTo>
                    <a:pt x="32006" y="68228"/>
                  </a:lnTo>
                  <a:lnTo>
                    <a:pt x="32197" y="68164"/>
                  </a:lnTo>
                  <a:lnTo>
                    <a:pt x="37499" y="77363"/>
                  </a:lnTo>
                  <a:lnTo>
                    <a:pt x="37372" y="77491"/>
                  </a:lnTo>
                  <a:lnTo>
                    <a:pt x="37244" y="77746"/>
                  </a:lnTo>
                  <a:lnTo>
                    <a:pt x="37116" y="77938"/>
                  </a:lnTo>
                  <a:lnTo>
                    <a:pt x="37116" y="78193"/>
                  </a:lnTo>
                  <a:lnTo>
                    <a:pt x="37116" y="78449"/>
                  </a:lnTo>
                  <a:lnTo>
                    <a:pt x="37244" y="78704"/>
                  </a:lnTo>
                  <a:lnTo>
                    <a:pt x="37372" y="78896"/>
                  </a:lnTo>
                  <a:lnTo>
                    <a:pt x="37499" y="79088"/>
                  </a:lnTo>
                  <a:lnTo>
                    <a:pt x="35072" y="83240"/>
                  </a:lnTo>
                  <a:lnTo>
                    <a:pt x="31750" y="89117"/>
                  </a:lnTo>
                  <a:lnTo>
                    <a:pt x="19037" y="89117"/>
                  </a:lnTo>
                  <a:lnTo>
                    <a:pt x="19037" y="89309"/>
                  </a:lnTo>
                  <a:lnTo>
                    <a:pt x="31750" y="89309"/>
                  </a:lnTo>
                  <a:lnTo>
                    <a:pt x="37436" y="99211"/>
                  </a:lnTo>
                  <a:lnTo>
                    <a:pt x="37308" y="99339"/>
                  </a:lnTo>
                  <a:lnTo>
                    <a:pt x="37180" y="99530"/>
                  </a:lnTo>
                  <a:lnTo>
                    <a:pt x="37116" y="99722"/>
                  </a:lnTo>
                  <a:lnTo>
                    <a:pt x="37116" y="99977"/>
                  </a:lnTo>
                  <a:lnTo>
                    <a:pt x="37116" y="100169"/>
                  </a:lnTo>
                  <a:lnTo>
                    <a:pt x="37180" y="100361"/>
                  </a:lnTo>
                  <a:lnTo>
                    <a:pt x="37308" y="100552"/>
                  </a:lnTo>
                  <a:lnTo>
                    <a:pt x="37436" y="100744"/>
                  </a:lnTo>
                  <a:lnTo>
                    <a:pt x="37563" y="100872"/>
                  </a:lnTo>
                  <a:lnTo>
                    <a:pt x="37755" y="100936"/>
                  </a:lnTo>
                  <a:lnTo>
                    <a:pt x="37947" y="100999"/>
                  </a:lnTo>
                  <a:lnTo>
                    <a:pt x="38202" y="101063"/>
                  </a:lnTo>
                  <a:lnTo>
                    <a:pt x="38394" y="100999"/>
                  </a:lnTo>
                  <a:lnTo>
                    <a:pt x="38586" y="100936"/>
                  </a:lnTo>
                  <a:lnTo>
                    <a:pt x="38777" y="100872"/>
                  </a:lnTo>
                  <a:lnTo>
                    <a:pt x="38969" y="100744"/>
                  </a:lnTo>
                  <a:lnTo>
                    <a:pt x="39097" y="100552"/>
                  </a:lnTo>
                  <a:lnTo>
                    <a:pt x="39160" y="100361"/>
                  </a:lnTo>
                  <a:lnTo>
                    <a:pt x="39224" y="100169"/>
                  </a:lnTo>
                  <a:lnTo>
                    <a:pt x="39288" y="99977"/>
                  </a:lnTo>
                  <a:lnTo>
                    <a:pt x="39224" y="99722"/>
                  </a:lnTo>
                  <a:lnTo>
                    <a:pt x="39160" y="99530"/>
                  </a:lnTo>
                  <a:lnTo>
                    <a:pt x="39097" y="99339"/>
                  </a:lnTo>
                  <a:lnTo>
                    <a:pt x="38969" y="99211"/>
                  </a:lnTo>
                  <a:lnTo>
                    <a:pt x="38777" y="99083"/>
                  </a:lnTo>
                  <a:lnTo>
                    <a:pt x="38586" y="98955"/>
                  </a:lnTo>
                  <a:lnTo>
                    <a:pt x="38394" y="98891"/>
                  </a:lnTo>
                  <a:lnTo>
                    <a:pt x="38202" y="98891"/>
                  </a:lnTo>
                  <a:lnTo>
                    <a:pt x="37883" y="98955"/>
                  </a:lnTo>
                  <a:lnTo>
                    <a:pt x="37563" y="99083"/>
                  </a:lnTo>
                  <a:lnTo>
                    <a:pt x="31878" y="89181"/>
                  </a:lnTo>
                  <a:lnTo>
                    <a:pt x="34689" y="84326"/>
                  </a:lnTo>
                  <a:lnTo>
                    <a:pt x="37691" y="79151"/>
                  </a:lnTo>
                  <a:lnTo>
                    <a:pt x="37947" y="79279"/>
                  </a:lnTo>
                  <a:lnTo>
                    <a:pt x="38394" y="79279"/>
                  </a:lnTo>
                  <a:lnTo>
                    <a:pt x="38586" y="79215"/>
                  </a:lnTo>
                  <a:lnTo>
                    <a:pt x="38905" y="79024"/>
                  </a:lnTo>
                  <a:lnTo>
                    <a:pt x="39160" y="78704"/>
                  </a:lnTo>
                  <a:lnTo>
                    <a:pt x="39224" y="78321"/>
                  </a:lnTo>
                  <a:lnTo>
                    <a:pt x="49765" y="78321"/>
                  </a:lnTo>
                  <a:lnTo>
                    <a:pt x="49893" y="78704"/>
                  </a:lnTo>
                  <a:lnTo>
                    <a:pt x="50148" y="79024"/>
                  </a:lnTo>
                  <a:lnTo>
                    <a:pt x="50468" y="79215"/>
                  </a:lnTo>
                  <a:lnTo>
                    <a:pt x="50659" y="79279"/>
                  </a:lnTo>
                  <a:lnTo>
                    <a:pt x="51107" y="79279"/>
                  </a:lnTo>
                  <a:lnTo>
                    <a:pt x="51298" y="79151"/>
                  </a:lnTo>
                  <a:lnTo>
                    <a:pt x="56601" y="88415"/>
                  </a:lnTo>
                  <a:lnTo>
                    <a:pt x="56473" y="88542"/>
                  </a:lnTo>
                  <a:lnTo>
                    <a:pt x="56345" y="88734"/>
                  </a:lnTo>
                  <a:lnTo>
                    <a:pt x="56217" y="88989"/>
                  </a:lnTo>
                  <a:lnTo>
                    <a:pt x="56217" y="89245"/>
                  </a:lnTo>
                  <a:lnTo>
                    <a:pt x="56217" y="89437"/>
                  </a:lnTo>
                  <a:lnTo>
                    <a:pt x="56281" y="89692"/>
                  </a:lnTo>
                  <a:lnTo>
                    <a:pt x="56409" y="89820"/>
                  </a:lnTo>
                  <a:lnTo>
                    <a:pt x="56537" y="90012"/>
                  </a:lnTo>
                  <a:lnTo>
                    <a:pt x="56664" y="90139"/>
                  </a:lnTo>
                  <a:lnTo>
                    <a:pt x="56856" y="90267"/>
                  </a:lnTo>
                  <a:lnTo>
                    <a:pt x="57048" y="90331"/>
                  </a:lnTo>
                  <a:lnTo>
                    <a:pt x="57495" y="90331"/>
                  </a:lnTo>
                  <a:lnTo>
                    <a:pt x="57687" y="90267"/>
                  </a:lnTo>
                  <a:lnTo>
                    <a:pt x="57878" y="90139"/>
                  </a:lnTo>
                  <a:lnTo>
                    <a:pt x="58070" y="90012"/>
                  </a:lnTo>
                  <a:lnTo>
                    <a:pt x="58198" y="89820"/>
                  </a:lnTo>
                  <a:lnTo>
                    <a:pt x="58262" y="89692"/>
                  </a:lnTo>
                  <a:lnTo>
                    <a:pt x="58325" y="89437"/>
                  </a:lnTo>
                  <a:lnTo>
                    <a:pt x="58389" y="89245"/>
                  </a:lnTo>
                  <a:lnTo>
                    <a:pt x="58325" y="89053"/>
                  </a:lnTo>
                  <a:lnTo>
                    <a:pt x="58262" y="88798"/>
                  </a:lnTo>
                  <a:lnTo>
                    <a:pt x="58198" y="88670"/>
                  </a:lnTo>
                  <a:lnTo>
                    <a:pt x="58070" y="88478"/>
                  </a:lnTo>
                  <a:lnTo>
                    <a:pt x="57878" y="88351"/>
                  </a:lnTo>
                  <a:lnTo>
                    <a:pt x="57687" y="88223"/>
                  </a:lnTo>
                  <a:lnTo>
                    <a:pt x="57495" y="88159"/>
                  </a:lnTo>
                  <a:lnTo>
                    <a:pt x="57303" y="88159"/>
                  </a:lnTo>
                  <a:lnTo>
                    <a:pt x="57048" y="88223"/>
                  </a:lnTo>
                  <a:lnTo>
                    <a:pt x="56792" y="88287"/>
                  </a:lnTo>
                  <a:lnTo>
                    <a:pt x="51490" y="79088"/>
                  </a:lnTo>
                  <a:lnTo>
                    <a:pt x="51682" y="78896"/>
                  </a:lnTo>
                  <a:lnTo>
                    <a:pt x="51809" y="78704"/>
                  </a:lnTo>
                  <a:lnTo>
                    <a:pt x="51873" y="78449"/>
                  </a:lnTo>
                  <a:lnTo>
                    <a:pt x="51937" y="78193"/>
                  </a:lnTo>
                  <a:lnTo>
                    <a:pt x="51873" y="77938"/>
                  </a:lnTo>
                  <a:lnTo>
                    <a:pt x="51809" y="77682"/>
                  </a:lnTo>
                  <a:lnTo>
                    <a:pt x="51682" y="77491"/>
                  </a:lnTo>
                  <a:lnTo>
                    <a:pt x="51490" y="77299"/>
                  </a:lnTo>
                  <a:lnTo>
                    <a:pt x="56728" y="68228"/>
                  </a:lnTo>
                  <a:lnTo>
                    <a:pt x="56984" y="68355"/>
                  </a:lnTo>
                  <a:lnTo>
                    <a:pt x="57303" y="68419"/>
                  </a:lnTo>
                  <a:lnTo>
                    <a:pt x="57495" y="68355"/>
                  </a:lnTo>
                  <a:lnTo>
                    <a:pt x="57687" y="68291"/>
                  </a:lnTo>
                  <a:lnTo>
                    <a:pt x="57878" y="68228"/>
                  </a:lnTo>
                  <a:lnTo>
                    <a:pt x="58070" y="68100"/>
                  </a:lnTo>
                  <a:lnTo>
                    <a:pt x="58198" y="67908"/>
                  </a:lnTo>
                  <a:lnTo>
                    <a:pt x="58262" y="67716"/>
                  </a:lnTo>
                  <a:lnTo>
                    <a:pt x="58325" y="67525"/>
                  </a:lnTo>
                  <a:lnTo>
                    <a:pt x="58389" y="67333"/>
                  </a:lnTo>
                  <a:lnTo>
                    <a:pt x="58389" y="67269"/>
                  </a:lnTo>
                  <a:lnTo>
                    <a:pt x="68802" y="67269"/>
                  </a:lnTo>
                  <a:lnTo>
                    <a:pt x="68802" y="67333"/>
                  </a:lnTo>
                  <a:lnTo>
                    <a:pt x="68802" y="67525"/>
                  </a:lnTo>
                  <a:lnTo>
                    <a:pt x="68866" y="67716"/>
                  </a:lnTo>
                  <a:lnTo>
                    <a:pt x="68994" y="67908"/>
                  </a:lnTo>
                  <a:lnTo>
                    <a:pt x="69122" y="68100"/>
                  </a:lnTo>
                  <a:lnTo>
                    <a:pt x="69313" y="68228"/>
                  </a:lnTo>
                  <a:lnTo>
                    <a:pt x="69441" y="68291"/>
                  </a:lnTo>
                  <a:lnTo>
                    <a:pt x="69697" y="68355"/>
                  </a:lnTo>
                  <a:lnTo>
                    <a:pt x="69888" y="68419"/>
                  </a:lnTo>
                  <a:lnTo>
                    <a:pt x="70208" y="68355"/>
                  </a:lnTo>
                  <a:lnTo>
                    <a:pt x="70463" y="68228"/>
                  </a:lnTo>
                  <a:lnTo>
                    <a:pt x="75638" y="77235"/>
                  </a:lnTo>
                  <a:lnTo>
                    <a:pt x="75318" y="77363"/>
                  </a:lnTo>
                  <a:lnTo>
                    <a:pt x="75127" y="77618"/>
                  </a:lnTo>
                  <a:lnTo>
                    <a:pt x="74999" y="77874"/>
                  </a:lnTo>
                  <a:lnTo>
                    <a:pt x="74935" y="78193"/>
                  </a:lnTo>
                  <a:lnTo>
                    <a:pt x="74999" y="78513"/>
                  </a:lnTo>
                  <a:lnTo>
                    <a:pt x="75127" y="78832"/>
                  </a:lnTo>
                  <a:lnTo>
                    <a:pt x="75318" y="79024"/>
                  </a:lnTo>
                  <a:lnTo>
                    <a:pt x="75574" y="79215"/>
                  </a:lnTo>
                  <a:lnTo>
                    <a:pt x="70399" y="88223"/>
                  </a:lnTo>
                  <a:lnTo>
                    <a:pt x="70144" y="88159"/>
                  </a:lnTo>
                  <a:lnTo>
                    <a:pt x="69888" y="88159"/>
                  </a:lnTo>
                  <a:lnTo>
                    <a:pt x="69697" y="88223"/>
                  </a:lnTo>
                  <a:lnTo>
                    <a:pt x="69505" y="88351"/>
                  </a:lnTo>
                  <a:lnTo>
                    <a:pt x="69377" y="88478"/>
                  </a:lnTo>
                  <a:lnTo>
                    <a:pt x="69186" y="88670"/>
                  </a:lnTo>
                  <a:lnTo>
                    <a:pt x="69122" y="88798"/>
                  </a:lnTo>
                  <a:lnTo>
                    <a:pt x="69058" y="89053"/>
                  </a:lnTo>
                  <a:lnTo>
                    <a:pt x="69058" y="89245"/>
                  </a:lnTo>
                  <a:lnTo>
                    <a:pt x="69058" y="89437"/>
                  </a:lnTo>
                  <a:lnTo>
                    <a:pt x="69122" y="89692"/>
                  </a:lnTo>
                  <a:lnTo>
                    <a:pt x="69186" y="89820"/>
                  </a:lnTo>
                  <a:lnTo>
                    <a:pt x="69377" y="90012"/>
                  </a:lnTo>
                  <a:lnTo>
                    <a:pt x="69505" y="90139"/>
                  </a:lnTo>
                  <a:lnTo>
                    <a:pt x="69697" y="90267"/>
                  </a:lnTo>
                  <a:lnTo>
                    <a:pt x="69888" y="90331"/>
                  </a:lnTo>
                  <a:lnTo>
                    <a:pt x="70336" y="90331"/>
                  </a:lnTo>
                  <a:lnTo>
                    <a:pt x="70527" y="90267"/>
                  </a:lnTo>
                  <a:lnTo>
                    <a:pt x="70719" y="90139"/>
                  </a:lnTo>
                  <a:lnTo>
                    <a:pt x="70847" y="90012"/>
                  </a:lnTo>
                  <a:lnTo>
                    <a:pt x="71038" y="89820"/>
                  </a:lnTo>
                  <a:lnTo>
                    <a:pt x="71102" y="89692"/>
                  </a:lnTo>
                  <a:lnTo>
                    <a:pt x="71166" y="89437"/>
                  </a:lnTo>
                  <a:lnTo>
                    <a:pt x="71166" y="89245"/>
                  </a:lnTo>
                  <a:lnTo>
                    <a:pt x="71166" y="88926"/>
                  </a:lnTo>
                  <a:lnTo>
                    <a:pt x="71038" y="88670"/>
                  </a:lnTo>
                  <a:lnTo>
                    <a:pt x="70847" y="88415"/>
                  </a:lnTo>
                  <a:lnTo>
                    <a:pt x="70591" y="88287"/>
                  </a:lnTo>
                  <a:lnTo>
                    <a:pt x="75766" y="79279"/>
                  </a:lnTo>
                  <a:lnTo>
                    <a:pt x="76277" y="79279"/>
                  </a:lnTo>
                  <a:lnTo>
                    <a:pt x="76468" y="79215"/>
                  </a:lnTo>
                  <a:lnTo>
                    <a:pt x="76660" y="79088"/>
                  </a:lnTo>
                  <a:lnTo>
                    <a:pt x="76788" y="78960"/>
                  </a:lnTo>
                  <a:lnTo>
                    <a:pt x="76915" y="78832"/>
                  </a:lnTo>
                  <a:lnTo>
                    <a:pt x="77043" y="78640"/>
                  </a:lnTo>
                  <a:lnTo>
                    <a:pt x="77107" y="78449"/>
                  </a:lnTo>
                  <a:lnTo>
                    <a:pt x="77107" y="78193"/>
                  </a:lnTo>
                  <a:lnTo>
                    <a:pt x="77107" y="78002"/>
                  </a:lnTo>
                  <a:lnTo>
                    <a:pt x="77043" y="77810"/>
                  </a:lnTo>
                  <a:lnTo>
                    <a:pt x="76915" y="77618"/>
                  </a:lnTo>
                  <a:lnTo>
                    <a:pt x="76788" y="77427"/>
                  </a:lnTo>
                  <a:lnTo>
                    <a:pt x="76660" y="77299"/>
                  </a:lnTo>
                  <a:lnTo>
                    <a:pt x="76468" y="77235"/>
                  </a:lnTo>
                  <a:lnTo>
                    <a:pt x="76277" y="77171"/>
                  </a:lnTo>
                  <a:lnTo>
                    <a:pt x="76021" y="77107"/>
                  </a:lnTo>
                  <a:lnTo>
                    <a:pt x="75829" y="77171"/>
                  </a:lnTo>
                  <a:lnTo>
                    <a:pt x="70591" y="68164"/>
                  </a:lnTo>
                  <a:lnTo>
                    <a:pt x="70783" y="67972"/>
                  </a:lnTo>
                  <a:lnTo>
                    <a:pt x="70847" y="67780"/>
                  </a:lnTo>
                  <a:lnTo>
                    <a:pt x="70974" y="67589"/>
                  </a:lnTo>
                  <a:lnTo>
                    <a:pt x="70974" y="67333"/>
                  </a:lnTo>
                  <a:lnTo>
                    <a:pt x="70910" y="67078"/>
                  </a:lnTo>
                  <a:lnTo>
                    <a:pt x="70847" y="66822"/>
                  </a:lnTo>
                  <a:lnTo>
                    <a:pt x="70719" y="66567"/>
                  </a:lnTo>
                  <a:lnTo>
                    <a:pt x="70463" y="66439"/>
                  </a:lnTo>
                  <a:lnTo>
                    <a:pt x="75829" y="57176"/>
                  </a:lnTo>
                  <a:lnTo>
                    <a:pt x="76085" y="57240"/>
                  </a:lnTo>
                  <a:lnTo>
                    <a:pt x="76468" y="57240"/>
                  </a:lnTo>
                  <a:lnTo>
                    <a:pt x="76660" y="57176"/>
                  </a:lnTo>
                  <a:lnTo>
                    <a:pt x="77043" y="56984"/>
                  </a:lnTo>
                  <a:lnTo>
                    <a:pt x="77235" y="56665"/>
                  </a:lnTo>
                  <a:lnTo>
                    <a:pt x="77363" y="56281"/>
                  </a:lnTo>
                  <a:lnTo>
                    <a:pt x="87967" y="56281"/>
                  </a:lnTo>
                  <a:lnTo>
                    <a:pt x="88031" y="56665"/>
                  </a:lnTo>
                  <a:lnTo>
                    <a:pt x="88287" y="56984"/>
                  </a:lnTo>
                  <a:lnTo>
                    <a:pt x="88606" y="57176"/>
                  </a:lnTo>
                  <a:lnTo>
                    <a:pt x="88798" y="57240"/>
                  </a:lnTo>
                  <a:lnTo>
                    <a:pt x="89245" y="57240"/>
                  </a:lnTo>
                  <a:lnTo>
                    <a:pt x="89437" y="57176"/>
                  </a:lnTo>
                  <a:lnTo>
                    <a:pt x="89628" y="57048"/>
                  </a:lnTo>
                  <a:lnTo>
                    <a:pt x="89756" y="56920"/>
                  </a:lnTo>
                  <a:lnTo>
                    <a:pt x="89884" y="56792"/>
                  </a:lnTo>
                  <a:lnTo>
                    <a:pt x="90012" y="56601"/>
                  </a:lnTo>
                  <a:lnTo>
                    <a:pt x="90075" y="56409"/>
                  </a:lnTo>
                  <a:lnTo>
                    <a:pt x="90075" y="56154"/>
                  </a:lnTo>
                  <a:lnTo>
                    <a:pt x="90075" y="55898"/>
                  </a:lnTo>
                  <a:lnTo>
                    <a:pt x="89948" y="55643"/>
                  </a:lnTo>
                  <a:lnTo>
                    <a:pt x="89820" y="55451"/>
                  </a:lnTo>
                  <a:lnTo>
                    <a:pt x="89628" y="55323"/>
                  </a:lnTo>
                  <a:lnTo>
                    <a:pt x="94931" y="46060"/>
                  </a:lnTo>
                  <a:lnTo>
                    <a:pt x="95250" y="46188"/>
                  </a:lnTo>
                  <a:lnTo>
                    <a:pt x="95569" y="46252"/>
                  </a:lnTo>
                  <a:lnTo>
                    <a:pt x="95761" y="46252"/>
                  </a:lnTo>
                  <a:lnTo>
                    <a:pt x="95953" y="46188"/>
                  </a:lnTo>
                  <a:lnTo>
                    <a:pt x="96272" y="45932"/>
                  </a:lnTo>
                  <a:lnTo>
                    <a:pt x="96528" y="45677"/>
                  </a:lnTo>
                  <a:lnTo>
                    <a:pt x="96592" y="45230"/>
                  </a:lnTo>
                  <a:lnTo>
                    <a:pt x="106941" y="45230"/>
                  </a:lnTo>
                  <a:lnTo>
                    <a:pt x="107068" y="45677"/>
                  </a:lnTo>
                  <a:lnTo>
                    <a:pt x="107260" y="45932"/>
                  </a:lnTo>
                  <a:lnTo>
                    <a:pt x="107579" y="46188"/>
                  </a:lnTo>
                  <a:lnTo>
                    <a:pt x="107771" y="46252"/>
                  </a:lnTo>
                  <a:lnTo>
                    <a:pt x="108218" y="46252"/>
                  </a:lnTo>
                  <a:lnTo>
                    <a:pt x="108410" y="46188"/>
                  </a:lnTo>
                  <a:lnTo>
                    <a:pt x="108602" y="46060"/>
                  </a:lnTo>
                  <a:lnTo>
                    <a:pt x="108793" y="45932"/>
                  </a:lnTo>
                  <a:lnTo>
                    <a:pt x="108921" y="45741"/>
                  </a:lnTo>
                  <a:lnTo>
                    <a:pt x="108985" y="45613"/>
                  </a:lnTo>
                  <a:lnTo>
                    <a:pt x="109049" y="45357"/>
                  </a:lnTo>
                  <a:lnTo>
                    <a:pt x="109113" y="45166"/>
                  </a:lnTo>
                  <a:lnTo>
                    <a:pt x="109049" y="44974"/>
                  </a:lnTo>
                  <a:lnTo>
                    <a:pt x="108985" y="44719"/>
                  </a:lnTo>
                  <a:lnTo>
                    <a:pt x="108921" y="44527"/>
                  </a:lnTo>
                  <a:lnTo>
                    <a:pt x="108793" y="44399"/>
                  </a:lnTo>
                  <a:lnTo>
                    <a:pt x="108602" y="44271"/>
                  </a:lnTo>
                  <a:lnTo>
                    <a:pt x="108410" y="44144"/>
                  </a:lnTo>
                  <a:lnTo>
                    <a:pt x="108218" y="44080"/>
                  </a:lnTo>
                  <a:lnTo>
                    <a:pt x="107771" y="44080"/>
                  </a:lnTo>
                  <a:lnTo>
                    <a:pt x="107579" y="44144"/>
                  </a:lnTo>
                  <a:lnTo>
                    <a:pt x="107260" y="44335"/>
                  </a:lnTo>
                  <a:lnTo>
                    <a:pt x="107068" y="44655"/>
                  </a:lnTo>
                  <a:lnTo>
                    <a:pt x="106941" y="45038"/>
                  </a:lnTo>
                  <a:lnTo>
                    <a:pt x="96592" y="45038"/>
                  </a:lnTo>
                  <a:lnTo>
                    <a:pt x="96528" y="44655"/>
                  </a:lnTo>
                  <a:lnTo>
                    <a:pt x="96272" y="44335"/>
                  </a:lnTo>
                  <a:lnTo>
                    <a:pt x="95953" y="44144"/>
                  </a:lnTo>
                  <a:lnTo>
                    <a:pt x="95761" y="44080"/>
                  </a:lnTo>
                  <a:lnTo>
                    <a:pt x="95569" y="44080"/>
                  </a:lnTo>
                  <a:lnTo>
                    <a:pt x="95250" y="44144"/>
                  </a:lnTo>
                  <a:lnTo>
                    <a:pt x="94931" y="44271"/>
                  </a:lnTo>
                  <a:lnTo>
                    <a:pt x="89628" y="35008"/>
                  </a:lnTo>
                  <a:lnTo>
                    <a:pt x="89820" y="34881"/>
                  </a:lnTo>
                  <a:lnTo>
                    <a:pt x="89948" y="34625"/>
                  </a:lnTo>
                  <a:lnTo>
                    <a:pt x="90075" y="34433"/>
                  </a:lnTo>
                  <a:lnTo>
                    <a:pt x="90075" y="34178"/>
                  </a:lnTo>
                  <a:lnTo>
                    <a:pt x="90075" y="33858"/>
                  </a:lnTo>
                  <a:lnTo>
                    <a:pt x="89948" y="33667"/>
                  </a:lnTo>
                  <a:lnTo>
                    <a:pt x="89820" y="33411"/>
                  </a:lnTo>
                  <a:lnTo>
                    <a:pt x="89628" y="33284"/>
                  </a:lnTo>
                  <a:lnTo>
                    <a:pt x="90395" y="31942"/>
                  </a:lnTo>
                  <a:lnTo>
                    <a:pt x="94931" y="24021"/>
                  </a:lnTo>
                  <a:lnTo>
                    <a:pt x="95250" y="24148"/>
                  </a:lnTo>
                  <a:lnTo>
                    <a:pt x="95569" y="24212"/>
                  </a:lnTo>
                  <a:lnTo>
                    <a:pt x="95761" y="24212"/>
                  </a:lnTo>
                  <a:lnTo>
                    <a:pt x="95953" y="24148"/>
                  </a:lnTo>
                  <a:lnTo>
                    <a:pt x="96272" y="23957"/>
                  </a:lnTo>
                  <a:lnTo>
                    <a:pt x="96528" y="23637"/>
                  </a:lnTo>
                  <a:lnTo>
                    <a:pt x="96592" y="23254"/>
                  </a:lnTo>
                  <a:lnTo>
                    <a:pt x="108027" y="23254"/>
                  </a:lnTo>
                  <a:lnTo>
                    <a:pt x="113840" y="33284"/>
                  </a:lnTo>
                  <a:lnTo>
                    <a:pt x="113648" y="33411"/>
                  </a:lnTo>
                  <a:lnTo>
                    <a:pt x="113521" y="33667"/>
                  </a:lnTo>
                  <a:lnTo>
                    <a:pt x="113393" y="33858"/>
                  </a:lnTo>
                  <a:lnTo>
                    <a:pt x="113393" y="34178"/>
                  </a:lnTo>
                  <a:lnTo>
                    <a:pt x="113393" y="34370"/>
                  </a:lnTo>
                  <a:lnTo>
                    <a:pt x="113457" y="34561"/>
                  </a:lnTo>
                  <a:lnTo>
                    <a:pt x="113585" y="34753"/>
                  </a:lnTo>
                  <a:lnTo>
                    <a:pt x="113712" y="34881"/>
                  </a:lnTo>
                  <a:lnTo>
                    <a:pt x="113840" y="35072"/>
                  </a:lnTo>
                  <a:lnTo>
                    <a:pt x="114032" y="35136"/>
                  </a:lnTo>
                  <a:lnTo>
                    <a:pt x="114223" y="35200"/>
                  </a:lnTo>
                  <a:lnTo>
                    <a:pt x="114671" y="35200"/>
                  </a:lnTo>
                  <a:lnTo>
                    <a:pt x="114862" y="35136"/>
                  </a:lnTo>
                  <a:lnTo>
                    <a:pt x="115054" y="35072"/>
                  </a:lnTo>
                  <a:lnTo>
                    <a:pt x="115245" y="34881"/>
                  </a:lnTo>
                  <a:lnTo>
                    <a:pt x="115373" y="34753"/>
                  </a:lnTo>
                  <a:lnTo>
                    <a:pt x="115437" y="34561"/>
                  </a:lnTo>
                  <a:lnTo>
                    <a:pt x="115501" y="34370"/>
                  </a:lnTo>
                  <a:lnTo>
                    <a:pt x="115501" y="34178"/>
                  </a:lnTo>
                  <a:lnTo>
                    <a:pt x="115501" y="33922"/>
                  </a:lnTo>
                  <a:lnTo>
                    <a:pt x="115437" y="33731"/>
                  </a:lnTo>
                  <a:lnTo>
                    <a:pt x="115373" y="33539"/>
                  </a:lnTo>
                  <a:lnTo>
                    <a:pt x="115245" y="33411"/>
                  </a:lnTo>
                  <a:lnTo>
                    <a:pt x="115054" y="33220"/>
                  </a:lnTo>
                  <a:lnTo>
                    <a:pt x="114862" y="33156"/>
                  </a:lnTo>
                  <a:lnTo>
                    <a:pt x="114671" y="33092"/>
                  </a:lnTo>
                  <a:lnTo>
                    <a:pt x="114223" y="33092"/>
                  </a:lnTo>
                  <a:lnTo>
                    <a:pt x="113968" y="33156"/>
                  </a:lnTo>
                  <a:lnTo>
                    <a:pt x="108154" y="23062"/>
                  </a:lnTo>
                  <a:lnTo>
                    <a:pt x="96592" y="23062"/>
                  </a:lnTo>
                  <a:lnTo>
                    <a:pt x="96528" y="22679"/>
                  </a:lnTo>
                  <a:lnTo>
                    <a:pt x="96272" y="22360"/>
                  </a:lnTo>
                  <a:lnTo>
                    <a:pt x="95953" y="22104"/>
                  </a:lnTo>
                  <a:lnTo>
                    <a:pt x="95761" y="22040"/>
                  </a:lnTo>
                  <a:lnTo>
                    <a:pt x="95569" y="22040"/>
                  </a:lnTo>
                  <a:lnTo>
                    <a:pt x="95250" y="22104"/>
                  </a:lnTo>
                  <a:lnTo>
                    <a:pt x="94931" y="22232"/>
                  </a:lnTo>
                  <a:lnTo>
                    <a:pt x="89628" y="12969"/>
                  </a:lnTo>
                  <a:lnTo>
                    <a:pt x="89820" y="12841"/>
                  </a:lnTo>
                  <a:lnTo>
                    <a:pt x="89948" y="12649"/>
                  </a:lnTo>
                  <a:lnTo>
                    <a:pt x="90075" y="12394"/>
                  </a:lnTo>
                  <a:lnTo>
                    <a:pt x="90075" y="12138"/>
                  </a:lnTo>
                  <a:lnTo>
                    <a:pt x="90075" y="11883"/>
                  </a:lnTo>
                  <a:lnTo>
                    <a:pt x="90012" y="11691"/>
                  </a:lnTo>
                  <a:lnTo>
                    <a:pt x="89884" y="11499"/>
                  </a:lnTo>
                  <a:lnTo>
                    <a:pt x="89756" y="11372"/>
                  </a:lnTo>
                  <a:lnTo>
                    <a:pt x="89628" y="11244"/>
                  </a:lnTo>
                  <a:lnTo>
                    <a:pt x="89437" y="11116"/>
                  </a:lnTo>
                  <a:lnTo>
                    <a:pt x="89245" y="11052"/>
                  </a:lnTo>
                  <a:lnTo>
                    <a:pt x="88798" y="11052"/>
                  </a:lnTo>
                  <a:lnTo>
                    <a:pt x="88606" y="11116"/>
                  </a:lnTo>
                  <a:lnTo>
                    <a:pt x="88287" y="11308"/>
                  </a:lnTo>
                  <a:lnTo>
                    <a:pt x="88031" y="11627"/>
                  </a:lnTo>
                  <a:lnTo>
                    <a:pt x="87967" y="12011"/>
                  </a:lnTo>
                  <a:lnTo>
                    <a:pt x="77363" y="12011"/>
                  </a:lnTo>
                  <a:lnTo>
                    <a:pt x="77235" y="11627"/>
                  </a:lnTo>
                  <a:lnTo>
                    <a:pt x="77043" y="11308"/>
                  </a:lnTo>
                  <a:lnTo>
                    <a:pt x="76660" y="11116"/>
                  </a:lnTo>
                  <a:lnTo>
                    <a:pt x="76468" y="11052"/>
                  </a:lnTo>
                  <a:lnTo>
                    <a:pt x="76085" y="11052"/>
                  </a:lnTo>
                  <a:lnTo>
                    <a:pt x="75829" y="11116"/>
                  </a:lnTo>
                  <a:lnTo>
                    <a:pt x="70527" y="1981"/>
                  </a:lnTo>
                  <a:lnTo>
                    <a:pt x="70719" y="1789"/>
                  </a:lnTo>
                  <a:lnTo>
                    <a:pt x="70910" y="1598"/>
                  </a:lnTo>
                  <a:lnTo>
                    <a:pt x="70974" y="1342"/>
                  </a:lnTo>
                  <a:lnTo>
                    <a:pt x="71038" y="1087"/>
                  </a:lnTo>
                  <a:lnTo>
                    <a:pt x="70974" y="895"/>
                  </a:lnTo>
                  <a:lnTo>
                    <a:pt x="70910" y="703"/>
                  </a:lnTo>
                  <a:lnTo>
                    <a:pt x="70847" y="512"/>
                  </a:lnTo>
                  <a:lnTo>
                    <a:pt x="70719" y="320"/>
                  </a:lnTo>
                  <a:lnTo>
                    <a:pt x="70527" y="192"/>
                  </a:lnTo>
                  <a:lnTo>
                    <a:pt x="70336" y="128"/>
                  </a:lnTo>
                  <a:lnTo>
                    <a:pt x="70144" y="64"/>
                  </a:lnTo>
                  <a:lnTo>
                    <a:pt x="69952"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39"/>
            <p:cNvSpPr/>
            <p:nvPr/>
          </p:nvSpPr>
          <p:spPr>
            <a:xfrm>
              <a:off x="1399800" y="-802100"/>
              <a:ext cx="2037900" cy="1095625"/>
            </a:xfrm>
            <a:custGeom>
              <a:avLst/>
              <a:gdLst/>
              <a:ahLst/>
              <a:cxnLst/>
              <a:rect l="l" t="t" r="r" b="b"/>
              <a:pathLst>
                <a:path w="81516" h="43825" fill="none" extrusionOk="0">
                  <a:moveTo>
                    <a:pt x="62990" y="959"/>
                  </a:moveTo>
                  <a:lnTo>
                    <a:pt x="62990" y="959"/>
                  </a:lnTo>
                  <a:lnTo>
                    <a:pt x="63181" y="959"/>
                  </a:lnTo>
                  <a:lnTo>
                    <a:pt x="63373" y="895"/>
                  </a:lnTo>
                  <a:lnTo>
                    <a:pt x="63756" y="703"/>
                  </a:lnTo>
                  <a:lnTo>
                    <a:pt x="63948" y="384"/>
                  </a:lnTo>
                  <a:lnTo>
                    <a:pt x="64076" y="1"/>
                  </a:lnTo>
                  <a:lnTo>
                    <a:pt x="74680" y="1"/>
                  </a:lnTo>
                  <a:lnTo>
                    <a:pt x="74680" y="1"/>
                  </a:lnTo>
                  <a:lnTo>
                    <a:pt x="74744" y="384"/>
                  </a:lnTo>
                  <a:lnTo>
                    <a:pt x="75000" y="703"/>
                  </a:lnTo>
                  <a:lnTo>
                    <a:pt x="75319" y="895"/>
                  </a:lnTo>
                  <a:lnTo>
                    <a:pt x="75511" y="959"/>
                  </a:lnTo>
                  <a:lnTo>
                    <a:pt x="75702" y="959"/>
                  </a:lnTo>
                  <a:lnTo>
                    <a:pt x="75702" y="959"/>
                  </a:lnTo>
                  <a:lnTo>
                    <a:pt x="75958" y="959"/>
                  </a:lnTo>
                  <a:lnTo>
                    <a:pt x="76150" y="895"/>
                  </a:lnTo>
                  <a:lnTo>
                    <a:pt x="77747" y="3578"/>
                  </a:lnTo>
                  <a:lnTo>
                    <a:pt x="81516" y="10158"/>
                  </a:lnTo>
                  <a:lnTo>
                    <a:pt x="81516" y="10158"/>
                  </a:lnTo>
                  <a:lnTo>
                    <a:pt x="81388" y="10286"/>
                  </a:lnTo>
                  <a:lnTo>
                    <a:pt x="81260" y="10478"/>
                  </a:lnTo>
                  <a:lnTo>
                    <a:pt x="81196" y="10669"/>
                  </a:lnTo>
                  <a:lnTo>
                    <a:pt x="81196" y="10925"/>
                  </a:lnTo>
                  <a:lnTo>
                    <a:pt x="81196" y="10925"/>
                  </a:lnTo>
                  <a:lnTo>
                    <a:pt x="81196" y="11116"/>
                  </a:lnTo>
                  <a:lnTo>
                    <a:pt x="81260" y="11372"/>
                  </a:lnTo>
                  <a:lnTo>
                    <a:pt x="81388" y="11564"/>
                  </a:lnTo>
                  <a:lnTo>
                    <a:pt x="81516" y="11691"/>
                  </a:lnTo>
                  <a:lnTo>
                    <a:pt x="76150" y="20954"/>
                  </a:lnTo>
                  <a:lnTo>
                    <a:pt x="76150" y="20954"/>
                  </a:lnTo>
                  <a:lnTo>
                    <a:pt x="75958" y="20891"/>
                  </a:lnTo>
                  <a:lnTo>
                    <a:pt x="75702" y="20827"/>
                  </a:lnTo>
                  <a:lnTo>
                    <a:pt x="75702" y="20827"/>
                  </a:lnTo>
                  <a:lnTo>
                    <a:pt x="75511" y="20891"/>
                  </a:lnTo>
                  <a:lnTo>
                    <a:pt x="75319" y="20954"/>
                  </a:lnTo>
                  <a:lnTo>
                    <a:pt x="75000" y="21146"/>
                  </a:lnTo>
                  <a:lnTo>
                    <a:pt x="74744" y="21465"/>
                  </a:lnTo>
                  <a:lnTo>
                    <a:pt x="74680" y="21849"/>
                  </a:lnTo>
                  <a:lnTo>
                    <a:pt x="64076" y="21849"/>
                  </a:lnTo>
                  <a:lnTo>
                    <a:pt x="64076" y="21849"/>
                  </a:lnTo>
                  <a:lnTo>
                    <a:pt x="63948" y="21465"/>
                  </a:lnTo>
                  <a:lnTo>
                    <a:pt x="63756" y="21146"/>
                  </a:lnTo>
                  <a:lnTo>
                    <a:pt x="63373" y="20954"/>
                  </a:lnTo>
                  <a:lnTo>
                    <a:pt x="63181" y="20891"/>
                  </a:lnTo>
                  <a:lnTo>
                    <a:pt x="62990" y="20827"/>
                  </a:lnTo>
                  <a:lnTo>
                    <a:pt x="62990" y="20827"/>
                  </a:lnTo>
                  <a:lnTo>
                    <a:pt x="62798" y="20891"/>
                  </a:lnTo>
                  <a:lnTo>
                    <a:pt x="62606" y="20954"/>
                  </a:lnTo>
                  <a:lnTo>
                    <a:pt x="62415" y="21018"/>
                  </a:lnTo>
                  <a:lnTo>
                    <a:pt x="62223" y="21146"/>
                  </a:lnTo>
                  <a:lnTo>
                    <a:pt x="62095" y="21338"/>
                  </a:lnTo>
                  <a:lnTo>
                    <a:pt x="62031" y="21529"/>
                  </a:lnTo>
                  <a:lnTo>
                    <a:pt x="61968" y="21721"/>
                  </a:lnTo>
                  <a:lnTo>
                    <a:pt x="61904" y="21913"/>
                  </a:lnTo>
                  <a:lnTo>
                    <a:pt x="61904" y="21913"/>
                  </a:lnTo>
                  <a:lnTo>
                    <a:pt x="61968" y="22168"/>
                  </a:lnTo>
                  <a:lnTo>
                    <a:pt x="62031" y="22424"/>
                  </a:lnTo>
                  <a:lnTo>
                    <a:pt x="62223" y="22679"/>
                  </a:lnTo>
                  <a:lnTo>
                    <a:pt x="62415" y="22807"/>
                  </a:lnTo>
                  <a:lnTo>
                    <a:pt x="57049" y="32070"/>
                  </a:lnTo>
                  <a:lnTo>
                    <a:pt x="57049" y="32070"/>
                  </a:lnTo>
                  <a:lnTo>
                    <a:pt x="56857" y="32006"/>
                  </a:lnTo>
                  <a:lnTo>
                    <a:pt x="56601" y="32006"/>
                  </a:lnTo>
                  <a:lnTo>
                    <a:pt x="56601" y="32006"/>
                  </a:lnTo>
                  <a:lnTo>
                    <a:pt x="56218" y="32070"/>
                  </a:lnTo>
                  <a:lnTo>
                    <a:pt x="55899" y="32262"/>
                  </a:lnTo>
                  <a:lnTo>
                    <a:pt x="55707" y="32517"/>
                  </a:lnTo>
                  <a:lnTo>
                    <a:pt x="55579" y="32837"/>
                  </a:lnTo>
                  <a:lnTo>
                    <a:pt x="45038" y="32837"/>
                  </a:lnTo>
                  <a:lnTo>
                    <a:pt x="45038" y="32837"/>
                  </a:lnTo>
                  <a:lnTo>
                    <a:pt x="44911" y="32517"/>
                  </a:lnTo>
                  <a:lnTo>
                    <a:pt x="44655" y="32262"/>
                  </a:lnTo>
                  <a:lnTo>
                    <a:pt x="44336" y="32070"/>
                  </a:lnTo>
                  <a:lnTo>
                    <a:pt x="44016" y="32006"/>
                  </a:lnTo>
                  <a:lnTo>
                    <a:pt x="44016" y="32006"/>
                  </a:lnTo>
                  <a:lnTo>
                    <a:pt x="43761" y="32006"/>
                  </a:lnTo>
                  <a:lnTo>
                    <a:pt x="43569" y="32070"/>
                  </a:lnTo>
                  <a:lnTo>
                    <a:pt x="43377" y="32198"/>
                  </a:lnTo>
                  <a:lnTo>
                    <a:pt x="43250" y="32326"/>
                  </a:lnTo>
                  <a:lnTo>
                    <a:pt x="43122" y="32453"/>
                  </a:lnTo>
                  <a:lnTo>
                    <a:pt x="42994" y="32645"/>
                  </a:lnTo>
                  <a:lnTo>
                    <a:pt x="42930" y="32837"/>
                  </a:lnTo>
                  <a:lnTo>
                    <a:pt x="42930" y="33092"/>
                  </a:lnTo>
                  <a:lnTo>
                    <a:pt x="42930" y="33092"/>
                  </a:lnTo>
                  <a:lnTo>
                    <a:pt x="42930" y="33284"/>
                  </a:lnTo>
                  <a:lnTo>
                    <a:pt x="42994" y="33539"/>
                  </a:lnTo>
                  <a:lnTo>
                    <a:pt x="43122" y="33731"/>
                  </a:lnTo>
                  <a:lnTo>
                    <a:pt x="43250" y="33859"/>
                  </a:lnTo>
                  <a:lnTo>
                    <a:pt x="40247" y="39161"/>
                  </a:lnTo>
                  <a:lnTo>
                    <a:pt x="38011" y="42994"/>
                  </a:lnTo>
                  <a:lnTo>
                    <a:pt x="38011" y="42994"/>
                  </a:lnTo>
                  <a:lnTo>
                    <a:pt x="37820" y="42930"/>
                  </a:lnTo>
                  <a:lnTo>
                    <a:pt x="37564" y="42866"/>
                  </a:lnTo>
                  <a:lnTo>
                    <a:pt x="37564" y="42866"/>
                  </a:lnTo>
                  <a:lnTo>
                    <a:pt x="37372" y="42930"/>
                  </a:lnTo>
                  <a:lnTo>
                    <a:pt x="37181" y="42930"/>
                  </a:lnTo>
                  <a:lnTo>
                    <a:pt x="36861" y="43186"/>
                  </a:lnTo>
                  <a:lnTo>
                    <a:pt x="36606" y="43441"/>
                  </a:lnTo>
                  <a:lnTo>
                    <a:pt x="36478" y="43824"/>
                  </a:lnTo>
                  <a:lnTo>
                    <a:pt x="25937" y="43824"/>
                  </a:lnTo>
                  <a:lnTo>
                    <a:pt x="25937" y="43824"/>
                  </a:lnTo>
                  <a:lnTo>
                    <a:pt x="25873" y="43441"/>
                  </a:lnTo>
                  <a:lnTo>
                    <a:pt x="25618" y="43186"/>
                  </a:lnTo>
                  <a:lnTo>
                    <a:pt x="25299" y="42930"/>
                  </a:lnTo>
                  <a:lnTo>
                    <a:pt x="25107" y="42930"/>
                  </a:lnTo>
                  <a:lnTo>
                    <a:pt x="24915" y="42866"/>
                  </a:lnTo>
                  <a:lnTo>
                    <a:pt x="24915" y="42866"/>
                  </a:lnTo>
                  <a:lnTo>
                    <a:pt x="24660" y="42930"/>
                  </a:lnTo>
                  <a:lnTo>
                    <a:pt x="24404" y="42994"/>
                  </a:lnTo>
                  <a:lnTo>
                    <a:pt x="19102" y="33795"/>
                  </a:lnTo>
                  <a:lnTo>
                    <a:pt x="19102" y="33795"/>
                  </a:lnTo>
                  <a:lnTo>
                    <a:pt x="19293" y="33667"/>
                  </a:lnTo>
                  <a:lnTo>
                    <a:pt x="19421" y="33475"/>
                  </a:lnTo>
                  <a:lnTo>
                    <a:pt x="19549" y="33220"/>
                  </a:lnTo>
                  <a:lnTo>
                    <a:pt x="19549" y="32964"/>
                  </a:lnTo>
                  <a:lnTo>
                    <a:pt x="19549" y="32964"/>
                  </a:lnTo>
                  <a:lnTo>
                    <a:pt x="19549" y="32709"/>
                  </a:lnTo>
                  <a:lnTo>
                    <a:pt x="19421" y="32453"/>
                  </a:lnTo>
                  <a:lnTo>
                    <a:pt x="19293" y="32262"/>
                  </a:lnTo>
                  <a:lnTo>
                    <a:pt x="19102" y="32070"/>
                  </a:lnTo>
                  <a:lnTo>
                    <a:pt x="24404" y="22935"/>
                  </a:lnTo>
                  <a:lnTo>
                    <a:pt x="24404" y="22935"/>
                  </a:lnTo>
                  <a:lnTo>
                    <a:pt x="24596" y="22999"/>
                  </a:lnTo>
                  <a:lnTo>
                    <a:pt x="24851" y="22999"/>
                  </a:lnTo>
                  <a:lnTo>
                    <a:pt x="24851" y="22999"/>
                  </a:lnTo>
                  <a:lnTo>
                    <a:pt x="25043" y="22999"/>
                  </a:lnTo>
                  <a:lnTo>
                    <a:pt x="25299" y="22935"/>
                  </a:lnTo>
                  <a:lnTo>
                    <a:pt x="25426" y="22807"/>
                  </a:lnTo>
                  <a:lnTo>
                    <a:pt x="25618" y="22679"/>
                  </a:lnTo>
                  <a:lnTo>
                    <a:pt x="25746" y="22551"/>
                  </a:lnTo>
                  <a:lnTo>
                    <a:pt x="25873" y="22360"/>
                  </a:lnTo>
                  <a:lnTo>
                    <a:pt x="25937" y="22168"/>
                  </a:lnTo>
                  <a:lnTo>
                    <a:pt x="25937" y="21913"/>
                  </a:lnTo>
                  <a:lnTo>
                    <a:pt x="25937" y="21913"/>
                  </a:lnTo>
                  <a:lnTo>
                    <a:pt x="25937" y="21721"/>
                  </a:lnTo>
                  <a:lnTo>
                    <a:pt x="25873" y="21529"/>
                  </a:lnTo>
                  <a:lnTo>
                    <a:pt x="25746" y="21338"/>
                  </a:lnTo>
                  <a:lnTo>
                    <a:pt x="25618" y="21146"/>
                  </a:lnTo>
                  <a:lnTo>
                    <a:pt x="25426" y="21018"/>
                  </a:lnTo>
                  <a:lnTo>
                    <a:pt x="25299" y="20954"/>
                  </a:lnTo>
                  <a:lnTo>
                    <a:pt x="25043" y="20891"/>
                  </a:lnTo>
                  <a:lnTo>
                    <a:pt x="24851" y="20827"/>
                  </a:lnTo>
                  <a:lnTo>
                    <a:pt x="24851" y="20827"/>
                  </a:lnTo>
                  <a:lnTo>
                    <a:pt x="24660" y="20891"/>
                  </a:lnTo>
                  <a:lnTo>
                    <a:pt x="24404" y="20954"/>
                  </a:lnTo>
                  <a:lnTo>
                    <a:pt x="24276" y="21018"/>
                  </a:lnTo>
                  <a:lnTo>
                    <a:pt x="24085" y="21146"/>
                  </a:lnTo>
                  <a:lnTo>
                    <a:pt x="23957" y="21338"/>
                  </a:lnTo>
                  <a:lnTo>
                    <a:pt x="23829" y="21529"/>
                  </a:lnTo>
                  <a:lnTo>
                    <a:pt x="23765" y="21721"/>
                  </a:lnTo>
                  <a:lnTo>
                    <a:pt x="23765" y="21913"/>
                  </a:lnTo>
                  <a:lnTo>
                    <a:pt x="23765" y="21913"/>
                  </a:lnTo>
                  <a:lnTo>
                    <a:pt x="23829" y="22168"/>
                  </a:lnTo>
                  <a:lnTo>
                    <a:pt x="23893" y="22424"/>
                  </a:lnTo>
                  <a:lnTo>
                    <a:pt x="24021" y="22615"/>
                  </a:lnTo>
                  <a:lnTo>
                    <a:pt x="24212" y="22807"/>
                  </a:lnTo>
                  <a:lnTo>
                    <a:pt x="18910" y="31942"/>
                  </a:lnTo>
                  <a:lnTo>
                    <a:pt x="18910" y="31942"/>
                  </a:lnTo>
                  <a:lnTo>
                    <a:pt x="18719" y="31878"/>
                  </a:lnTo>
                  <a:lnTo>
                    <a:pt x="18463" y="31878"/>
                  </a:lnTo>
                  <a:lnTo>
                    <a:pt x="18463" y="31878"/>
                  </a:lnTo>
                  <a:lnTo>
                    <a:pt x="18271" y="31878"/>
                  </a:lnTo>
                  <a:lnTo>
                    <a:pt x="18080" y="31942"/>
                  </a:lnTo>
                  <a:lnTo>
                    <a:pt x="17760" y="32134"/>
                  </a:lnTo>
                  <a:lnTo>
                    <a:pt x="17505" y="32453"/>
                  </a:lnTo>
                  <a:lnTo>
                    <a:pt x="17441" y="32837"/>
                  </a:lnTo>
                  <a:lnTo>
                    <a:pt x="6900" y="32837"/>
                  </a:lnTo>
                  <a:lnTo>
                    <a:pt x="6900" y="32837"/>
                  </a:lnTo>
                  <a:lnTo>
                    <a:pt x="6772" y="32453"/>
                  </a:lnTo>
                  <a:lnTo>
                    <a:pt x="6517" y="32134"/>
                  </a:lnTo>
                  <a:lnTo>
                    <a:pt x="6197" y="31942"/>
                  </a:lnTo>
                  <a:lnTo>
                    <a:pt x="6006" y="31878"/>
                  </a:lnTo>
                  <a:lnTo>
                    <a:pt x="5814" y="31878"/>
                  </a:lnTo>
                  <a:lnTo>
                    <a:pt x="5814" y="31878"/>
                  </a:lnTo>
                  <a:lnTo>
                    <a:pt x="5559" y="31878"/>
                  </a:lnTo>
                  <a:lnTo>
                    <a:pt x="5303" y="32006"/>
                  </a:lnTo>
                  <a:lnTo>
                    <a:pt x="1" y="22807"/>
                  </a:lnTo>
                  <a:lnTo>
                    <a:pt x="1" y="22807"/>
                  </a:lnTo>
                  <a:lnTo>
                    <a:pt x="256" y="22615"/>
                  </a:lnTo>
                  <a:lnTo>
                    <a:pt x="448" y="22360"/>
                  </a:lnTo>
                  <a:lnTo>
                    <a:pt x="576" y="22104"/>
                  </a:lnTo>
                  <a:lnTo>
                    <a:pt x="640" y="21785"/>
                  </a:lnTo>
                  <a:lnTo>
                    <a:pt x="640" y="21785"/>
                  </a:lnTo>
                  <a:lnTo>
                    <a:pt x="640" y="21529"/>
                  </a:lnTo>
                  <a:lnTo>
                    <a:pt x="512" y="21274"/>
                  </a:lnTo>
                  <a:lnTo>
                    <a:pt x="320" y="21018"/>
                  </a:lnTo>
                  <a:lnTo>
                    <a:pt x="128" y="20891"/>
                  </a:lnTo>
                  <a:lnTo>
                    <a:pt x="5367" y="11819"/>
                  </a:lnTo>
                  <a:lnTo>
                    <a:pt x="5367" y="11819"/>
                  </a:lnTo>
                  <a:lnTo>
                    <a:pt x="5686" y="11883"/>
                  </a:lnTo>
                  <a:lnTo>
                    <a:pt x="5686" y="11883"/>
                  </a:lnTo>
                  <a:lnTo>
                    <a:pt x="6070" y="11819"/>
                  </a:lnTo>
                  <a:lnTo>
                    <a:pt x="6389" y="11627"/>
                  </a:lnTo>
                  <a:lnTo>
                    <a:pt x="6645" y="11372"/>
                  </a:lnTo>
                  <a:lnTo>
                    <a:pt x="6772" y="10989"/>
                  </a:lnTo>
                  <a:lnTo>
                    <a:pt x="17441" y="10989"/>
                  </a:lnTo>
                  <a:lnTo>
                    <a:pt x="17441" y="10989"/>
                  </a:lnTo>
                  <a:lnTo>
                    <a:pt x="17505" y="11372"/>
                  </a:lnTo>
                  <a:lnTo>
                    <a:pt x="17760" y="11691"/>
                  </a:lnTo>
                  <a:lnTo>
                    <a:pt x="18080" y="11883"/>
                  </a:lnTo>
                  <a:lnTo>
                    <a:pt x="18271" y="11947"/>
                  </a:lnTo>
                  <a:lnTo>
                    <a:pt x="18463" y="12011"/>
                  </a:lnTo>
                  <a:lnTo>
                    <a:pt x="18463" y="12011"/>
                  </a:lnTo>
                  <a:lnTo>
                    <a:pt x="18719" y="11947"/>
                  </a:lnTo>
                  <a:lnTo>
                    <a:pt x="18910" y="11883"/>
                  </a:lnTo>
                  <a:lnTo>
                    <a:pt x="19102" y="11819"/>
                  </a:lnTo>
                  <a:lnTo>
                    <a:pt x="19230" y="11691"/>
                  </a:lnTo>
                  <a:lnTo>
                    <a:pt x="19357" y="11500"/>
                  </a:lnTo>
                  <a:lnTo>
                    <a:pt x="19485" y="11308"/>
                  </a:lnTo>
                  <a:lnTo>
                    <a:pt x="19549" y="11116"/>
                  </a:lnTo>
                  <a:lnTo>
                    <a:pt x="19549" y="10925"/>
                  </a:lnTo>
                  <a:lnTo>
                    <a:pt x="19549" y="10925"/>
                  </a:lnTo>
                  <a:lnTo>
                    <a:pt x="19549" y="10669"/>
                  </a:lnTo>
                  <a:lnTo>
                    <a:pt x="19421" y="10414"/>
                  </a:lnTo>
                  <a:lnTo>
                    <a:pt x="19293" y="10222"/>
                  </a:lnTo>
                  <a:lnTo>
                    <a:pt x="19102" y="10030"/>
                  </a:lnTo>
                  <a:lnTo>
                    <a:pt x="24085" y="1406"/>
                  </a:lnTo>
                  <a:lnTo>
                    <a:pt x="24404" y="895"/>
                  </a:lnTo>
                  <a:lnTo>
                    <a:pt x="24404" y="895"/>
                  </a:lnTo>
                  <a:lnTo>
                    <a:pt x="24596" y="959"/>
                  </a:lnTo>
                  <a:lnTo>
                    <a:pt x="24851" y="959"/>
                  </a:lnTo>
                  <a:lnTo>
                    <a:pt x="24851" y="959"/>
                  </a:lnTo>
                  <a:lnTo>
                    <a:pt x="25043" y="959"/>
                  </a:lnTo>
                  <a:lnTo>
                    <a:pt x="25235" y="895"/>
                  </a:lnTo>
                  <a:lnTo>
                    <a:pt x="25554" y="703"/>
                  </a:lnTo>
                  <a:lnTo>
                    <a:pt x="25810" y="384"/>
                  </a:lnTo>
                  <a:lnTo>
                    <a:pt x="25937" y="1"/>
                  </a:lnTo>
                  <a:lnTo>
                    <a:pt x="36478" y="1"/>
                  </a:lnTo>
                  <a:lnTo>
                    <a:pt x="36478" y="1"/>
                  </a:lnTo>
                  <a:lnTo>
                    <a:pt x="36606" y="384"/>
                  </a:lnTo>
                  <a:lnTo>
                    <a:pt x="36861" y="703"/>
                  </a:lnTo>
                  <a:lnTo>
                    <a:pt x="37181" y="895"/>
                  </a:lnTo>
                  <a:lnTo>
                    <a:pt x="37372" y="959"/>
                  </a:lnTo>
                  <a:lnTo>
                    <a:pt x="37564" y="959"/>
                  </a:lnTo>
                  <a:lnTo>
                    <a:pt x="37564" y="959"/>
                  </a:lnTo>
                  <a:lnTo>
                    <a:pt x="37820" y="959"/>
                  </a:lnTo>
                  <a:lnTo>
                    <a:pt x="38011" y="895"/>
                  </a:lnTo>
                  <a:lnTo>
                    <a:pt x="43314" y="10030"/>
                  </a:lnTo>
                  <a:lnTo>
                    <a:pt x="43314" y="10030"/>
                  </a:lnTo>
                  <a:lnTo>
                    <a:pt x="43122" y="10222"/>
                  </a:lnTo>
                  <a:lnTo>
                    <a:pt x="42994" y="10414"/>
                  </a:lnTo>
                  <a:lnTo>
                    <a:pt x="42866" y="10669"/>
                  </a:lnTo>
                  <a:lnTo>
                    <a:pt x="42866" y="10925"/>
                  </a:lnTo>
                  <a:lnTo>
                    <a:pt x="42866" y="10925"/>
                  </a:lnTo>
                  <a:lnTo>
                    <a:pt x="42866" y="11116"/>
                  </a:lnTo>
                  <a:lnTo>
                    <a:pt x="42930" y="11372"/>
                  </a:lnTo>
                  <a:lnTo>
                    <a:pt x="43058" y="11500"/>
                  </a:lnTo>
                  <a:lnTo>
                    <a:pt x="43186" y="11691"/>
                  </a:lnTo>
                  <a:lnTo>
                    <a:pt x="43314" y="11819"/>
                  </a:lnTo>
                  <a:lnTo>
                    <a:pt x="43505" y="11947"/>
                  </a:lnTo>
                  <a:lnTo>
                    <a:pt x="43697" y="12011"/>
                  </a:lnTo>
                  <a:lnTo>
                    <a:pt x="43952" y="12011"/>
                  </a:lnTo>
                  <a:lnTo>
                    <a:pt x="43952" y="12011"/>
                  </a:lnTo>
                  <a:lnTo>
                    <a:pt x="44144" y="12011"/>
                  </a:lnTo>
                  <a:lnTo>
                    <a:pt x="44336" y="11947"/>
                  </a:lnTo>
                  <a:lnTo>
                    <a:pt x="44655" y="11691"/>
                  </a:lnTo>
                  <a:lnTo>
                    <a:pt x="44911" y="11436"/>
                  </a:lnTo>
                  <a:lnTo>
                    <a:pt x="45038" y="10989"/>
                  </a:lnTo>
                  <a:lnTo>
                    <a:pt x="55899" y="10989"/>
                  </a:lnTo>
                  <a:lnTo>
                    <a:pt x="55899" y="10989"/>
                  </a:lnTo>
                  <a:lnTo>
                    <a:pt x="56026" y="11436"/>
                  </a:lnTo>
                  <a:lnTo>
                    <a:pt x="56218" y="11691"/>
                  </a:lnTo>
                  <a:lnTo>
                    <a:pt x="56601" y="11947"/>
                  </a:lnTo>
                  <a:lnTo>
                    <a:pt x="56793" y="12011"/>
                  </a:lnTo>
                  <a:lnTo>
                    <a:pt x="56985" y="12011"/>
                  </a:lnTo>
                  <a:lnTo>
                    <a:pt x="56985" y="12011"/>
                  </a:lnTo>
                  <a:lnTo>
                    <a:pt x="57176" y="12011"/>
                  </a:lnTo>
                  <a:lnTo>
                    <a:pt x="57368" y="11947"/>
                  </a:lnTo>
                  <a:lnTo>
                    <a:pt x="57560" y="11819"/>
                  </a:lnTo>
                  <a:lnTo>
                    <a:pt x="57751" y="11691"/>
                  </a:lnTo>
                  <a:lnTo>
                    <a:pt x="57879" y="11500"/>
                  </a:lnTo>
                  <a:lnTo>
                    <a:pt x="57943" y="11372"/>
                  </a:lnTo>
                  <a:lnTo>
                    <a:pt x="58007" y="11116"/>
                  </a:lnTo>
                  <a:lnTo>
                    <a:pt x="58071" y="10925"/>
                  </a:lnTo>
                  <a:lnTo>
                    <a:pt x="58071" y="10925"/>
                  </a:lnTo>
                  <a:lnTo>
                    <a:pt x="58007" y="10605"/>
                  </a:lnTo>
                  <a:lnTo>
                    <a:pt x="57879" y="10286"/>
                  </a:lnTo>
                  <a:lnTo>
                    <a:pt x="57623" y="10094"/>
                  </a:lnTo>
                  <a:lnTo>
                    <a:pt x="57368" y="9903"/>
                  </a:lnTo>
                  <a:lnTo>
                    <a:pt x="58007" y="8817"/>
                  </a:lnTo>
                  <a:lnTo>
                    <a:pt x="62542" y="895"/>
                  </a:lnTo>
                  <a:lnTo>
                    <a:pt x="62542" y="895"/>
                  </a:lnTo>
                  <a:lnTo>
                    <a:pt x="62798" y="959"/>
                  </a:lnTo>
                  <a:lnTo>
                    <a:pt x="62990" y="959"/>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39"/>
            <p:cNvSpPr/>
            <p:nvPr/>
          </p:nvSpPr>
          <p:spPr>
            <a:xfrm>
              <a:off x="2354850" y="-1076800"/>
              <a:ext cx="605325" cy="544625"/>
            </a:xfrm>
            <a:custGeom>
              <a:avLst/>
              <a:gdLst/>
              <a:ahLst/>
              <a:cxnLst/>
              <a:rect l="l" t="t" r="r" b="b"/>
              <a:pathLst>
                <a:path w="24213" h="21785" fill="none" extrusionOk="0">
                  <a:moveTo>
                    <a:pt x="5750" y="959"/>
                  </a:moveTo>
                  <a:lnTo>
                    <a:pt x="5750" y="959"/>
                  </a:lnTo>
                  <a:lnTo>
                    <a:pt x="5942" y="895"/>
                  </a:lnTo>
                  <a:lnTo>
                    <a:pt x="6134" y="895"/>
                  </a:lnTo>
                  <a:lnTo>
                    <a:pt x="6453" y="640"/>
                  </a:lnTo>
                  <a:lnTo>
                    <a:pt x="6709" y="384"/>
                  </a:lnTo>
                  <a:lnTo>
                    <a:pt x="6773" y="1"/>
                  </a:lnTo>
                  <a:lnTo>
                    <a:pt x="17377" y="1"/>
                  </a:lnTo>
                  <a:lnTo>
                    <a:pt x="17377" y="1"/>
                  </a:lnTo>
                  <a:lnTo>
                    <a:pt x="17505" y="384"/>
                  </a:lnTo>
                  <a:lnTo>
                    <a:pt x="17697" y="704"/>
                  </a:lnTo>
                  <a:lnTo>
                    <a:pt x="18080" y="895"/>
                  </a:lnTo>
                  <a:lnTo>
                    <a:pt x="18272" y="959"/>
                  </a:lnTo>
                  <a:lnTo>
                    <a:pt x="18463" y="959"/>
                  </a:lnTo>
                  <a:lnTo>
                    <a:pt x="18463" y="959"/>
                  </a:lnTo>
                  <a:lnTo>
                    <a:pt x="18655" y="959"/>
                  </a:lnTo>
                  <a:lnTo>
                    <a:pt x="18910" y="831"/>
                  </a:lnTo>
                  <a:lnTo>
                    <a:pt x="24213" y="10031"/>
                  </a:lnTo>
                  <a:lnTo>
                    <a:pt x="24213" y="10031"/>
                  </a:lnTo>
                  <a:lnTo>
                    <a:pt x="24021" y="10158"/>
                  </a:lnTo>
                  <a:lnTo>
                    <a:pt x="23829" y="10414"/>
                  </a:lnTo>
                  <a:lnTo>
                    <a:pt x="23766" y="10605"/>
                  </a:lnTo>
                  <a:lnTo>
                    <a:pt x="23702" y="10925"/>
                  </a:lnTo>
                  <a:lnTo>
                    <a:pt x="23702" y="10925"/>
                  </a:lnTo>
                  <a:lnTo>
                    <a:pt x="23766" y="11180"/>
                  </a:lnTo>
                  <a:lnTo>
                    <a:pt x="23829" y="11372"/>
                  </a:lnTo>
                  <a:lnTo>
                    <a:pt x="24021" y="11628"/>
                  </a:lnTo>
                  <a:lnTo>
                    <a:pt x="24213" y="11755"/>
                  </a:lnTo>
                  <a:lnTo>
                    <a:pt x="23957" y="12139"/>
                  </a:lnTo>
                  <a:lnTo>
                    <a:pt x="18974" y="20827"/>
                  </a:lnTo>
                  <a:lnTo>
                    <a:pt x="18974" y="20827"/>
                  </a:lnTo>
                  <a:lnTo>
                    <a:pt x="18783" y="20827"/>
                  </a:lnTo>
                  <a:lnTo>
                    <a:pt x="18783" y="20827"/>
                  </a:lnTo>
                  <a:lnTo>
                    <a:pt x="18591" y="20827"/>
                  </a:lnTo>
                  <a:lnTo>
                    <a:pt x="18399" y="20891"/>
                  </a:lnTo>
                  <a:lnTo>
                    <a:pt x="18016" y="21082"/>
                  </a:lnTo>
                  <a:lnTo>
                    <a:pt x="17824" y="21402"/>
                  </a:lnTo>
                  <a:lnTo>
                    <a:pt x="17697" y="21785"/>
                  </a:lnTo>
                  <a:lnTo>
                    <a:pt x="6836" y="21785"/>
                  </a:lnTo>
                  <a:lnTo>
                    <a:pt x="6836" y="21785"/>
                  </a:lnTo>
                  <a:lnTo>
                    <a:pt x="6709" y="21402"/>
                  </a:lnTo>
                  <a:lnTo>
                    <a:pt x="6453" y="21082"/>
                  </a:lnTo>
                  <a:lnTo>
                    <a:pt x="6134" y="20891"/>
                  </a:lnTo>
                  <a:lnTo>
                    <a:pt x="5942" y="20827"/>
                  </a:lnTo>
                  <a:lnTo>
                    <a:pt x="5750" y="20827"/>
                  </a:lnTo>
                  <a:lnTo>
                    <a:pt x="5750" y="20827"/>
                  </a:lnTo>
                  <a:lnTo>
                    <a:pt x="5495" y="20827"/>
                  </a:lnTo>
                  <a:lnTo>
                    <a:pt x="5303" y="20955"/>
                  </a:lnTo>
                  <a:lnTo>
                    <a:pt x="1" y="11755"/>
                  </a:lnTo>
                  <a:lnTo>
                    <a:pt x="1" y="11755"/>
                  </a:lnTo>
                  <a:lnTo>
                    <a:pt x="193" y="11628"/>
                  </a:lnTo>
                  <a:lnTo>
                    <a:pt x="320" y="11372"/>
                  </a:lnTo>
                  <a:lnTo>
                    <a:pt x="384" y="11180"/>
                  </a:lnTo>
                  <a:lnTo>
                    <a:pt x="448" y="10925"/>
                  </a:lnTo>
                  <a:lnTo>
                    <a:pt x="448" y="10925"/>
                  </a:lnTo>
                  <a:lnTo>
                    <a:pt x="384" y="10605"/>
                  </a:lnTo>
                  <a:lnTo>
                    <a:pt x="320" y="10414"/>
                  </a:lnTo>
                  <a:lnTo>
                    <a:pt x="193" y="10158"/>
                  </a:lnTo>
                  <a:lnTo>
                    <a:pt x="1" y="10031"/>
                  </a:lnTo>
                  <a:lnTo>
                    <a:pt x="5303" y="831"/>
                  </a:lnTo>
                  <a:lnTo>
                    <a:pt x="5303" y="831"/>
                  </a:lnTo>
                  <a:lnTo>
                    <a:pt x="5495" y="895"/>
                  </a:lnTo>
                  <a:lnTo>
                    <a:pt x="5750" y="959"/>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39"/>
            <p:cNvSpPr/>
            <p:nvPr/>
          </p:nvSpPr>
          <p:spPr>
            <a:xfrm>
              <a:off x="1874150" y="-1353075"/>
              <a:ext cx="608500" cy="546225"/>
            </a:xfrm>
            <a:custGeom>
              <a:avLst/>
              <a:gdLst/>
              <a:ahLst/>
              <a:cxnLst/>
              <a:rect l="l" t="t" r="r" b="b"/>
              <a:pathLst>
                <a:path w="24340" h="21849" fill="none" extrusionOk="0">
                  <a:moveTo>
                    <a:pt x="5877" y="1022"/>
                  </a:moveTo>
                  <a:lnTo>
                    <a:pt x="5877" y="1022"/>
                  </a:lnTo>
                  <a:lnTo>
                    <a:pt x="6069" y="958"/>
                  </a:lnTo>
                  <a:lnTo>
                    <a:pt x="6261" y="895"/>
                  </a:lnTo>
                  <a:lnTo>
                    <a:pt x="6580" y="703"/>
                  </a:lnTo>
                  <a:lnTo>
                    <a:pt x="6836" y="383"/>
                  </a:lnTo>
                  <a:lnTo>
                    <a:pt x="6963" y="0"/>
                  </a:lnTo>
                  <a:lnTo>
                    <a:pt x="17504" y="0"/>
                  </a:lnTo>
                  <a:lnTo>
                    <a:pt x="17504" y="0"/>
                  </a:lnTo>
                  <a:lnTo>
                    <a:pt x="17632" y="383"/>
                  </a:lnTo>
                  <a:lnTo>
                    <a:pt x="17887" y="703"/>
                  </a:lnTo>
                  <a:lnTo>
                    <a:pt x="18207" y="895"/>
                  </a:lnTo>
                  <a:lnTo>
                    <a:pt x="18398" y="958"/>
                  </a:lnTo>
                  <a:lnTo>
                    <a:pt x="18590" y="1022"/>
                  </a:lnTo>
                  <a:lnTo>
                    <a:pt x="18590" y="1022"/>
                  </a:lnTo>
                  <a:lnTo>
                    <a:pt x="18846" y="958"/>
                  </a:lnTo>
                  <a:lnTo>
                    <a:pt x="19037" y="895"/>
                  </a:lnTo>
                  <a:lnTo>
                    <a:pt x="24340" y="10030"/>
                  </a:lnTo>
                  <a:lnTo>
                    <a:pt x="24340" y="10030"/>
                  </a:lnTo>
                  <a:lnTo>
                    <a:pt x="24148" y="10221"/>
                  </a:lnTo>
                  <a:lnTo>
                    <a:pt x="24020" y="10413"/>
                  </a:lnTo>
                  <a:lnTo>
                    <a:pt x="23892" y="10669"/>
                  </a:lnTo>
                  <a:lnTo>
                    <a:pt x="23892" y="10924"/>
                  </a:lnTo>
                  <a:lnTo>
                    <a:pt x="23892" y="10924"/>
                  </a:lnTo>
                  <a:lnTo>
                    <a:pt x="23892" y="11180"/>
                  </a:lnTo>
                  <a:lnTo>
                    <a:pt x="24020" y="11435"/>
                  </a:lnTo>
                  <a:lnTo>
                    <a:pt x="24148" y="11627"/>
                  </a:lnTo>
                  <a:lnTo>
                    <a:pt x="24340" y="11819"/>
                  </a:lnTo>
                  <a:lnTo>
                    <a:pt x="19037" y="20954"/>
                  </a:lnTo>
                  <a:lnTo>
                    <a:pt x="19037" y="20954"/>
                  </a:lnTo>
                  <a:lnTo>
                    <a:pt x="18846" y="20890"/>
                  </a:lnTo>
                  <a:lnTo>
                    <a:pt x="18590" y="20890"/>
                  </a:lnTo>
                  <a:lnTo>
                    <a:pt x="18590" y="20890"/>
                  </a:lnTo>
                  <a:lnTo>
                    <a:pt x="18398" y="20890"/>
                  </a:lnTo>
                  <a:lnTo>
                    <a:pt x="18207" y="20954"/>
                  </a:lnTo>
                  <a:lnTo>
                    <a:pt x="17887" y="21145"/>
                  </a:lnTo>
                  <a:lnTo>
                    <a:pt x="17632" y="21465"/>
                  </a:lnTo>
                  <a:lnTo>
                    <a:pt x="17504" y="21848"/>
                  </a:lnTo>
                  <a:lnTo>
                    <a:pt x="6963" y="21848"/>
                  </a:lnTo>
                  <a:lnTo>
                    <a:pt x="6963" y="21848"/>
                  </a:lnTo>
                  <a:lnTo>
                    <a:pt x="6836" y="21465"/>
                  </a:lnTo>
                  <a:lnTo>
                    <a:pt x="6580" y="21145"/>
                  </a:lnTo>
                  <a:lnTo>
                    <a:pt x="6261" y="20954"/>
                  </a:lnTo>
                  <a:lnTo>
                    <a:pt x="6069" y="20890"/>
                  </a:lnTo>
                  <a:lnTo>
                    <a:pt x="5877" y="20890"/>
                  </a:lnTo>
                  <a:lnTo>
                    <a:pt x="5877" y="20890"/>
                  </a:lnTo>
                  <a:lnTo>
                    <a:pt x="5622" y="20890"/>
                  </a:lnTo>
                  <a:lnTo>
                    <a:pt x="5430" y="20954"/>
                  </a:lnTo>
                  <a:lnTo>
                    <a:pt x="0" y="11563"/>
                  </a:lnTo>
                  <a:lnTo>
                    <a:pt x="0" y="11563"/>
                  </a:lnTo>
                  <a:lnTo>
                    <a:pt x="256" y="11435"/>
                  </a:lnTo>
                  <a:lnTo>
                    <a:pt x="447" y="11180"/>
                  </a:lnTo>
                  <a:lnTo>
                    <a:pt x="575" y="10924"/>
                  </a:lnTo>
                  <a:lnTo>
                    <a:pt x="575" y="10605"/>
                  </a:lnTo>
                  <a:lnTo>
                    <a:pt x="575" y="10605"/>
                  </a:lnTo>
                  <a:lnTo>
                    <a:pt x="575" y="10413"/>
                  </a:lnTo>
                  <a:lnTo>
                    <a:pt x="511" y="10158"/>
                  </a:lnTo>
                  <a:lnTo>
                    <a:pt x="383" y="9966"/>
                  </a:lnTo>
                  <a:lnTo>
                    <a:pt x="256" y="9838"/>
                  </a:lnTo>
                  <a:lnTo>
                    <a:pt x="5430" y="895"/>
                  </a:lnTo>
                  <a:lnTo>
                    <a:pt x="5430" y="895"/>
                  </a:lnTo>
                  <a:lnTo>
                    <a:pt x="5622" y="958"/>
                  </a:lnTo>
                  <a:lnTo>
                    <a:pt x="5877" y="1022"/>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39"/>
            <p:cNvSpPr/>
            <p:nvPr/>
          </p:nvSpPr>
          <p:spPr>
            <a:xfrm>
              <a:off x="2830800" y="-1353075"/>
              <a:ext cx="606900" cy="546225"/>
            </a:xfrm>
            <a:custGeom>
              <a:avLst/>
              <a:gdLst/>
              <a:ahLst/>
              <a:cxnLst/>
              <a:rect l="l" t="t" r="r" b="b"/>
              <a:pathLst>
                <a:path w="24276" h="21849" fill="none" extrusionOk="0">
                  <a:moveTo>
                    <a:pt x="5750" y="1022"/>
                  </a:moveTo>
                  <a:lnTo>
                    <a:pt x="5750" y="1022"/>
                  </a:lnTo>
                  <a:lnTo>
                    <a:pt x="5941" y="958"/>
                  </a:lnTo>
                  <a:lnTo>
                    <a:pt x="6133" y="895"/>
                  </a:lnTo>
                  <a:lnTo>
                    <a:pt x="6516" y="703"/>
                  </a:lnTo>
                  <a:lnTo>
                    <a:pt x="6708" y="383"/>
                  </a:lnTo>
                  <a:lnTo>
                    <a:pt x="6836" y="0"/>
                  </a:lnTo>
                  <a:lnTo>
                    <a:pt x="17440" y="0"/>
                  </a:lnTo>
                  <a:lnTo>
                    <a:pt x="17440" y="0"/>
                  </a:lnTo>
                  <a:lnTo>
                    <a:pt x="17504" y="383"/>
                  </a:lnTo>
                  <a:lnTo>
                    <a:pt x="17760" y="703"/>
                  </a:lnTo>
                  <a:lnTo>
                    <a:pt x="18079" y="895"/>
                  </a:lnTo>
                  <a:lnTo>
                    <a:pt x="18271" y="958"/>
                  </a:lnTo>
                  <a:lnTo>
                    <a:pt x="18462" y="1022"/>
                  </a:lnTo>
                  <a:lnTo>
                    <a:pt x="18462" y="1022"/>
                  </a:lnTo>
                  <a:lnTo>
                    <a:pt x="18718" y="958"/>
                  </a:lnTo>
                  <a:lnTo>
                    <a:pt x="18910" y="895"/>
                  </a:lnTo>
                  <a:lnTo>
                    <a:pt x="24276" y="10158"/>
                  </a:lnTo>
                  <a:lnTo>
                    <a:pt x="24276" y="10158"/>
                  </a:lnTo>
                  <a:lnTo>
                    <a:pt x="24148" y="10285"/>
                  </a:lnTo>
                  <a:lnTo>
                    <a:pt x="24020" y="10477"/>
                  </a:lnTo>
                  <a:lnTo>
                    <a:pt x="23956" y="10732"/>
                  </a:lnTo>
                  <a:lnTo>
                    <a:pt x="23956" y="10924"/>
                  </a:lnTo>
                  <a:lnTo>
                    <a:pt x="23956" y="10924"/>
                  </a:lnTo>
                  <a:lnTo>
                    <a:pt x="23956" y="11180"/>
                  </a:lnTo>
                  <a:lnTo>
                    <a:pt x="24020" y="11371"/>
                  </a:lnTo>
                  <a:lnTo>
                    <a:pt x="24148" y="11563"/>
                  </a:lnTo>
                  <a:lnTo>
                    <a:pt x="24276" y="11691"/>
                  </a:lnTo>
                  <a:lnTo>
                    <a:pt x="21337" y="16801"/>
                  </a:lnTo>
                  <a:lnTo>
                    <a:pt x="18910" y="20954"/>
                  </a:lnTo>
                  <a:lnTo>
                    <a:pt x="18910" y="20954"/>
                  </a:lnTo>
                  <a:lnTo>
                    <a:pt x="18718" y="20890"/>
                  </a:lnTo>
                  <a:lnTo>
                    <a:pt x="18462" y="20890"/>
                  </a:lnTo>
                  <a:lnTo>
                    <a:pt x="18462" y="20890"/>
                  </a:lnTo>
                  <a:lnTo>
                    <a:pt x="18271" y="20890"/>
                  </a:lnTo>
                  <a:lnTo>
                    <a:pt x="18079" y="20954"/>
                  </a:lnTo>
                  <a:lnTo>
                    <a:pt x="17760" y="21145"/>
                  </a:lnTo>
                  <a:lnTo>
                    <a:pt x="17504" y="21465"/>
                  </a:lnTo>
                  <a:lnTo>
                    <a:pt x="17440" y="21848"/>
                  </a:lnTo>
                  <a:lnTo>
                    <a:pt x="6836" y="21848"/>
                  </a:lnTo>
                  <a:lnTo>
                    <a:pt x="6836" y="21848"/>
                  </a:lnTo>
                  <a:lnTo>
                    <a:pt x="6708" y="21465"/>
                  </a:lnTo>
                  <a:lnTo>
                    <a:pt x="6516" y="21145"/>
                  </a:lnTo>
                  <a:lnTo>
                    <a:pt x="6133" y="20954"/>
                  </a:lnTo>
                  <a:lnTo>
                    <a:pt x="5941" y="20890"/>
                  </a:lnTo>
                  <a:lnTo>
                    <a:pt x="5750" y="20890"/>
                  </a:lnTo>
                  <a:lnTo>
                    <a:pt x="5750" y="20890"/>
                  </a:lnTo>
                  <a:lnTo>
                    <a:pt x="5558" y="20890"/>
                  </a:lnTo>
                  <a:lnTo>
                    <a:pt x="5302" y="20954"/>
                  </a:lnTo>
                  <a:lnTo>
                    <a:pt x="0" y="11819"/>
                  </a:lnTo>
                  <a:lnTo>
                    <a:pt x="0" y="11819"/>
                  </a:lnTo>
                  <a:lnTo>
                    <a:pt x="192" y="11627"/>
                  </a:lnTo>
                  <a:lnTo>
                    <a:pt x="383" y="11435"/>
                  </a:lnTo>
                  <a:lnTo>
                    <a:pt x="447" y="11180"/>
                  </a:lnTo>
                  <a:lnTo>
                    <a:pt x="511" y="10924"/>
                  </a:lnTo>
                  <a:lnTo>
                    <a:pt x="511" y="10924"/>
                  </a:lnTo>
                  <a:lnTo>
                    <a:pt x="447" y="10669"/>
                  </a:lnTo>
                  <a:lnTo>
                    <a:pt x="383" y="10413"/>
                  </a:lnTo>
                  <a:lnTo>
                    <a:pt x="192" y="10221"/>
                  </a:lnTo>
                  <a:lnTo>
                    <a:pt x="0" y="10030"/>
                  </a:lnTo>
                  <a:lnTo>
                    <a:pt x="5175" y="1150"/>
                  </a:lnTo>
                  <a:lnTo>
                    <a:pt x="5302" y="895"/>
                  </a:lnTo>
                  <a:lnTo>
                    <a:pt x="5302" y="895"/>
                  </a:lnTo>
                  <a:lnTo>
                    <a:pt x="5558" y="958"/>
                  </a:lnTo>
                  <a:lnTo>
                    <a:pt x="5750" y="1022"/>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39"/>
            <p:cNvSpPr/>
            <p:nvPr/>
          </p:nvSpPr>
          <p:spPr>
            <a:xfrm>
              <a:off x="1067625" y="-1658125"/>
              <a:ext cx="2887550" cy="2526600"/>
            </a:xfrm>
            <a:custGeom>
              <a:avLst/>
              <a:gdLst/>
              <a:ahLst/>
              <a:cxnLst/>
              <a:rect l="l" t="t" r="r" b="b"/>
              <a:pathLst>
                <a:path w="115502" h="101064" fill="none" extrusionOk="0">
                  <a:moveTo>
                    <a:pt x="69952" y="1"/>
                  </a:moveTo>
                  <a:lnTo>
                    <a:pt x="69952" y="1"/>
                  </a:lnTo>
                  <a:lnTo>
                    <a:pt x="69761" y="64"/>
                  </a:lnTo>
                  <a:lnTo>
                    <a:pt x="69569" y="128"/>
                  </a:lnTo>
                  <a:lnTo>
                    <a:pt x="69186" y="320"/>
                  </a:lnTo>
                  <a:lnTo>
                    <a:pt x="68994" y="639"/>
                  </a:lnTo>
                  <a:lnTo>
                    <a:pt x="68866" y="1023"/>
                  </a:lnTo>
                  <a:lnTo>
                    <a:pt x="57239" y="1023"/>
                  </a:lnTo>
                  <a:lnTo>
                    <a:pt x="57239" y="1214"/>
                  </a:lnTo>
                  <a:lnTo>
                    <a:pt x="68866" y="1214"/>
                  </a:lnTo>
                  <a:lnTo>
                    <a:pt x="68866" y="1214"/>
                  </a:lnTo>
                  <a:lnTo>
                    <a:pt x="68994" y="1598"/>
                  </a:lnTo>
                  <a:lnTo>
                    <a:pt x="69186" y="1917"/>
                  </a:lnTo>
                  <a:lnTo>
                    <a:pt x="69569" y="2109"/>
                  </a:lnTo>
                  <a:lnTo>
                    <a:pt x="69761" y="2173"/>
                  </a:lnTo>
                  <a:lnTo>
                    <a:pt x="69952" y="2173"/>
                  </a:lnTo>
                  <a:lnTo>
                    <a:pt x="69952" y="2173"/>
                  </a:lnTo>
                  <a:lnTo>
                    <a:pt x="70144" y="2173"/>
                  </a:lnTo>
                  <a:lnTo>
                    <a:pt x="70399" y="2109"/>
                  </a:lnTo>
                  <a:lnTo>
                    <a:pt x="75702" y="11244"/>
                  </a:lnTo>
                  <a:lnTo>
                    <a:pt x="75702" y="11244"/>
                  </a:lnTo>
                  <a:lnTo>
                    <a:pt x="75510" y="11436"/>
                  </a:lnTo>
                  <a:lnTo>
                    <a:pt x="75318" y="11627"/>
                  </a:lnTo>
                  <a:lnTo>
                    <a:pt x="75255" y="11883"/>
                  </a:lnTo>
                  <a:lnTo>
                    <a:pt x="75191" y="12138"/>
                  </a:lnTo>
                  <a:lnTo>
                    <a:pt x="75191" y="12138"/>
                  </a:lnTo>
                  <a:lnTo>
                    <a:pt x="75255" y="12394"/>
                  </a:lnTo>
                  <a:lnTo>
                    <a:pt x="75318" y="12649"/>
                  </a:lnTo>
                  <a:lnTo>
                    <a:pt x="75510" y="12841"/>
                  </a:lnTo>
                  <a:lnTo>
                    <a:pt x="75702" y="12969"/>
                  </a:lnTo>
                  <a:lnTo>
                    <a:pt x="73019" y="17568"/>
                  </a:lnTo>
                  <a:lnTo>
                    <a:pt x="70399" y="22168"/>
                  </a:lnTo>
                  <a:lnTo>
                    <a:pt x="70399" y="22168"/>
                  </a:lnTo>
                  <a:lnTo>
                    <a:pt x="70144" y="22104"/>
                  </a:lnTo>
                  <a:lnTo>
                    <a:pt x="69952" y="22040"/>
                  </a:lnTo>
                  <a:lnTo>
                    <a:pt x="69952" y="22040"/>
                  </a:lnTo>
                  <a:lnTo>
                    <a:pt x="69761" y="22040"/>
                  </a:lnTo>
                  <a:lnTo>
                    <a:pt x="69505" y="22104"/>
                  </a:lnTo>
                  <a:lnTo>
                    <a:pt x="69186" y="22360"/>
                  </a:lnTo>
                  <a:lnTo>
                    <a:pt x="68994" y="22679"/>
                  </a:lnTo>
                  <a:lnTo>
                    <a:pt x="68866" y="23062"/>
                  </a:lnTo>
                  <a:lnTo>
                    <a:pt x="58262" y="23062"/>
                  </a:lnTo>
                  <a:lnTo>
                    <a:pt x="58262" y="23062"/>
                  </a:lnTo>
                  <a:lnTo>
                    <a:pt x="58262" y="22807"/>
                  </a:lnTo>
                  <a:lnTo>
                    <a:pt x="58198" y="22615"/>
                  </a:lnTo>
                  <a:lnTo>
                    <a:pt x="57942" y="22296"/>
                  </a:lnTo>
                  <a:lnTo>
                    <a:pt x="57623" y="22104"/>
                  </a:lnTo>
                  <a:lnTo>
                    <a:pt x="57431" y="22040"/>
                  </a:lnTo>
                  <a:lnTo>
                    <a:pt x="57239" y="22040"/>
                  </a:lnTo>
                  <a:lnTo>
                    <a:pt x="57239" y="22040"/>
                  </a:lnTo>
                  <a:lnTo>
                    <a:pt x="56984" y="22040"/>
                  </a:lnTo>
                  <a:lnTo>
                    <a:pt x="56728" y="22168"/>
                  </a:lnTo>
                  <a:lnTo>
                    <a:pt x="55706" y="20379"/>
                  </a:lnTo>
                  <a:lnTo>
                    <a:pt x="51490" y="12969"/>
                  </a:lnTo>
                  <a:lnTo>
                    <a:pt x="51490" y="12969"/>
                  </a:lnTo>
                  <a:lnTo>
                    <a:pt x="51682" y="12841"/>
                  </a:lnTo>
                  <a:lnTo>
                    <a:pt x="51809" y="12649"/>
                  </a:lnTo>
                  <a:lnTo>
                    <a:pt x="51873" y="12394"/>
                  </a:lnTo>
                  <a:lnTo>
                    <a:pt x="51937" y="12138"/>
                  </a:lnTo>
                  <a:lnTo>
                    <a:pt x="51937" y="12138"/>
                  </a:lnTo>
                  <a:lnTo>
                    <a:pt x="51937" y="11883"/>
                  </a:lnTo>
                  <a:lnTo>
                    <a:pt x="51873" y="11691"/>
                  </a:lnTo>
                  <a:lnTo>
                    <a:pt x="51745" y="11499"/>
                  </a:lnTo>
                  <a:lnTo>
                    <a:pt x="51618" y="11372"/>
                  </a:lnTo>
                  <a:lnTo>
                    <a:pt x="51490" y="11244"/>
                  </a:lnTo>
                  <a:lnTo>
                    <a:pt x="51298" y="11116"/>
                  </a:lnTo>
                  <a:lnTo>
                    <a:pt x="51043" y="11052"/>
                  </a:lnTo>
                  <a:lnTo>
                    <a:pt x="50851" y="11052"/>
                  </a:lnTo>
                  <a:lnTo>
                    <a:pt x="50851" y="11052"/>
                  </a:lnTo>
                  <a:lnTo>
                    <a:pt x="50659" y="11052"/>
                  </a:lnTo>
                  <a:lnTo>
                    <a:pt x="50468" y="11116"/>
                  </a:lnTo>
                  <a:lnTo>
                    <a:pt x="50148" y="11308"/>
                  </a:lnTo>
                  <a:lnTo>
                    <a:pt x="49893" y="11627"/>
                  </a:lnTo>
                  <a:lnTo>
                    <a:pt x="49765" y="12011"/>
                  </a:lnTo>
                  <a:lnTo>
                    <a:pt x="39224" y="12011"/>
                  </a:lnTo>
                  <a:lnTo>
                    <a:pt x="39224" y="12011"/>
                  </a:lnTo>
                  <a:lnTo>
                    <a:pt x="39097" y="11627"/>
                  </a:lnTo>
                  <a:lnTo>
                    <a:pt x="38841" y="11308"/>
                  </a:lnTo>
                  <a:lnTo>
                    <a:pt x="38522" y="11116"/>
                  </a:lnTo>
                  <a:lnTo>
                    <a:pt x="38330" y="11052"/>
                  </a:lnTo>
                  <a:lnTo>
                    <a:pt x="38138" y="11052"/>
                  </a:lnTo>
                  <a:lnTo>
                    <a:pt x="38138" y="11052"/>
                  </a:lnTo>
                  <a:lnTo>
                    <a:pt x="37883" y="11052"/>
                  </a:lnTo>
                  <a:lnTo>
                    <a:pt x="37691" y="11116"/>
                  </a:lnTo>
                  <a:lnTo>
                    <a:pt x="31878" y="1023"/>
                  </a:lnTo>
                  <a:lnTo>
                    <a:pt x="31686" y="1150"/>
                  </a:lnTo>
                  <a:lnTo>
                    <a:pt x="37499" y="11244"/>
                  </a:lnTo>
                  <a:lnTo>
                    <a:pt x="37499" y="11244"/>
                  </a:lnTo>
                  <a:lnTo>
                    <a:pt x="37308" y="11436"/>
                  </a:lnTo>
                  <a:lnTo>
                    <a:pt x="37180" y="11627"/>
                  </a:lnTo>
                  <a:lnTo>
                    <a:pt x="37116" y="11883"/>
                  </a:lnTo>
                  <a:lnTo>
                    <a:pt x="37052" y="12138"/>
                  </a:lnTo>
                  <a:lnTo>
                    <a:pt x="37052" y="12138"/>
                  </a:lnTo>
                  <a:lnTo>
                    <a:pt x="37116" y="12394"/>
                  </a:lnTo>
                  <a:lnTo>
                    <a:pt x="37180" y="12649"/>
                  </a:lnTo>
                  <a:lnTo>
                    <a:pt x="37308" y="12841"/>
                  </a:lnTo>
                  <a:lnTo>
                    <a:pt x="37499" y="12969"/>
                  </a:lnTo>
                  <a:lnTo>
                    <a:pt x="32389" y="21912"/>
                  </a:lnTo>
                  <a:lnTo>
                    <a:pt x="32389" y="21912"/>
                  </a:lnTo>
                  <a:lnTo>
                    <a:pt x="32069" y="21785"/>
                  </a:lnTo>
                  <a:lnTo>
                    <a:pt x="31750" y="21721"/>
                  </a:lnTo>
                  <a:lnTo>
                    <a:pt x="31750" y="21721"/>
                  </a:lnTo>
                  <a:lnTo>
                    <a:pt x="31558" y="21721"/>
                  </a:lnTo>
                  <a:lnTo>
                    <a:pt x="31367" y="21785"/>
                  </a:lnTo>
                  <a:lnTo>
                    <a:pt x="31175" y="21912"/>
                  </a:lnTo>
                  <a:lnTo>
                    <a:pt x="30983" y="22040"/>
                  </a:lnTo>
                  <a:lnTo>
                    <a:pt x="30856" y="22232"/>
                  </a:lnTo>
                  <a:lnTo>
                    <a:pt x="30792" y="22360"/>
                  </a:lnTo>
                  <a:lnTo>
                    <a:pt x="30728" y="22615"/>
                  </a:lnTo>
                  <a:lnTo>
                    <a:pt x="30728" y="22807"/>
                  </a:lnTo>
                  <a:lnTo>
                    <a:pt x="30728" y="22807"/>
                  </a:lnTo>
                  <a:lnTo>
                    <a:pt x="30728" y="23062"/>
                  </a:lnTo>
                  <a:lnTo>
                    <a:pt x="19037" y="23062"/>
                  </a:lnTo>
                  <a:lnTo>
                    <a:pt x="19037" y="23062"/>
                  </a:lnTo>
                  <a:lnTo>
                    <a:pt x="19037" y="23254"/>
                  </a:lnTo>
                  <a:lnTo>
                    <a:pt x="19037" y="23254"/>
                  </a:lnTo>
                  <a:lnTo>
                    <a:pt x="30792" y="23254"/>
                  </a:lnTo>
                  <a:lnTo>
                    <a:pt x="30792" y="23254"/>
                  </a:lnTo>
                  <a:lnTo>
                    <a:pt x="30920" y="23509"/>
                  </a:lnTo>
                  <a:lnTo>
                    <a:pt x="31175" y="23701"/>
                  </a:lnTo>
                  <a:lnTo>
                    <a:pt x="31431" y="23829"/>
                  </a:lnTo>
                  <a:lnTo>
                    <a:pt x="31750" y="23893"/>
                  </a:lnTo>
                  <a:lnTo>
                    <a:pt x="31750" y="23893"/>
                  </a:lnTo>
                  <a:lnTo>
                    <a:pt x="32069" y="23829"/>
                  </a:lnTo>
                  <a:lnTo>
                    <a:pt x="37499" y="33284"/>
                  </a:lnTo>
                  <a:lnTo>
                    <a:pt x="37499" y="33284"/>
                  </a:lnTo>
                  <a:lnTo>
                    <a:pt x="37308" y="33411"/>
                  </a:lnTo>
                  <a:lnTo>
                    <a:pt x="37180" y="33667"/>
                  </a:lnTo>
                  <a:lnTo>
                    <a:pt x="37116" y="33858"/>
                  </a:lnTo>
                  <a:lnTo>
                    <a:pt x="37052" y="34178"/>
                  </a:lnTo>
                  <a:lnTo>
                    <a:pt x="37052" y="34178"/>
                  </a:lnTo>
                  <a:lnTo>
                    <a:pt x="37116" y="34433"/>
                  </a:lnTo>
                  <a:lnTo>
                    <a:pt x="37180" y="34625"/>
                  </a:lnTo>
                  <a:lnTo>
                    <a:pt x="37308" y="34881"/>
                  </a:lnTo>
                  <a:lnTo>
                    <a:pt x="37499" y="35008"/>
                  </a:lnTo>
                  <a:lnTo>
                    <a:pt x="32580" y="43633"/>
                  </a:lnTo>
                  <a:lnTo>
                    <a:pt x="32261" y="44144"/>
                  </a:lnTo>
                  <a:lnTo>
                    <a:pt x="32261" y="44144"/>
                  </a:lnTo>
                  <a:lnTo>
                    <a:pt x="32006" y="44080"/>
                  </a:lnTo>
                  <a:lnTo>
                    <a:pt x="31750" y="44080"/>
                  </a:lnTo>
                  <a:lnTo>
                    <a:pt x="31750" y="44080"/>
                  </a:lnTo>
                  <a:lnTo>
                    <a:pt x="31558" y="44080"/>
                  </a:lnTo>
                  <a:lnTo>
                    <a:pt x="31367" y="44144"/>
                  </a:lnTo>
                  <a:lnTo>
                    <a:pt x="31047" y="44335"/>
                  </a:lnTo>
                  <a:lnTo>
                    <a:pt x="30792" y="44655"/>
                  </a:lnTo>
                  <a:lnTo>
                    <a:pt x="30728" y="45038"/>
                  </a:lnTo>
                  <a:lnTo>
                    <a:pt x="20059" y="45038"/>
                  </a:lnTo>
                  <a:lnTo>
                    <a:pt x="20059" y="45038"/>
                  </a:lnTo>
                  <a:lnTo>
                    <a:pt x="20059" y="44846"/>
                  </a:lnTo>
                  <a:lnTo>
                    <a:pt x="19995" y="44655"/>
                  </a:lnTo>
                  <a:lnTo>
                    <a:pt x="19868" y="44463"/>
                  </a:lnTo>
                  <a:lnTo>
                    <a:pt x="19740" y="44271"/>
                  </a:lnTo>
                  <a:lnTo>
                    <a:pt x="19612" y="44144"/>
                  </a:lnTo>
                  <a:lnTo>
                    <a:pt x="19421" y="44080"/>
                  </a:lnTo>
                  <a:lnTo>
                    <a:pt x="19229" y="44016"/>
                  </a:lnTo>
                  <a:lnTo>
                    <a:pt x="18973" y="43952"/>
                  </a:lnTo>
                  <a:lnTo>
                    <a:pt x="18973" y="43952"/>
                  </a:lnTo>
                  <a:lnTo>
                    <a:pt x="18782" y="44016"/>
                  </a:lnTo>
                  <a:lnTo>
                    <a:pt x="18526" y="44080"/>
                  </a:lnTo>
                  <a:lnTo>
                    <a:pt x="12777" y="34114"/>
                  </a:lnTo>
                  <a:lnTo>
                    <a:pt x="12585" y="34178"/>
                  </a:lnTo>
                  <a:lnTo>
                    <a:pt x="18398" y="44144"/>
                  </a:lnTo>
                  <a:lnTo>
                    <a:pt x="18398" y="44144"/>
                  </a:lnTo>
                  <a:lnTo>
                    <a:pt x="18207" y="44335"/>
                  </a:lnTo>
                  <a:lnTo>
                    <a:pt x="18015" y="44527"/>
                  </a:lnTo>
                  <a:lnTo>
                    <a:pt x="17951" y="44782"/>
                  </a:lnTo>
                  <a:lnTo>
                    <a:pt x="17887" y="45038"/>
                  </a:lnTo>
                  <a:lnTo>
                    <a:pt x="17887" y="45038"/>
                  </a:lnTo>
                  <a:lnTo>
                    <a:pt x="17951" y="45357"/>
                  </a:lnTo>
                  <a:lnTo>
                    <a:pt x="18079" y="45613"/>
                  </a:lnTo>
                  <a:lnTo>
                    <a:pt x="18207" y="45805"/>
                  </a:lnTo>
                  <a:lnTo>
                    <a:pt x="18462" y="45996"/>
                  </a:lnTo>
                  <a:lnTo>
                    <a:pt x="13224" y="55004"/>
                  </a:lnTo>
                  <a:lnTo>
                    <a:pt x="13224" y="55004"/>
                  </a:lnTo>
                  <a:lnTo>
                    <a:pt x="12841" y="54940"/>
                  </a:lnTo>
                  <a:lnTo>
                    <a:pt x="12841" y="54940"/>
                  </a:lnTo>
                  <a:lnTo>
                    <a:pt x="12649" y="55004"/>
                  </a:lnTo>
                  <a:lnTo>
                    <a:pt x="12457" y="55068"/>
                  </a:lnTo>
                  <a:lnTo>
                    <a:pt x="12266" y="55132"/>
                  </a:lnTo>
                  <a:lnTo>
                    <a:pt x="12074" y="55259"/>
                  </a:lnTo>
                  <a:lnTo>
                    <a:pt x="11946" y="55451"/>
                  </a:lnTo>
                  <a:lnTo>
                    <a:pt x="11882" y="55643"/>
                  </a:lnTo>
                  <a:lnTo>
                    <a:pt x="11818" y="55834"/>
                  </a:lnTo>
                  <a:lnTo>
                    <a:pt x="11755" y="56026"/>
                  </a:lnTo>
                  <a:lnTo>
                    <a:pt x="11755" y="56090"/>
                  </a:lnTo>
                  <a:lnTo>
                    <a:pt x="0" y="56090"/>
                  </a:lnTo>
                  <a:lnTo>
                    <a:pt x="0" y="56281"/>
                  </a:lnTo>
                  <a:lnTo>
                    <a:pt x="11818" y="56281"/>
                  </a:lnTo>
                  <a:lnTo>
                    <a:pt x="11818" y="56281"/>
                  </a:lnTo>
                  <a:lnTo>
                    <a:pt x="11946" y="56601"/>
                  </a:lnTo>
                  <a:lnTo>
                    <a:pt x="12138" y="56856"/>
                  </a:lnTo>
                  <a:lnTo>
                    <a:pt x="12457" y="57048"/>
                  </a:lnTo>
                  <a:lnTo>
                    <a:pt x="12841" y="57112"/>
                  </a:lnTo>
                  <a:lnTo>
                    <a:pt x="12841" y="57112"/>
                  </a:lnTo>
                  <a:lnTo>
                    <a:pt x="13096" y="57112"/>
                  </a:lnTo>
                  <a:lnTo>
                    <a:pt x="18462" y="66311"/>
                  </a:lnTo>
                  <a:lnTo>
                    <a:pt x="18462" y="66311"/>
                  </a:lnTo>
                  <a:lnTo>
                    <a:pt x="18271" y="66503"/>
                  </a:lnTo>
                  <a:lnTo>
                    <a:pt x="18143" y="66694"/>
                  </a:lnTo>
                  <a:lnTo>
                    <a:pt x="18015" y="66950"/>
                  </a:lnTo>
                  <a:lnTo>
                    <a:pt x="18015" y="67205"/>
                  </a:lnTo>
                  <a:lnTo>
                    <a:pt x="18015" y="67205"/>
                  </a:lnTo>
                  <a:lnTo>
                    <a:pt x="18015" y="67397"/>
                  </a:lnTo>
                  <a:lnTo>
                    <a:pt x="18079" y="67589"/>
                  </a:lnTo>
                  <a:lnTo>
                    <a:pt x="18207" y="67780"/>
                  </a:lnTo>
                  <a:lnTo>
                    <a:pt x="18335" y="67972"/>
                  </a:lnTo>
                  <a:lnTo>
                    <a:pt x="18462" y="68100"/>
                  </a:lnTo>
                  <a:lnTo>
                    <a:pt x="18654" y="68164"/>
                  </a:lnTo>
                  <a:lnTo>
                    <a:pt x="18846" y="68228"/>
                  </a:lnTo>
                  <a:lnTo>
                    <a:pt x="19101" y="68291"/>
                  </a:lnTo>
                  <a:lnTo>
                    <a:pt x="19101" y="68291"/>
                  </a:lnTo>
                  <a:lnTo>
                    <a:pt x="19293" y="68228"/>
                  </a:lnTo>
                  <a:lnTo>
                    <a:pt x="19484" y="68228"/>
                  </a:lnTo>
                  <a:lnTo>
                    <a:pt x="19804" y="67972"/>
                  </a:lnTo>
                  <a:lnTo>
                    <a:pt x="20059" y="67653"/>
                  </a:lnTo>
                  <a:lnTo>
                    <a:pt x="20187" y="67269"/>
                  </a:lnTo>
                  <a:lnTo>
                    <a:pt x="30728" y="67269"/>
                  </a:lnTo>
                  <a:lnTo>
                    <a:pt x="30728" y="67269"/>
                  </a:lnTo>
                  <a:lnTo>
                    <a:pt x="30792" y="67653"/>
                  </a:lnTo>
                  <a:lnTo>
                    <a:pt x="31047" y="67972"/>
                  </a:lnTo>
                  <a:lnTo>
                    <a:pt x="31367" y="68228"/>
                  </a:lnTo>
                  <a:lnTo>
                    <a:pt x="31558" y="68228"/>
                  </a:lnTo>
                  <a:lnTo>
                    <a:pt x="31750" y="68291"/>
                  </a:lnTo>
                  <a:lnTo>
                    <a:pt x="31750" y="68291"/>
                  </a:lnTo>
                  <a:lnTo>
                    <a:pt x="32006" y="68228"/>
                  </a:lnTo>
                  <a:lnTo>
                    <a:pt x="32197" y="68164"/>
                  </a:lnTo>
                  <a:lnTo>
                    <a:pt x="37499" y="77363"/>
                  </a:lnTo>
                  <a:lnTo>
                    <a:pt x="37499" y="77363"/>
                  </a:lnTo>
                  <a:lnTo>
                    <a:pt x="37372" y="77491"/>
                  </a:lnTo>
                  <a:lnTo>
                    <a:pt x="37244" y="77746"/>
                  </a:lnTo>
                  <a:lnTo>
                    <a:pt x="37116" y="77938"/>
                  </a:lnTo>
                  <a:lnTo>
                    <a:pt x="37116" y="78193"/>
                  </a:lnTo>
                  <a:lnTo>
                    <a:pt x="37116" y="78193"/>
                  </a:lnTo>
                  <a:lnTo>
                    <a:pt x="37116" y="78449"/>
                  </a:lnTo>
                  <a:lnTo>
                    <a:pt x="37244" y="78704"/>
                  </a:lnTo>
                  <a:lnTo>
                    <a:pt x="37372" y="78896"/>
                  </a:lnTo>
                  <a:lnTo>
                    <a:pt x="37499" y="79088"/>
                  </a:lnTo>
                  <a:lnTo>
                    <a:pt x="35072" y="83240"/>
                  </a:lnTo>
                  <a:lnTo>
                    <a:pt x="31750" y="89117"/>
                  </a:lnTo>
                  <a:lnTo>
                    <a:pt x="19037" y="89117"/>
                  </a:lnTo>
                  <a:lnTo>
                    <a:pt x="19037" y="89309"/>
                  </a:lnTo>
                  <a:lnTo>
                    <a:pt x="31750" y="89309"/>
                  </a:lnTo>
                  <a:lnTo>
                    <a:pt x="37436" y="99211"/>
                  </a:lnTo>
                  <a:lnTo>
                    <a:pt x="37436" y="99211"/>
                  </a:lnTo>
                  <a:lnTo>
                    <a:pt x="37308" y="99339"/>
                  </a:lnTo>
                  <a:lnTo>
                    <a:pt x="37180" y="99530"/>
                  </a:lnTo>
                  <a:lnTo>
                    <a:pt x="37116" y="99722"/>
                  </a:lnTo>
                  <a:lnTo>
                    <a:pt x="37116" y="99977"/>
                  </a:lnTo>
                  <a:lnTo>
                    <a:pt x="37116" y="99977"/>
                  </a:lnTo>
                  <a:lnTo>
                    <a:pt x="37116" y="100169"/>
                  </a:lnTo>
                  <a:lnTo>
                    <a:pt x="37180" y="100361"/>
                  </a:lnTo>
                  <a:lnTo>
                    <a:pt x="37308" y="100552"/>
                  </a:lnTo>
                  <a:lnTo>
                    <a:pt x="37436" y="100744"/>
                  </a:lnTo>
                  <a:lnTo>
                    <a:pt x="37563" y="100872"/>
                  </a:lnTo>
                  <a:lnTo>
                    <a:pt x="37755" y="100936"/>
                  </a:lnTo>
                  <a:lnTo>
                    <a:pt x="37947" y="100999"/>
                  </a:lnTo>
                  <a:lnTo>
                    <a:pt x="38202" y="101063"/>
                  </a:lnTo>
                  <a:lnTo>
                    <a:pt x="38202" y="101063"/>
                  </a:lnTo>
                  <a:lnTo>
                    <a:pt x="38394" y="100999"/>
                  </a:lnTo>
                  <a:lnTo>
                    <a:pt x="38586" y="100936"/>
                  </a:lnTo>
                  <a:lnTo>
                    <a:pt x="38777" y="100872"/>
                  </a:lnTo>
                  <a:lnTo>
                    <a:pt x="38969" y="100744"/>
                  </a:lnTo>
                  <a:lnTo>
                    <a:pt x="39097" y="100552"/>
                  </a:lnTo>
                  <a:lnTo>
                    <a:pt x="39160" y="100361"/>
                  </a:lnTo>
                  <a:lnTo>
                    <a:pt x="39224" y="100169"/>
                  </a:lnTo>
                  <a:lnTo>
                    <a:pt x="39288" y="99977"/>
                  </a:lnTo>
                  <a:lnTo>
                    <a:pt x="39288" y="99977"/>
                  </a:lnTo>
                  <a:lnTo>
                    <a:pt x="39224" y="99722"/>
                  </a:lnTo>
                  <a:lnTo>
                    <a:pt x="39160" y="99530"/>
                  </a:lnTo>
                  <a:lnTo>
                    <a:pt x="39097" y="99339"/>
                  </a:lnTo>
                  <a:lnTo>
                    <a:pt x="38969" y="99211"/>
                  </a:lnTo>
                  <a:lnTo>
                    <a:pt x="38777" y="99083"/>
                  </a:lnTo>
                  <a:lnTo>
                    <a:pt x="38586" y="98955"/>
                  </a:lnTo>
                  <a:lnTo>
                    <a:pt x="38394" y="98891"/>
                  </a:lnTo>
                  <a:lnTo>
                    <a:pt x="38202" y="98891"/>
                  </a:lnTo>
                  <a:lnTo>
                    <a:pt x="38202" y="98891"/>
                  </a:lnTo>
                  <a:lnTo>
                    <a:pt x="37883" y="98955"/>
                  </a:lnTo>
                  <a:lnTo>
                    <a:pt x="37563" y="99083"/>
                  </a:lnTo>
                  <a:lnTo>
                    <a:pt x="31878" y="89181"/>
                  </a:lnTo>
                  <a:lnTo>
                    <a:pt x="34689" y="84326"/>
                  </a:lnTo>
                  <a:lnTo>
                    <a:pt x="37691" y="79151"/>
                  </a:lnTo>
                  <a:lnTo>
                    <a:pt x="37691" y="79151"/>
                  </a:lnTo>
                  <a:lnTo>
                    <a:pt x="37947" y="79279"/>
                  </a:lnTo>
                  <a:lnTo>
                    <a:pt x="38202" y="79279"/>
                  </a:lnTo>
                  <a:lnTo>
                    <a:pt x="38202" y="79279"/>
                  </a:lnTo>
                  <a:lnTo>
                    <a:pt x="38394" y="79279"/>
                  </a:lnTo>
                  <a:lnTo>
                    <a:pt x="38586" y="79215"/>
                  </a:lnTo>
                  <a:lnTo>
                    <a:pt x="38905" y="79024"/>
                  </a:lnTo>
                  <a:lnTo>
                    <a:pt x="39160" y="78704"/>
                  </a:lnTo>
                  <a:lnTo>
                    <a:pt x="39224" y="78321"/>
                  </a:lnTo>
                  <a:lnTo>
                    <a:pt x="49765" y="78321"/>
                  </a:lnTo>
                  <a:lnTo>
                    <a:pt x="49765" y="78321"/>
                  </a:lnTo>
                  <a:lnTo>
                    <a:pt x="49893" y="78704"/>
                  </a:lnTo>
                  <a:lnTo>
                    <a:pt x="50148" y="79024"/>
                  </a:lnTo>
                  <a:lnTo>
                    <a:pt x="50468" y="79215"/>
                  </a:lnTo>
                  <a:lnTo>
                    <a:pt x="50659" y="79279"/>
                  </a:lnTo>
                  <a:lnTo>
                    <a:pt x="50851" y="79279"/>
                  </a:lnTo>
                  <a:lnTo>
                    <a:pt x="50851" y="79279"/>
                  </a:lnTo>
                  <a:lnTo>
                    <a:pt x="51107" y="79279"/>
                  </a:lnTo>
                  <a:lnTo>
                    <a:pt x="51298" y="79151"/>
                  </a:lnTo>
                  <a:lnTo>
                    <a:pt x="56601" y="88415"/>
                  </a:lnTo>
                  <a:lnTo>
                    <a:pt x="56601" y="88415"/>
                  </a:lnTo>
                  <a:lnTo>
                    <a:pt x="56473" y="88542"/>
                  </a:lnTo>
                  <a:lnTo>
                    <a:pt x="56345" y="88734"/>
                  </a:lnTo>
                  <a:lnTo>
                    <a:pt x="56217" y="88989"/>
                  </a:lnTo>
                  <a:lnTo>
                    <a:pt x="56217" y="89245"/>
                  </a:lnTo>
                  <a:lnTo>
                    <a:pt x="56217" y="89245"/>
                  </a:lnTo>
                  <a:lnTo>
                    <a:pt x="56217" y="89437"/>
                  </a:lnTo>
                  <a:lnTo>
                    <a:pt x="56281" y="89692"/>
                  </a:lnTo>
                  <a:lnTo>
                    <a:pt x="56409" y="89820"/>
                  </a:lnTo>
                  <a:lnTo>
                    <a:pt x="56537" y="90012"/>
                  </a:lnTo>
                  <a:lnTo>
                    <a:pt x="56664" y="90139"/>
                  </a:lnTo>
                  <a:lnTo>
                    <a:pt x="56856" y="90267"/>
                  </a:lnTo>
                  <a:lnTo>
                    <a:pt x="57048" y="90331"/>
                  </a:lnTo>
                  <a:lnTo>
                    <a:pt x="57303" y="90331"/>
                  </a:lnTo>
                  <a:lnTo>
                    <a:pt x="57303" y="90331"/>
                  </a:lnTo>
                  <a:lnTo>
                    <a:pt x="57495" y="90331"/>
                  </a:lnTo>
                  <a:lnTo>
                    <a:pt x="57687" y="90267"/>
                  </a:lnTo>
                  <a:lnTo>
                    <a:pt x="57878" y="90139"/>
                  </a:lnTo>
                  <a:lnTo>
                    <a:pt x="58070" y="90012"/>
                  </a:lnTo>
                  <a:lnTo>
                    <a:pt x="58198" y="89820"/>
                  </a:lnTo>
                  <a:lnTo>
                    <a:pt x="58262" y="89692"/>
                  </a:lnTo>
                  <a:lnTo>
                    <a:pt x="58325" y="89437"/>
                  </a:lnTo>
                  <a:lnTo>
                    <a:pt x="58389" y="89245"/>
                  </a:lnTo>
                  <a:lnTo>
                    <a:pt x="58389" y="89245"/>
                  </a:lnTo>
                  <a:lnTo>
                    <a:pt x="58325" y="89053"/>
                  </a:lnTo>
                  <a:lnTo>
                    <a:pt x="58262" y="88798"/>
                  </a:lnTo>
                  <a:lnTo>
                    <a:pt x="58198" y="88670"/>
                  </a:lnTo>
                  <a:lnTo>
                    <a:pt x="58070" y="88478"/>
                  </a:lnTo>
                  <a:lnTo>
                    <a:pt x="57878" y="88351"/>
                  </a:lnTo>
                  <a:lnTo>
                    <a:pt x="57687" y="88223"/>
                  </a:lnTo>
                  <a:lnTo>
                    <a:pt x="57495" y="88159"/>
                  </a:lnTo>
                  <a:lnTo>
                    <a:pt x="57303" y="88159"/>
                  </a:lnTo>
                  <a:lnTo>
                    <a:pt x="57303" y="88159"/>
                  </a:lnTo>
                  <a:lnTo>
                    <a:pt x="57048" y="88223"/>
                  </a:lnTo>
                  <a:lnTo>
                    <a:pt x="56792" y="88287"/>
                  </a:lnTo>
                  <a:lnTo>
                    <a:pt x="51490" y="79088"/>
                  </a:lnTo>
                  <a:lnTo>
                    <a:pt x="51490" y="79088"/>
                  </a:lnTo>
                  <a:lnTo>
                    <a:pt x="51682" y="78896"/>
                  </a:lnTo>
                  <a:lnTo>
                    <a:pt x="51809" y="78704"/>
                  </a:lnTo>
                  <a:lnTo>
                    <a:pt x="51873" y="78449"/>
                  </a:lnTo>
                  <a:lnTo>
                    <a:pt x="51937" y="78193"/>
                  </a:lnTo>
                  <a:lnTo>
                    <a:pt x="51937" y="78193"/>
                  </a:lnTo>
                  <a:lnTo>
                    <a:pt x="51873" y="77938"/>
                  </a:lnTo>
                  <a:lnTo>
                    <a:pt x="51809" y="77682"/>
                  </a:lnTo>
                  <a:lnTo>
                    <a:pt x="51682" y="77491"/>
                  </a:lnTo>
                  <a:lnTo>
                    <a:pt x="51490" y="77299"/>
                  </a:lnTo>
                  <a:lnTo>
                    <a:pt x="56728" y="68228"/>
                  </a:lnTo>
                  <a:lnTo>
                    <a:pt x="56728" y="68228"/>
                  </a:lnTo>
                  <a:lnTo>
                    <a:pt x="56984" y="68355"/>
                  </a:lnTo>
                  <a:lnTo>
                    <a:pt x="57303" y="68419"/>
                  </a:lnTo>
                  <a:lnTo>
                    <a:pt x="57303" y="68419"/>
                  </a:lnTo>
                  <a:lnTo>
                    <a:pt x="57495" y="68355"/>
                  </a:lnTo>
                  <a:lnTo>
                    <a:pt x="57687" y="68291"/>
                  </a:lnTo>
                  <a:lnTo>
                    <a:pt x="57878" y="68228"/>
                  </a:lnTo>
                  <a:lnTo>
                    <a:pt x="58070" y="68100"/>
                  </a:lnTo>
                  <a:lnTo>
                    <a:pt x="58198" y="67908"/>
                  </a:lnTo>
                  <a:lnTo>
                    <a:pt x="58262" y="67716"/>
                  </a:lnTo>
                  <a:lnTo>
                    <a:pt x="58325" y="67525"/>
                  </a:lnTo>
                  <a:lnTo>
                    <a:pt x="58389" y="67333"/>
                  </a:lnTo>
                  <a:lnTo>
                    <a:pt x="58389" y="67269"/>
                  </a:lnTo>
                  <a:lnTo>
                    <a:pt x="68802" y="67269"/>
                  </a:lnTo>
                  <a:lnTo>
                    <a:pt x="68802" y="67333"/>
                  </a:lnTo>
                  <a:lnTo>
                    <a:pt x="68802" y="67333"/>
                  </a:lnTo>
                  <a:lnTo>
                    <a:pt x="68802" y="67525"/>
                  </a:lnTo>
                  <a:lnTo>
                    <a:pt x="68866" y="67716"/>
                  </a:lnTo>
                  <a:lnTo>
                    <a:pt x="68994" y="67908"/>
                  </a:lnTo>
                  <a:lnTo>
                    <a:pt x="69122" y="68100"/>
                  </a:lnTo>
                  <a:lnTo>
                    <a:pt x="69313" y="68228"/>
                  </a:lnTo>
                  <a:lnTo>
                    <a:pt x="69441" y="68291"/>
                  </a:lnTo>
                  <a:lnTo>
                    <a:pt x="69697" y="68355"/>
                  </a:lnTo>
                  <a:lnTo>
                    <a:pt x="69888" y="68419"/>
                  </a:lnTo>
                  <a:lnTo>
                    <a:pt x="69888" y="68419"/>
                  </a:lnTo>
                  <a:lnTo>
                    <a:pt x="70208" y="68355"/>
                  </a:lnTo>
                  <a:lnTo>
                    <a:pt x="70463" y="68228"/>
                  </a:lnTo>
                  <a:lnTo>
                    <a:pt x="75638" y="77235"/>
                  </a:lnTo>
                  <a:lnTo>
                    <a:pt x="75638" y="77235"/>
                  </a:lnTo>
                  <a:lnTo>
                    <a:pt x="75318" y="77363"/>
                  </a:lnTo>
                  <a:lnTo>
                    <a:pt x="75127" y="77618"/>
                  </a:lnTo>
                  <a:lnTo>
                    <a:pt x="74999" y="77874"/>
                  </a:lnTo>
                  <a:lnTo>
                    <a:pt x="74935" y="78193"/>
                  </a:lnTo>
                  <a:lnTo>
                    <a:pt x="74935" y="78193"/>
                  </a:lnTo>
                  <a:lnTo>
                    <a:pt x="74999" y="78513"/>
                  </a:lnTo>
                  <a:lnTo>
                    <a:pt x="75127" y="78832"/>
                  </a:lnTo>
                  <a:lnTo>
                    <a:pt x="75318" y="79024"/>
                  </a:lnTo>
                  <a:lnTo>
                    <a:pt x="75574" y="79215"/>
                  </a:lnTo>
                  <a:lnTo>
                    <a:pt x="70399" y="88223"/>
                  </a:lnTo>
                  <a:lnTo>
                    <a:pt x="70399" y="88223"/>
                  </a:lnTo>
                  <a:lnTo>
                    <a:pt x="70144" y="88159"/>
                  </a:lnTo>
                  <a:lnTo>
                    <a:pt x="70144" y="88159"/>
                  </a:lnTo>
                  <a:lnTo>
                    <a:pt x="69888" y="88159"/>
                  </a:lnTo>
                  <a:lnTo>
                    <a:pt x="69697" y="88223"/>
                  </a:lnTo>
                  <a:lnTo>
                    <a:pt x="69505" y="88351"/>
                  </a:lnTo>
                  <a:lnTo>
                    <a:pt x="69377" y="88478"/>
                  </a:lnTo>
                  <a:lnTo>
                    <a:pt x="69186" y="88670"/>
                  </a:lnTo>
                  <a:lnTo>
                    <a:pt x="69122" y="88798"/>
                  </a:lnTo>
                  <a:lnTo>
                    <a:pt x="69058" y="89053"/>
                  </a:lnTo>
                  <a:lnTo>
                    <a:pt x="69058" y="89245"/>
                  </a:lnTo>
                  <a:lnTo>
                    <a:pt x="69058" y="89245"/>
                  </a:lnTo>
                  <a:lnTo>
                    <a:pt x="69058" y="89437"/>
                  </a:lnTo>
                  <a:lnTo>
                    <a:pt x="69122" y="89692"/>
                  </a:lnTo>
                  <a:lnTo>
                    <a:pt x="69186" y="89820"/>
                  </a:lnTo>
                  <a:lnTo>
                    <a:pt x="69377" y="90012"/>
                  </a:lnTo>
                  <a:lnTo>
                    <a:pt x="69505" y="90139"/>
                  </a:lnTo>
                  <a:lnTo>
                    <a:pt x="69697" y="90267"/>
                  </a:lnTo>
                  <a:lnTo>
                    <a:pt x="69888" y="90331"/>
                  </a:lnTo>
                  <a:lnTo>
                    <a:pt x="70144" y="90331"/>
                  </a:lnTo>
                  <a:lnTo>
                    <a:pt x="70144" y="90331"/>
                  </a:lnTo>
                  <a:lnTo>
                    <a:pt x="70336" y="90331"/>
                  </a:lnTo>
                  <a:lnTo>
                    <a:pt x="70527" y="90267"/>
                  </a:lnTo>
                  <a:lnTo>
                    <a:pt x="70719" y="90139"/>
                  </a:lnTo>
                  <a:lnTo>
                    <a:pt x="70847" y="90012"/>
                  </a:lnTo>
                  <a:lnTo>
                    <a:pt x="71038" y="89820"/>
                  </a:lnTo>
                  <a:lnTo>
                    <a:pt x="71102" y="89692"/>
                  </a:lnTo>
                  <a:lnTo>
                    <a:pt x="71166" y="89437"/>
                  </a:lnTo>
                  <a:lnTo>
                    <a:pt x="71166" y="89245"/>
                  </a:lnTo>
                  <a:lnTo>
                    <a:pt x="71166" y="89245"/>
                  </a:lnTo>
                  <a:lnTo>
                    <a:pt x="71166" y="88926"/>
                  </a:lnTo>
                  <a:lnTo>
                    <a:pt x="71038" y="88670"/>
                  </a:lnTo>
                  <a:lnTo>
                    <a:pt x="70847" y="88415"/>
                  </a:lnTo>
                  <a:lnTo>
                    <a:pt x="70591" y="88287"/>
                  </a:lnTo>
                  <a:lnTo>
                    <a:pt x="75766" y="79279"/>
                  </a:lnTo>
                  <a:lnTo>
                    <a:pt x="75766" y="79279"/>
                  </a:lnTo>
                  <a:lnTo>
                    <a:pt x="76021" y="79279"/>
                  </a:lnTo>
                  <a:lnTo>
                    <a:pt x="76021" y="79279"/>
                  </a:lnTo>
                  <a:lnTo>
                    <a:pt x="76277" y="79279"/>
                  </a:lnTo>
                  <a:lnTo>
                    <a:pt x="76468" y="79215"/>
                  </a:lnTo>
                  <a:lnTo>
                    <a:pt x="76660" y="79088"/>
                  </a:lnTo>
                  <a:lnTo>
                    <a:pt x="76788" y="78960"/>
                  </a:lnTo>
                  <a:lnTo>
                    <a:pt x="76915" y="78832"/>
                  </a:lnTo>
                  <a:lnTo>
                    <a:pt x="77043" y="78640"/>
                  </a:lnTo>
                  <a:lnTo>
                    <a:pt x="77107" y="78449"/>
                  </a:lnTo>
                  <a:lnTo>
                    <a:pt x="77107" y="78193"/>
                  </a:lnTo>
                  <a:lnTo>
                    <a:pt x="77107" y="78193"/>
                  </a:lnTo>
                  <a:lnTo>
                    <a:pt x="77107" y="78002"/>
                  </a:lnTo>
                  <a:lnTo>
                    <a:pt x="77043" y="77810"/>
                  </a:lnTo>
                  <a:lnTo>
                    <a:pt x="76915" y="77618"/>
                  </a:lnTo>
                  <a:lnTo>
                    <a:pt x="76788" y="77427"/>
                  </a:lnTo>
                  <a:lnTo>
                    <a:pt x="76660" y="77299"/>
                  </a:lnTo>
                  <a:lnTo>
                    <a:pt x="76468" y="77235"/>
                  </a:lnTo>
                  <a:lnTo>
                    <a:pt x="76277" y="77171"/>
                  </a:lnTo>
                  <a:lnTo>
                    <a:pt x="76021" y="77107"/>
                  </a:lnTo>
                  <a:lnTo>
                    <a:pt x="76021" y="77107"/>
                  </a:lnTo>
                  <a:lnTo>
                    <a:pt x="75829" y="77171"/>
                  </a:lnTo>
                  <a:lnTo>
                    <a:pt x="70591" y="68164"/>
                  </a:lnTo>
                  <a:lnTo>
                    <a:pt x="70591" y="68164"/>
                  </a:lnTo>
                  <a:lnTo>
                    <a:pt x="70783" y="67972"/>
                  </a:lnTo>
                  <a:lnTo>
                    <a:pt x="70847" y="67780"/>
                  </a:lnTo>
                  <a:lnTo>
                    <a:pt x="70974" y="67589"/>
                  </a:lnTo>
                  <a:lnTo>
                    <a:pt x="70974" y="67333"/>
                  </a:lnTo>
                  <a:lnTo>
                    <a:pt x="70974" y="67333"/>
                  </a:lnTo>
                  <a:lnTo>
                    <a:pt x="70910" y="67078"/>
                  </a:lnTo>
                  <a:lnTo>
                    <a:pt x="70847" y="66822"/>
                  </a:lnTo>
                  <a:lnTo>
                    <a:pt x="70719" y="66567"/>
                  </a:lnTo>
                  <a:lnTo>
                    <a:pt x="70463" y="66439"/>
                  </a:lnTo>
                  <a:lnTo>
                    <a:pt x="75829" y="57176"/>
                  </a:lnTo>
                  <a:lnTo>
                    <a:pt x="75829" y="57176"/>
                  </a:lnTo>
                  <a:lnTo>
                    <a:pt x="76085" y="57240"/>
                  </a:lnTo>
                  <a:lnTo>
                    <a:pt x="76277" y="57240"/>
                  </a:lnTo>
                  <a:lnTo>
                    <a:pt x="76277" y="57240"/>
                  </a:lnTo>
                  <a:lnTo>
                    <a:pt x="76468" y="57240"/>
                  </a:lnTo>
                  <a:lnTo>
                    <a:pt x="76660" y="57176"/>
                  </a:lnTo>
                  <a:lnTo>
                    <a:pt x="77043" y="56984"/>
                  </a:lnTo>
                  <a:lnTo>
                    <a:pt x="77235" y="56665"/>
                  </a:lnTo>
                  <a:lnTo>
                    <a:pt x="77363" y="56281"/>
                  </a:lnTo>
                  <a:lnTo>
                    <a:pt x="87967" y="56281"/>
                  </a:lnTo>
                  <a:lnTo>
                    <a:pt x="87967" y="56281"/>
                  </a:lnTo>
                  <a:lnTo>
                    <a:pt x="88031" y="56665"/>
                  </a:lnTo>
                  <a:lnTo>
                    <a:pt x="88287" y="56984"/>
                  </a:lnTo>
                  <a:lnTo>
                    <a:pt x="88606" y="57176"/>
                  </a:lnTo>
                  <a:lnTo>
                    <a:pt x="88798" y="57240"/>
                  </a:lnTo>
                  <a:lnTo>
                    <a:pt x="88989" y="57240"/>
                  </a:lnTo>
                  <a:lnTo>
                    <a:pt x="88989" y="57240"/>
                  </a:lnTo>
                  <a:lnTo>
                    <a:pt x="89245" y="57240"/>
                  </a:lnTo>
                  <a:lnTo>
                    <a:pt x="89437" y="57176"/>
                  </a:lnTo>
                  <a:lnTo>
                    <a:pt x="89628" y="57048"/>
                  </a:lnTo>
                  <a:lnTo>
                    <a:pt x="89756" y="56920"/>
                  </a:lnTo>
                  <a:lnTo>
                    <a:pt x="89884" y="56792"/>
                  </a:lnTo>
                  <a:lnTo>
                    <a:pt x="90012" y="56601"/>
                  </a:lnTo>
                  <a:lnTo>
                    <a:pt x="90075" y="56409"/>
                  </a:lnTo>
                  <a:lnTo>
                    <a:pt x="90075" y="56154"/>
                  </a:lnTo>
                  <a:lnTo>
                    <a:pt x="90075" y="56154"/>
                  </a:lnTo>
                  <a:lnTo>
                    <a:pt x="90075" y="55898"/>
                  </a:lnTo>
                  <a:lnTo>
                    <a:pt x="89948" y="55643"/>
                  </a:lnTo>
                  <a:lnTo>
                    <a:pt x="89820" y="55451"/>
                  </a:lnTo>
                  <a:lnTo>
                    <a:pt x="89628" y="55323"/>
                  </a:lnTo>
                  <a:lnTo>
                    <a:pt x="94931" y="46060"/>
                  </a:lnTo>
                  <a:lnTo>
                    <a:pt x="94931" y="46060"/>
                  </a:lnTo>
                  <a:lnTo>
                    <a:pt x="95250" y="46188"/>
                  </a:lnTo>
                  <a:lnTo>
                    <a:pt x="95569" y="46252"/>
                  </a:lnTo>
                  <a:lnTo>
                    <a:pt x="95569" y="46252"/>
                  </a:lnTo>
                  <a:lnTo>
                    <a:pt x="95761" y="46252"/>
                  </a:lnTo>
                  <a:lnTo>
                    <a:pt x="95953" y="46188"/>
                  </a:lnTo>
                  <a:lnTo>
                    <a:pt x="96272" y="45932"/>
                  </a:lnTo>
                  <a:lnTo>
                    <a:pt x="96528" y="45677"/>
                  </a:lnTo>
                  <a:lnTo>
                    <a:pt x="96592" y="45230"/>
                  </a:lnTo>
                  <a:lnTo>
                    <a:pt x="106941" y="45230"/>
                  </a:lnTo>
                  <a:lnTo>
                    <a:pt x="106941" y="45230"/>
                  </a:lnTo>
                  <a:lnTo>
                    <a:pt x="107068" y="45677"/>
                  </a:lnTo>
                  <a:lnTo>
                    <a:pt x="107260" y="45932"/>
                  </a:lnTo>
                  <a:lnTo>
                    <a:pt x="107579" y="46188"/>
                  </a:lnTo>
                  <a:lnTo>
                    <a:pt x="107771" y="46252"/>
                  </a:lnTo>
                  <a:lnTo>
                    <a:pt x="108027" y="46252"/>
                  </a:lnTo>
                  <a:lnTo>
                    <a:pt x="108027" y="46252"/>
                  </a:lnTo>
                  <a:lnTo>
                    <a:pt x="108218" y="46252"/>
                  </a:lnTo>
                  <a:lnTo>
                    <a:pt x="108410" y="46188"/>
                  </a:lnTo>
                  <a:lnTo>
                    <a:pt x="108602" y="46060"/>
                  </a:lnTo>
                  <a:lnTo>
                    <a:pt x="108793" y="45932"/>
                  </a:lnTo>
                  <a:lnTo>
                    <a:pt x="108921" y="45741"/>
                  </a:lnTo>
                  <a:lnTo>
                    <a:pt x="108985" y="45613"/>
                  </a:lnTo>
                  <a:lnTo>
                    <a:pt x="109049" y="45357"/>
                  </a:lnTo>
                  <a:lnTo>
                    <a:pt x="109113" y="45166"/>
                  </a:lnTo>
                  <a:lnTo>
                    <a:pt x="109113" y="45166"/>
                  </a:lnTo>
                  <a:lnTo>
                    <a:pt x="109049" y="44974"/>
                  </a:lnTo>
                  <a:lnTo>
                    <a:pt x="108985" y="44719"/>
                  </a:lnTo>
                  <a:lnTo>
                    <a:pt x="108921" y="44527"/>
                  </a:lnTo>
                  <a:lnTo>
                    <a:pt x="108793" y="44399"/>
                  </a:lnTo>
                  <a:lnTo>
                    <a:pt x="108602" y="44271"/>
                  </a:lnTo>
                  <a:lnTo>
                    <a:pt x="108410" y="44144"/>
                  </a:lnTo>
                  <a:lnTo>
                    <a:pt x="108218" y="44080"/>
                  </a:lnTo>
                  <a:lnTo>
                    <a:pt x="108027" y="44080"/>
                  </a:lnTo>
                  <a:lnTo>
                    <a:pt x="108027" y="44080"/>
                  </a:lnTo>
                  <a:lnTo>
                    <a:pt x="107771" y="44080"/>
                  </a:lnTo>
                  <a:lnTo>
                    <a:pt x="107579" y="44144"/>
                  </a:lnTo>
                  <a:lnTo>
                    <a:pt x="107260" y="44335"/>
                  </a:lnTo>
                  <a:lnTo>
                    <a:pt x="107068" y="44655"/>
                  </a:lnTo>
                  <a:lnTo>
                    <a:pt x="106941" y="45038"/>
                  </a:lnTo>
                  <a:lnTo>
                    <a:pt x="96592" y="45038"/>
                  </a:lnTo>
                  <a:lnTo>
                    <a:pt x="96592" y="45038"/>
                  </a:lnTo>
                  <a:lnTo>
                    <a:pt x="96528" y="44655"/>
                  </a:lnTo>
                  <a:lnTo>
                    <a:pt x="96272" y="44335"/>
                  </a:lnTo>
                  <a:lnTo>
                    <a:pt x="95953" y="44144"/>
                  </a:lnTo>
                  <a:lnTo>
                    <a:pt x="95761" y="44080"/>
                  </a:lnTo>
                  <a:lnTo>
                    <a:pt x="95569" y="44080"/>
                  </a:lnTo>
                  <a:lnTo>
                    <a:pt x="95569" y="44080"/>
                  </a:lnTo>
                  <a:lnTo>
                    <a:pt x="95250" y="44144"/>
                  </a:lnTo>
                  <a:lnTo>
                    <a:pt x="94931" y="44271"/>
                  </a:lnTo>
                  <a:lnTo>
                    <a:pt x="89628" y="35008"/>
                  </a:lnTo>
                  <a:lnTo>
                    <a:pt x="89628" y="35008"/>
                  </a:lnTo>
                  <a:lnTo>
                    <a:pt x="89820" y="34881"/>
                  </a:lnTo>
                  <a:lnTo>
                    <a:pt x="89948" y="34625"/>
                  </a:lnTo>
                  <a:lnTo>
                    <a:pt x="90075" y="34433"/>
                  </a:lnTo>
                  <a:lnTo>
                    <a:pt x="90075" y="34178"/>
                  </a:lnTo>
                  <a:lnTo>
                    <a:pt x="90075" y="34178"/>
                  </a:lnTo>
                  <a:lnTo>
                    <a:pt x="90075" y="33858"/>
                  </a:lnTo>
                  <a:lnTo>
                    <a:pt x="89948" y="33667"/>
                  </a:lnTo>
                  <a:lnTo>
                    <a:pt x="89820" y="33411"/>
                  </a:lnTo>
                  <a:lnTo>
                    <a:pt x="89628" y="33284"/>
                  </a:lnTo>
                  <a:lnTo>
                    <a:pt x="90395" y="31942"/>
                  </a:lnTo>
                  <a:lnTo>
                    <a:pt x="94931" y="24021"/>
                  </a:lnTo>
                  <a:lnTo>
                    <a:pt x="94931" y="24021"/>
                  </a:lnTo>
                  <a:lnTo>
                    <a:pt x="95250" y="24148"/>
                  </a:lnTo>
                  <a:lnTo>
                    <a:pt x="95569" y="24212"/>
                  </a:lnTo>
                  <a:lnTo>
                    <a:pt x="95569" y="24212"/>
                  </a:lnTo>
                  <a:lnTo>
                    <a:pt x="95761" y="24212"/>
                  </a:lnTo>
                  <a:lnTo>
                    <a:pt x="95953" y="24148"/>
                  </a:lnTo>
                  <a:lnTo>
                    <a:pt x="96272" y="23957"/>
                  </a:lnTo>
                  <a:lnTo>
                    <a:pt x="96528" y="23637"/>
                  </a:lnTo>
                  <a:lnTo>
                    <a:pt x="96592" y="23254"/>
                  </a:lnTo>
                  <a:lnTo>
                    <a:pt x="108027" y="23254"/>
                  </a:lnTo>
                  <a:lnTo>
                    <a:pt x="113840" y="33284"/>
                  </a:lnTo>
                  <a:lnTo>
                    <a:pt x="113840" y="33284"/>
                  </a:lnTo>
                  <a:lnTo>
                    <a:pt x="113648" y="33411"/>
                  </a:lnTo>
                  <a:lnTo>
                    <a:pt x="113521" y="33667"/>
                  </a:lnTo>
                  <a:lnTo>
                    <a:pt x="113393" y="33858"/>
                  </a:lnTo>
                  <a:lnTo>
                    <a:pt x="113393" y="34178"/>
                  </a:lnTo>
                  <a:lnTo>
                    <a:pt x="113393" y="34178"/>
                  </a:lnTo>
                  <a:lnTo>
                    <a:pt x="113393" y="34370"/>
                  </a:lnTo>
                  <a:lnTo>
                    <a:pt x="113457" y="34561"/>
                  </a:lnTo>
                  <a:lnTo>
                    <a:pt x="113585" y="34753"/>
                  </a:lnTo>
                  <a:lnTo>
                    <a:pt x="113712" y="34881"/>
                  </a:lnTo>
                  <a:lnTo>
                    <a:pt x="113840" y="35072"/>
                  </a:lnTo>
                  <a:lnTo>
                    <a:pt x="114032" y="35136"/>
                  </a:lnTo>
                  <a:lnTo>
                    <a:pt x="114223" y="35200"/>
                  </a:lnTo>
                  <a:lnTo>
                    <a:pt x="114479" y="35200"/>
                  </a:lnTo>
                  <a:lnTo>
                    <a:pt x="114479" y="35200"/>
                  </a:lnTo>
                  <a:lnTo>
                    <a:pt x="114671" y="35200"/>
                  </a:lnTo>
                  <a:lnTo>
                    <a:pt x="114862" y="35136"/>
                  </a:lnTo>
                  <a:lnTo>
                    <a:pt x="115054" y="35072"/>
                  </a:lnTo>
                  <a:lnTo>
                    <a:pt x="115245" y="34881"/>
                  </a:lnTo>
                  <a:lnTo>
                    <a:pt x="115373" y="34753"/>
                  </a:lnTo>
                  <a:lnTo>
                    <a:pt x="115437" y="34561"/>
                  </a:lnTo>
                  <a:lnTo>
                    <a:pt x="115501" y="34370"/>
                  </a:lnTo>
                  <a:lnTo>
                    <a:pt x="115501" y="34178"/>
                  </a:lnTo>
                  <a:lnTo>
                    <a:pt x="115501" y="34178"/>
                  </a:lnTo>
                  <a:lnTo>
                    <a:pt x="115501" y="33922"/>
                  </a:lnTo>
                  <a:lnTo>
                    <a:pt x="115437" y="33731"/>
                  </a:lnTo>
                  <a:lnTo>
                    <a:pt x="115373" y="33539"/>
                  </a:lnTo>
                  <a:lnTo>
                    <a:pt x="115245" y="33411"/>
                  </a:lnTo>
                  <a:lnTo>
                    <a:pt x="115054" y="33220"/>
                  </a:lnTo>
                  <a:lnTo>
                    <a:pt x="114862" y="33156"/>
                  </a:lnTo>
                  <a:lnTo>
                    <a:pt x="114671" y="33092"/>
                  </a:lnTo>
                  <a:lnTo>
                    <a:pt x="114479" y="33092"/>
                  </a:lnTo>
                  <a:lnTo>
                    <a:pt x="114479" y="33092"/>
                  </a:lnTo>
                  <a:lnTo>
                    <a:pt x="114223" y="33092"/>
                  </a:lnTo>
                  <a:lnTo>
                    <a:pt x="113968" y="33156"/>
                  </a:lnTo>
                  <a:lnTo>
                    <a:pt x="108154" y="23062"/>
                  </a:lnTo>
                  <a:lnTo>
                    <a:pt x="108154" y="23062"/>
                  </a:lnTo>
                  <a:lnTo>
                    <a:pt x="96592" y="23062"/>
                  </a:lnTo>
                  <a:lnTo>
                    <a:pt x="96592" y="23062"/>
                  </a:lnTo>
                  <a:lnTo>
                    <a:pt x="96528" y="22679"/>
                  </a:lnTo>
                  <a:lnTo>
                    <a:pt x="96272" y="22360"/>
                  </a:lnTo>
                  <a:lnTo>
                    <a:pt x="95953" y="22104"/>
                  </a:lnTo>
                  <a:lnTo>
                    <a:pt x="95761" y="22040"/>
                  </a:lnTo>
                  <a:lnTo>
                    <a:pt x="95569" y="22040"/>
                  </a:lnTo>
                  <a:lnTo>
                    <a:pt x="95569" y="22040"/>
                  </a:lnTo>
                  <a:lnTo>
                    <a:pt x="95250" y="22104"/>
                  </a:lnTo>
                  <a:lnTo>
                    <a:pt x="94931" y="22232"/>
                  </a:lnTo>
                  <a:lnTo>
                    <a:pt x="89628" y="12969"/>
                  </a:lnTo>
                  <a:lnTo>
                    <a:pt x="89628" y="12969"/>
                  </a:lnTo>
                  <a:lnTo>
                    <a:pt x="89820" y="12841"/>
                  </a:lnTo>
                  <a:lnTo>
                    <a:pt x="89948" y="12649"/>
                  </a:lnTo>
                  <a:lnTo>
                    <a:pt x="90075" y="12394"/>
                  </a:lnTo>
                  <a:lnTo>
                    <a:pt x="90075" y="12138"/>
                  </a:lnTo>
                  <a:lnTo>
                    <a:pt x="90075" y="12138"/>
                  </a:lnTo>
                  <a:lnTo>
                    <a:pt x="90075" y="11883"/>
                  </a:lnTo>
                  <a:lnTo>
                    <a:pt x="90012" y="11691"/>
                  </a:lnTo>
                  <a:lnTo>
                    <a:pt x="89884" y="11499"/>
                  </a:lnTo>
                  <a:lnTo>
                    <a:pt x="89756" y="11372"/>
                  </a:lnTo>
                  <a:lnTo>
                    <a:pt x="89628" y="11244"/>
                  </a:lnTo>
                  <a:lnTo>
                    <a:pt x="89437" y="11116"/>
                  </a:lnTo>
                  <a:lnTo>
                    <a:pt x="89245" y="11052"/>
                  </a:lnTo>
                  <a:lnTo>
                    <a:pt x="88989" y="11052"/>
                  </a:lnTo>
                  <a:lnTo>
                    <a:pt x="88989" y="11052"/>
                  </a:lnTo>
                  <a:lnTo>
                    <a:pt x="88798" y="11052"/>
                  </a:lnTo>
                  <a:lnTo>
                    <a:pt x="88606" y="11116"/>
                  </a:lnTo>
                  <a:lnTo>
                    <a:pt x="88287" y="11308"/>
                  </a:lnTo>
                  <a:lnTo>
                    <a:pt x="88031" y="11627"/>
                  </a:lnTo>
                  <a:lnTo>
                    <a:pt x="87967" y="12011"/>
                  </a:lnTo>
                  <a:lnTo>
                    <a:pt x="77363" y="12011"/>
                  </a:lnTo>
                  <a:lnTo>
                    <a:pt x="77363" y="12011"/>
                  </a:lnTo>
                  <a:lnTo>
                    <a:pt x="77235" y="11627"/>
                  </a:lnTo>
                  <a:lnTo>
                    <a:pt x="77043" y="11308"/>
                  </a:lnTo>
                  <a:lnTo>
                    <a:pt x="76660" y="11116"/>
                  </a:lnTo>
                  <a:lnTo>
                    <a:pt x="76468" y="11052"/>
                  </a:lnTo>
                  <a:lnTo>
                    <a:pt x="76277" y="11052"/>
                  </a:lnTo>
                  <a:lnTo>
                    <a:pt x="76277" y="11052"/>
                  </a:lnTo>
                  <a:lnTo>
                    <a:pt x="76085" y="11052"/>
                  </a:lnTo>
                  <a:lnTo>
                    <a:pt x="75829" y="11116"/>
                  </a:lnTo>
                  <a:lnTo>
                    <a:pt x="70527" y="1981"/>
                  </a:lnTo>
                  <a:lnTo>
                    <a:pt x="70527" y="1981"/>
                  </a:lnTo>
                  <a:lnTo>
                    <a:pt x="70719" y="1789"/>
                  </a:lnTo>
                  <a:lnTo>
                    <a:pt x="70910" y="1598"/>
                  </a:lnTo>
                  <a:lnTo>
                    <a:pt x="70974" y="1342"/>
                  </a:lnTo>
                  <a:lnTo>
                    <a:pt x="71038" y="1087"/>
                  </a:lnTo>
                  <a:lnTo>
                    <a:pt x="71038" y="1087"/>
                  </a:lnTo>
                  <a:lnTo>
                    <a:pt x="70974" y="895"/>
                  </a:lnTo>
                  <a:lnTo>
                    <a:pt x="70910" y="703"/>
                  </a:lnTo>
                  <a:lnTo>
                    <a:pt x="70847" y="512"/>
                  </a:lnTo>
                  <a:lnTo>
                    <a:pt x="70719" y="320"/>
                  </a:lnTo>
                  <a:lnTo>
                    <a:pt x="70527" y="192"/>
                  </a:lnTo>
                  <a:lnTo>
                    <a:pt x="70336" y="128"/>
                  </a:lnTo>
                  <a:lnTo>
                    <a:pt x="70144" y="64"/>
                  </a:lnTo>
                  <a:lnTo>
                    <a:pt x="69952"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0DEC6A18-AF4D-A20C-2F83-B1880D8CA670}"/>
              </a:ext>
            </a:extLst>
          </p:cNvPr>
          <p:cNvSpPr txBox="1"/>
          <p:nvPr/>
        </p:nvSpPr>
        <p:spPr>
          <a:xfrm>
            <a:off x="562273" y="617656"/>
            <a:ext cx="8092330" cy="4708981"/>
          </a:xfrm>
          <a:prstGeom prst="rect">
            <a:avLst/>
          </a:prstGeom>
          <a:noFill/>
        </p:spPr>
        <p:txBody>
          <a:bodyPr wrap="square" rtlCol="0">
            <a:spAutoFit/>
          </a:bodyPr>
          <a:lstStyle/>
          <a:p>
            <a:pPr marL="285750" indent="-285750">
              <a:lnSpc>
                <a:spcPct val="150000"/>
              </a:lnSpc>
              <a:buFont typeface="Wingdings" panose="05000000000000000000" pitchFamily="2" charset="2"/>
              <a:buChar char="§"/>
            </a:pPr>
            <a:r>
              <a:rPr lang="fr-FR" dirty="0">
                <a:solidFill>
                  <a:schemeClr val="bg1">
                    <a:lumMod val="10000"/>
                  </a:schemeClr>
                </a:solidFill>
                <a:latin typeface="+mn-lt"/>
              </a:rPr>
              <a:t>Forte croissance des </a:t>
            </a:r>
            <a:r>
              <a:rPr lang="fr-FR" b="1" dirty="0">
                <a:solidFill>
                  <a:schemeClr val="bg1">
                    <a:lumMod val="10000"/>
                  </a:schemeClr>
                </a:solidFill>
                <a:latin typeface="+mn-lt"/>
              </a:rPr>
              <a:t>réseaux sociaux</a:t>
            </a:r>
            <a:r>
              <a:rPr lang="fr-FR" dirty="0">
                <a:solidFill>
                  <a:schemeClr val="bg1">
                    <a:lumMod val="10000"/>
                  </a:schemeClr>
                </a:solidFill>
                <a:latin typeface="+mn-lt"/>
              </a:rPr>
              <a:t> et des </a:t>
            </a:r>
            <a:r>
              <a:rPr lang="fr-FR" b="1" dirty="0">
                <a:solidFill>
                  <a:schemeClr val="bg1">
                    <a:lumMod val="10000"/>
                  </a:schemeClr>
                </a:solidFill>
                <a:latin typeface="+mn-lt"/>
              </a:rPr>
              <a:t>données générées en continu</a:t>
            </a:r>
          </a:p>
          <a:p>
            <a:pPr marL="285750" indent="-285750">
              <a:lnSpc>
                <a:spcPct val="150000"/>
              </a:lnSpc>
              <a:buFont typeface="Wingdings" panose="05000000000000000000" pitchFamily="2" charset="2"/>
              <a:buChar char="§"/>
            </a:pPr>
            <a:r>
              <a:rPr lang="fr-FR" dirty="0">
                <a:solidFill>
                  <a:schemeClr val="bg1">
                    <a:lumMod val="10000"/>
                  </a:schemeClr>
                </a:solidFill>
                <a:latin typeface="+mn-lt"/>
              </a:rPr>
              <a:t>Les discussions en ligne reflètent :</a:t>
            </a:r>
          </a:p>
          <a:p>
            <a:pPr>
              <a:lnSpc>
                <a:spcPct val="150000"/>
              </a:lnSpc>
            </a:pPr>
            <a:r>
              <a:rPr lang="fr-FR" dirty="0">
                <a:solidFill>
                  <a:schemeClr val="bg1">
                    <a:lumMod val="10000"/>
                  </a:schemeClr>
                </a:solidFill>
                <a:latin typeface="+mn-lt"/>
              </a:rPr>
              <a:t>	Les </a:t>
            </a:r>
            <a:r>
              <a:rPr lang="fr-FR" b="1" dirty="0">
                <a:solidFill>
                  <a:schemeClr val="bg1">
                    <a:lumMod val="10000"/>
                  </a:schemeClr>
                </a:solidFill>
                <a:latin typeface="+mn-lt"/>
              </a:rPr>
              <a:t>tendances sociétales .</a:t>
            </a:r>
            <a:endParaRPr lang="fr-FR" dirty="0">
              <a:solidFill>
                <a:schemeClr val="bg1">
                  <a:lumMod val="10000"/>
                </a:schemeClr>
              </a:solidFill>
              <a:latin typeface="+mn-lt"/>
            </a:endParaRPr>
          </a:p>
          <a:p>
            <a:pPr>
              <a:lnSpc>
                <a:spcPct val="150000"/>
              </a:lnSpc>
            </a:pPr>
            <a:r>
              <a:rPr lang="fr-FR" dirty="0">
                <a:solidFill>
                  <a:schemeClr val="bg1">
                    <a:lumMod val="10000"/>
                  </a:schemeClr>
                </a:solidFill>
                <a:latin typeface="+mn-lt"/>
              </a:rPr>
              <a:t>	Les </a:t>
            </a:r>
            <a:r>
              <a:rPr lang="fr-FR" b="1" dirty="0">
                <a:solidFill>
                  <a:schemeClr val="bg1">
                    <a:lumMod val="10000"/>
                  </a:schemeClr>
                </a:solidFill>
                <a:latin typeface="+mn-lt"/>
              </a:rPr>
              <a:t>opinions publiques .</a:t>
            </a:r>
            <a:endParaRPr lang="fr-FR" dirty="0">
              <a:solidFill>
                <a:schemeClr val="bg1">
                  <a:lumMod val="10000"/>
                </a:schemeClr>
              </a:solidFill>
              <a:latin typeface="+mn-lt"/>
            </a:endParaRPr>
          </a:p>
          <a:p>
            <a:pPr>
              <a:lnSpc>
                <a:spcPct val="150000"/>
              </a:lnSpc>
            </a:pPr>
            <a:r>
              <a:rPr lang="fr-FR" dirty="0">
                <a:solidFill>
                  <a:schemeClr val="bg1">
                    <a:lumMod val="10000"/>
                  </a:schemeClr>
                </a:solidFill>
                <a:latin typeface="+mn-lt"/>
              </a:rPr>
              <a:t>	Les </a:t>
            </a:r>
            <a:r>
              <a:rPr lang="fr-FR" b="1" dirty="0">
                <a:solidFill>
                  <a:schemeClr val="bg1">
                    <a:lumMod val="10000"/>
                  </a:schemeClr>
                </a:solidFill>
                <a:latin typeface="+mn-lt"/>
              </a:rPr>
              <a:t>dynamiques communautaires . </a:t>
            </a:r>
          </a:p>
          <a:p>
            <a:pPr marL="285750" indent="-285750">
              <a:lnSpc>
                <a:spcPct val="150000"/>
              </a:lnSpc>
              <a:buFont typeface="Wingdings" panose="05000000000000000000" pitchFamily="2" charset="2"/>
              <a:buChar char="§"/>
            </a:pPr>
            <a:r>
              <a:rPr lang="fr-FR" altLang="fr-FR" dirty="0">
                <a:solidFill>
                  <a:schemeClr val="bg1">
                    <a:lumMod val="10000"/>
                  </a:schemeClr>
                </a:solidFill>
                <a:latin typeface="+mn-lt"/>
              </a:rPr>
              <a:t>Émergence des </a:t>
            </a:r>
            <a:r>
              <a:rPr lang="fr-FR" altLang="fr-FR" b="1" dirty="0">
                <a:solidFill>
                  <a:schemeClr val="bg1">
                    <a:lumMod val="10000"/>
                  </a:schemeClr>
                </a:solidFill>
                <a:latin typeface="+mn-lt"/>
              </a:rPr>
              <a:t>plateformes décentralisées</a:t>
            </a:r>
            <a:r>
              <a:rPr lang="fr-FR" altLang="fr-FR" dirty="0">
                <a:solidFill>
                  <a:schemeClr val="bg1">
                    <a:lumMod val="10000"/>
                  </a:schemeClr>
                </a:solidFill>
                <a:latin typeface="+mn-lt"/>
              </a:rPr>
              <a:t> comme alternative aux réseaux sociaux traditionnels</a:t>
            </a:r>
          </a:p>
          <a:p>
            <a:pPr lvl="0" eaLnBrk="0" fontAlgn="base" hangingPunct="0">
              <a:lnSpc>
                <a:spcPct val="150000"/>
              </a:lnSpc>
              <a:spcBef>
                <a:spcPct val="0"/>
              </a:spcBef>
              <a:spcAft>
                <a:spcPct val="0"/>
              </a:spcAft>
              <a:buClrTx/>
            </a:pPr>
            <a:r>
              <a:rPr lang="fr-FR" altLang="fr-FR" sz="1600" b="1" dirty="0" err="1">
                <a:solidFill>
                  <a:schemeClr val="bg1">
                    <a:lumMod val="10000"/>
                  </a:schemeClr>
                </a:solidFill>
                <a:latin typeface="+mn-lt"/>
              </a:rPr>
              <a:t>Bluesky</a:t>
            </a:r>
            <a:r>
              <a:rPr lang="fr-FR" altLang="fr-FR" sz="1800" dirty="0">
                <a:solidFill>
                  <a:schemeClr val="bg1">
                    <a:lumMod val="10000"/>
                  </a:schemeClr>
                </a:solidFill>
                <a:latin typeface="+mn-lt"/>
              </a:rPr>
              <a:t> :</a:t>
            </a:r>
          </a:p>
          <a:p>
            <a:pPr lvl="0" eaLnBrk="0" fontAlgn="base" hangingPunct="0">
              <a:lnSpc>
                <a:spcPct val="150000"/>
              </a:lnSpc>
              <a:spcBef>
                <a:spcPct val="0"/>
              </a:spcBef>
              <a:spcAft>
                <a:spcPct val="0"/>
              </a:spcAft>
              <a:buClrTx/>
            </a:pPr>
            <a:r>
              <a:rPr lang="fr-FR" altLang="fr-FR" dirty="0">
                <a:solidFill>
                  <a:schemeClr val="bg1">
                    <a:lumMod val="10000"/>
                  </a:schemeClr>
                </a:solidFill>
                <a:latin typeface="+mn-lt"/>
              </a:rPr>
              <a:t>	Réseau social émergent .</a:t>
            </a:r>
          </a:p>
          <a:p>
            <a:pPr lvl="0" eaLnBrk="0" fontAlgn="base" hangingPunct="0">
              <a:lnSpc>
                <a:spcPct val="150000"/>
              </a:lnSpc>
              <a:spcBef>
                <a:spcPct val="0"/>
              </a:spcBef>
              <a:spcAft>
                <a:spcPct val="0"/>
              </a:spcAft>
              <a:buClrTx/>
            </a:pPr>
            <a:r>
              <a:rPr lang="fr-FR" altLang="fr-FR" dirty="0">
                <a:solidFill>
                  <a:schemeClr val="bg1">
                    <a:lumMod val="10000"/>
                  </a:schemeClr>
                </a:solidFill>
                <a:latin typeface="+mn-lt"/>
              </a:rPr>
              <a:t>	Basé sur une </a:t>
            </a:r>
            <a:r>
              <a:rPr lang="fr-FR" altLang="fr-FR" b="1" dirty="0">
                <a:solidFill>
                  <a:schemeClr val="bg1">
                    <a:lumMod val="10000"/>
                  </a:schemeClr>
                </a:solidFill>
                <a:latin typeface="+mn-lt"/>
              </a:rPr>
              <a:t>architecture décentralisée .</a:t>
            </a:r>
            <a:endParaRPr lang="fr-FR" altLang="fr-FR" dirty="0">
              <a:solidFill>
                <a:schemeClr val="bg1">
                  <a:lumMod val="10000"/>
                </a:schemeClr>
              </a:solidFill>
              <a:latin typeface="+mn-lt"/>
            </a:endParaRPr>
          </a:p>
          <a:p>
            <a:pPr lvl="0" eaLnBrk="0" fontAlgn="base" hangingPunct="0">
              <a:lnSpc>
                <a:spcPct val="150000"/>
              </a:lnSpc>
              <a:spcBef>
                <a:spcPct val="0"/>
              </a:spcBef>
              <a:spcAft>
                <a:spcPct val="0"/>
              </a:spcAft>
              <a:buClrTx/>
            </a:pPr>
            <a:r>
              <a:rPr lang="fr-FR" altLang="fr-FR" dirty="0">
                <a:solidFill>
                  <a:schemeClr val="bg1">
                    <a:lumMod val="10000"/>
                  </a:schemeClr>
                </a:solidFill>
                <a:latin typeface="+mn-lt"/>
              </a:rPr>
              <a:t>	Génère des flux de données exploitables en temps réel .</a:t>
            </a:r>
          </a:p>
          <a:p>
            <a:pPr lvl="0" eaLnBrk="0" fontAlgn="base" hangingPunct="0">
              <a:lnSpc>
                <a:spcPct val="150000"/>
              </a:lnSpc>
              <a:spcBef>
                <a:spcPct val="0"/>
              </a:spcBef>
              <a:spcAft>
                <a:spcPct val="0"/>
              </a:spcAft>
              <a:buClrTx/>
            </a:pPr>
            <a:r>
              <a:rPr lang="fr-FR" altLang="fr-FR" dirty="0">
                <a:solidFill>
                  <a:schemeClr val="bg1">
                    <a:lumMod val="10000"/>
                  </a:schemeClr>
                </a:solidFill>
                <a:latin typeface="+mn-lt"/>
              </a:rPr>
              <a:t>	Besoin de </a:t>
            </a:r>
            <a:r>
              <a:rPr lang="fr-FR" altLang="fr-FR" b="1" dirty="0">
                <a:solidFill>
                  <a:schemeClr val="bg1">
                    <a:lumMod val="10000"/>
                  </a:schemeClr>
                </a:solidFill>
                <a:latin typeface="+mn-lt"/>
              </a:rPr>
              <a:t>solutions Big Data</a:t>
            </a:r>
            <a:r>
              <a:rPr lang="fr-FR" altLang="fr-FR" dirty="0">
                <a:solidFill>
                  <a:schemeClr val="bg1">
                    <a:lumMod val="10000"/>
                  </a:schemeClr>
                </a:solidFill>
                <a:latin typeface="+mn-lt"/>
              </a:rPr>
              <a:t> pour collecter et analyser ces flux massifs .</a:t>
            </a:r>
          </a:p>
          <a:p>
            <a:endParaRPr lang="fr-FR" altLang="fr-FR" dirty="0">
              <a:solidFill>
                <a:schemeClr val="bg1">
                  <a:lumMod val="10000"/>
                </a:schemeClr>
              </a:solidFill>
              <a:latin typeface="+mn-lt"/>
            </a:endParaRPr>
          </a:p>
          <a:p>
            <a:endParaRPr lang="fr-FR" dirty="0">
              <a:solidFill>
                <a:schemeClr val="bg1">
                  <a:lumMod val="10000"/>
                </a:schemeClr>
              </a:solidFill>
              <a:latin typeface="+mn-lt"/>
            </a:endParaRPr>
          </a:p>
          <a:p>
            <a:endParaRPr lang="fr-FR" dirty="0">
              <a:solidFill>
                <a:schemeClr val="bg1">
                  <a:lumMod val="10000"/>
                </a:schemeClr>
              </a:solidFill>
              <a:latin typeface="+mn-lt"/>
            </a:endParaRPr>
          </a:p>
        </p:txBody>
      </p:sp>
      <p:sp>
        <p:nvSpPr>
          <p:cNvPr id="9" name="Rectangle 6">
            <a:extLst>
              <a:ext uri="{FF2B5EF4-FFF2-40B4-BE49-F238E27FC236}">
                <a16:creationId xmlns:a16="http://schemas.microsoft.com/office/drawing/2014/main" id="{B6D760FF-E482-5244-C458-784059C1A7A4}"/>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212851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2BC53-5404-1A06-4CC1-9DE5A40074F0}"/>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9350B430-98E7-A23A-4DB8-0C36ADB3AF0B}"/>
              </a:ext>
            </a:extLst>
          </p:cNvPr>
          <p:cNvSpPr txBox="1"/>
          <p:nvPr/>
        </p:nvSpPr>
        <p:spPr>
          <a:xfrm>
            <a:off x="537964" y="179718"/>
            <a:ext cx="5540864" cy="400110"/>
          </a:xfrm>
          <a:prstGeom prst="rect">
            <a:avLst/>
          </a:prstGeom>
          <a:noFill/>
        </p:spPr>
        <p:txBody>
          <a:bodyPr wrap="square" rtlCol="0">
            <a:spAutoFit/>
          </a:bodyPr>
          <a:lstStyle/>
          <a:p>
            <a:r>
              <a:rPr lang="fr-FR" sz="2000" b="1" dirty="0">
                <a:latin typeface="Amasis MT Pro Medium" panose="02040604050005020304" pitchFamily="18" charset="0"/>
              </a:rPr>
              <a:t>Contexte thématique : </a:t>
            </a:r>
            <a:r>
              <a:rPr lang="fr-FR" sz="2000" dirty="0">
                <a:latin typeface="Amasis MT Pro Medium" panose="02040604050005020304" pitchFamily="18" charset="0"/>
              </a:rPr>
              <a:t>voitures électriques</a:t>
            </a:r>
            <a:endParaRPr lang="fr-FR" sz="2000" b="1" dirty="0">
              <a:latin typeface="Amasis MT Pro Medium" panose="02040604050005020304" pitchFamily="18" charset="0"/>
            </a:endParaRPr>
          </a:p>
        </p:txBody>
      </p:sp>
      <p:sp>
        <p:nvSpPr>
          <p:cNvPr id="6" name="ZoneTexte 5">
            <a:extLst>
              <a:ext uri="{FF2B5EF4-FFF2-40B4-BE49-F238E27FC236}">
                <a16:creationId xmlns:a16="http://schemas.microsoft.com/office/drawing/2014/main" id="{B8E45CB3-5226-7B1A-7676-51165AF0271F}"/>
              </a:ext>
            </a:extLst>
          </p:cNvPr>
          <p:cNvSpPr txBox="1"/>
          <p:nvPr/>
        </p:nvSpPr>
        <p:spPr>
          <a:xfrm>
            <a:off x="317501" y="602522"/>
            <a:ext cx="7945150" cy="4361259"/>
          </a:xfrm>
          <a:prstGeom prst="rect">
            <a:avLst/>
          </a:prstGeom>
          <a:noFill/>
        </p:spPr>
        <p:txBody>
          <a:bodyPr wrap="square" rtlCol="0">
            <a:spAutoFit/>
          </a:bodyPr>
          <a:lstStyle/>
          <a:p>
            <a:pPr marL="285750" lvl="0" indent="-285750" eaLnBrk="0" fontAlgn="base" hangingPunct="0">
              <a:lnSpc>
                <a:spcPct val="150000"/>
              </a:lnSpc>
              <a:spcBef>
                <a:spcPct val="0"/>
              </a:spcBef>
              <a:spcAft>
                <a:spcPct val="0"/>
              </a:spcAft>
              <a:buClrTx/>
              <a:buFont typeface="Wingdings" panose="05000000000000000000" pitchFamily="2" charset="2"/>
              <a:buChar char="§"/>
            </a:pPr>
            <a:r>
              <a:rPr lang="fr-FR" altLang="fr-FR" dirty="0">
                <a:solidFill>
                  <a:schemeClr val="bg1">
                    <a:lumMod val="10000"/>
                  </a:schemeClr>
                </a:solidFill>
                <a:latin typeface="+mn-lt"/>
              </a:rPr>
              <a:t>Intérêt croissant autour des </a:t>
            </a:r>
            <a:r>
              <a:rPr lang="fr-FR" altLang="fr-FR" b="1" dirty="0">
                <a:solidFill>
                  <a:schemeClr val="bg1">
                    <a:lumMod val="10000"/>
                  </a:schemeClr>
                </a:solidFill>
                <a:latin typeface="+mn-lt"/>
              </a:rPr>
              <a:t>voitures électriques (Electric Cars)</a:t>
            </a:r>
            <a:endParaRPr lang="fr-FR" altLang="fr-FR" dirty="0">
              <a:solidFill>
                <a:schemeClr val="bg1">
                  <a:lumMod val="10000"/>
                </a:schemeClr>
              </a:solidFill>
              <a:latin typeface="+mn-lt"/>
            </a:endParaRPr>
          </a:p>
          <a:p>
            <a:pPr marL="285750" lvl="0" indent="-285750" eaLnBrk="0" fontAlgn="base" hangingPunct="0">
              <a:lnSpc>
                <a:spcPct val="150000"/>
              </a:lnSpc>
              <a:spcBef>
                <a:spcPct val="0"/>
              </a:spcBef>
              <a:spcAft>
                <a:spcPct val="0"/>
              </a:spcAft>
              <a:buClrTx/>
              <a:buFont typeface="Wingdings" panose="05000000000000000000" pitchFamily="2" charset="2"/>
              <a:buChar char="§"/>
            </a:pPr>
            <a:r>
              <a:rPr lang="fr-FR" altLang="fr-FR" dirty="0">
                <a:solidFill>
                  <a:schemeClr val="bg1">
                    <a:lumMod val="10000"/>
                  </a:schemeClr>
                </a:solidFill>
                <a:latin typeface="+mn-lt"/>
              </a:rPr>
              <a:t>Sujet au cœur de plusieurs enjeux :</a:t>
            </a:r>
          </a:p>
          <a:p>
            <a:pPr lvl="0" eaLnBrk="0" fontAlgn="base" hangingPunct="0">
              <a:spcBef>
                <a:spcPct val="0"/>
              </a:spcBef>
              <a:spcAft>
                <a:spcPct val="0"/>
              </a:spcAft>
              <a:buClrTx/>
            </a:pPr>
            <a:r>
              <a:rPr lang="fr-FR" altLang="fr-FR" dirty="0">
                <a:solidFill>
                  <a:schemeClr val="bg1">
                    <a:lumMod val="10000"/>
                  </a:schemeClr>
                </a:solidFill>
                <a:latin typeface="+mn-lt"/>
              </a:rPr>
              <a:t>          Environnementaux .</a:t>
            </a:r>
          </a:p>
          <a:p>
            <a:pPr lvl="0" eaLnBrk="0" fontAlgn="base" hangingPunct="0">
              <a:spcBef>
                <a:spcPct val="0"/>
              </a:spcBef>
              <a:spcAft>
                <a:spcPct val="0"/>
              </a:spcAft>
              <a:buClrTx/>
            </a:pPr>
            <a:r>
              <a:rPr lang="fr-FR" altLang="fr-FR" dirty="0">
                <a:solidFill>
                  <a:schemeClr val="bg1">
                    <a:lumMod val="10000"/>
                  </a:schemeClr>
                </a:solidFill>
                <a:latin typeface="+mn-lt"/>
              </a:rPr>
              <a:t>          Économiques .</a:t>
            </a:r>
          </a:p>
          <a:p>
            <a:pPr lvl="0" eaLnBrk="0" fontAlgn="base" hangingPunct="0">
              <a:spcBef>
                <a:spcPct val="0"/>
              </a:spcBef>
              <a:spcAft>
                <a:spcPct val="0"/>
              </a:spcAft>
              <a:buClrTx/>
            </a:pPr>
            <a:r>
              <a:rPr lang="fr-FR" altLang="fr-FR" dirty="0">
                <a:solidFill>
                  <a:schemeClr val="bg1">
                    <a:lumMod val="10000"/>
                  </a:schemeClr>
                </a:solidFill>
                <a:latin typeface="+mn-lt"/>
              </a:rPr>
              <a:t>          Technologiques .</a:t>
            </a:r>
          </a:p>
          <a:p>
            <a:pPr marL="285750" lvl="0" indent="-285750" eaLnBrk="0" fontAlgn="base" hangingPunct="0">
              <a:lnSpc>
                <a:spcPct val="150000"/>
              </a:lnSpc>
              <a:spcBef>
                <a:spcPct val="0"/>
              </a:spcBef>
              <a:spcAft>
                <a:spcPct val="0"/>
              </a:spcAft>
              <a:buClrTx/>
              <a:buFont typeface="Wingdings" panose="05000000000000000000" pitchFamily="2" charset="2"/>
              <a:buChar char="§"/>
            </a:pPr>
            <a:r>
              <a:rPr lang="fr-FR" altLang="fr-FR" dirty="0">
                <a:solidFill>
                  <a:schemeClr val="bg1">
                    <a:lumMod val="10000"/>
                  </a:schemeClr>
                </a:solidFill>
                <a:latin typeface="+mn-lt"/>
              </a:rPr>
              <a:t>Discussions souvent marquées par des </a:t>
            </a:r>
            <a:r>
              <a:rPr lang="fr-FR" altLang="fr-FR" b="1" dirty="0">
                <a:solidFill>
                  <a:schemeClr val="bg1">
                    <a:lumMod val="10000"/>
                  </a:schemeClr>
                </a:solidFill>
                <a:latin typeface="+mn-lt"/>
              </a:rPr>
              <a:t>controverses</a:t>
            </a:r>
            <a:r>
              <a:rPr lang="fr-FR" altLang="fr-FR" dirty="0">
                <a:solidFill>
                  <a:schemeClr val="bg1">
                    <a:lumMod val="10000"/>
                  </a:schemeClr>
                </a:solidFill>
                <a:latin typeface="+mn-lt"/>
              </a:rPr>
              <a:t> :</a:t>
            </a:r>
          </a:p>
          <a:p>
            <a:pPr lvl="0" eaLnBrk="0" fontAlgn="base" hangingPunct="0">
              <a:spcBef>
                <a:spcPct val="0"/>
              </a:spcBef>
              <a:spcAft>
                <a:spcPct val="0"/>
              </a:spcAft>
              <a:buClrTx/>
            </a:pPr>
            <a:r>
              <a:rPr lang="fr-FR" altLang="fr-FR" dirty="0">
                <a:solidFill>
                  <a:schemeClr val="bg1">
                    <a:lumMod val="10000"/>
                  </a:schemeClr>
                </a:solidFill>
                <a:latin typeface="+mn-lt"/>
              </a:rPr>
              <a:t>        Autonomie des batteries .</a:t>
            </a:r>
          </a:p>
          <a:p>
            <a:pPr lvl="0" eaLnBrk="0" fontAlgn="base" hangingPunct="0">
              <a:spcBef>
                <a:spcPct val="0"/>
              </a:spcBef>
              <a:spcAft>
                <a:spcPct val="0"/>
              </a:spcAft>
              <a:buClrTx/>
            </a:pPr>
            <a:r>
              <a:rPr lang="fr-FR" altLang="fr-FR" dirty="0">
                <a:solidFill>
                  <a:schemeClr val="bg1">
                    <a:lumMod val="10000"/>
                  </a:schemeClr>
                </a:solidFill>
                <a:latin typeface="+mn-lt"/>
              </a:rPr>
              <a:t>        Coût et accessibilité .</a:t>
            </a:r>
          </a:p>
          <a:p>
            <a:pPr lvl="0" eaLnBrk="0" fontAlgn="base" hangingPunct="0">
              <a:spcBef>
                <a:spcPct val="0"/>
              </a:spcBef>
              <a:spcAft>
                <a:spcPct val="0"/>
              </a:spcAft>
              <a:buClrTx/>
            </a:pPr>
            <a:r>
              <a:rPr lang="fr-FR" altLang="fr-FR" dirty="0">
                <a:solidFill>
                  <a:schemeClr val="bg1">
                    <a:lumMod val="10000"/>
                  </a:schemeClr>
                </a:solidFill>
                <a:latin typeface="+mn-lt"/>
              </a:rPr>
              <a:t>        Infrastructures de recharge .</a:t>
            </a:r>
          </a:p>
          <a:p>
            <a:pPr lvl="0" eaLnBrk="0" fontAlgn="base" hangingPunct="0">
              <a:spcBef>
                <a:spcPct val="0"/>
              </a:spcBef>
              <a:spcAft>
                <a:spcPct val="0"/>
              </a:spcAft>
              <a:buClrTx/>
            </a:pPr>
            <a:r>
              <a:rPr lang="fr-FR" altLang="fr-FR" dirty="0">
                <a:solidFill>
                  <a:schemeClr val="bg1">
                    <a:lumMod val="10000"/>
                  </a:schemeClr>
                </a:solidFill>
                <a:latin typeface="+mn-lt"/>
              </a:rPr>
              <a:t>        Impact écologique réel .</a:t>
            </a:r>
          </a:p>
          <a:p>
            <a:pPr lvl="0" eaLnBrk="0" fontAlgn="base" hangingPunct="0">
              <a:spcBef>
                <a:spcPct val="0"/>
              </a:spcBef>
              <a:spcAft>
                <a:spcPct val="0"/>
              </a:spcAft>
              <a:buClrTx/>
            </a:pPr>
            <a:r>
              <a:rPr lang="fr-FR" altLang="fr-FR" dirty="0">
                <a:solidFill>
                  <a:schemeClr val="bg1">
                    <a:lumMod val="10000"/>
                  </a:schemeClr>
                </a:solidFill>
                <a:latin typeface="+mn-lt"/>
              </a:rPr>
              <a:t>        Rôle des constructeurs automobiles .</a:t>
            </a:r>
          </a:p>
          <a:p>
            <a:pPr marL="285750" lvl="0" indent="-285750" eaLnBrk="0" fontAlgn="base" hangingPunct="0">
              <a:lnSpc>
                <a:spcPct val="150000"/>
              </a:lnSpc>
              <a:spcBef>
                <a:spcPct val="0"/>
              </a:spcBef>
              <a:spcAft>
                <a:spcPct val="0"/>
              </a:spcAft>
              <a:buClrTx/>
              <a:buFont typeface="Wingdings" panose="05000000000000000000" pitchFamily="2" charset="2"/>
              <a:buChar char="§"/>
            </a:pPr>
            <a:r>
              <a:rPr lang="fr-FR" altLang="fr-FR" dirty="0">
                <a:solidFill>
                  <a:schemeClr val="bg1">
                    <a:lumMod val="10000"/>
                  </a:schemeClr>
                </a:solidFill>
                <a:latin typeface="+mn-lt"/>
              </a:rPr>
              <a:t>Les échanges sur </a:t>
            </a:r>
            <a:r>
              <a:rPr lang="fr-FR" altLang="fr-FR" dirty="0" err="1">
                <a:solidFill>
                  <a:schemeClr val="bg1">
                    <a:lumMod val="10000"/>
                  </a:schemeClr>
                </a:solidFill>
                <a:latin typeface="+mn-lt"/>
              </a:rPr>
              <a:t>Bluesky</a:t>
            </a:r>
            <a:r>
              <a:rPr lang="fr-FR" altLang="fr-FR" dirty="0">
                <a:solidFill>
                  <a:schemeClr val="bg1">
                    <a:lumMod val="10000"/>
                  </a:schemeClr>
                </a:solidFill>
                <a:latin typeface="+mn-lt"/>
              </a:rPr>
              <a:t> constituent une </a:t>
            </a:r>
            <a:r>
              <a:rPr lang="fr-FR" altLang="fr-FR" b="1" dirty="0">
                <a:solidFill>
                  <a:schemeClr val="bg1">
                    <a:lumMod val="10000"/>
                  </a:schemeClr>
                </a:solidFill>
                <a:latin typeface="+mn-lt"/>
              </a:rPr>
              <a:t>source riche</a:t>
            </a:r>
            <a:r>
              <a:rPr lang="fr-FR" altLang="fr-FR" dirty="0">
                <a:solidFill>
                  <a:schemeClr val="bg1">
                    <a:lumMod val="10000"/>
                  </a:schemeClr>
                </a:solidFill>
                <a:latin typeface="+mn-lt"/>
              </a:rPr>
              <a:t> pour analyser :</a:t>
            </a:r>
          </a:p>
          <a:p>
            <a:pPr lvl="0" eaLnBrk="0" fontAlgn="base" hangingPunct="0">
              <a:lnSpc>
                <a:spcPct val="150000"/>
              </a:lnSpc>
              <a:spcBef>
                <a:spcPct val="0"/>
              </a:spcBef>
              <a:spcAft>
                <a:spcPct val="0"/>
              </a:spcAft>
              <a:buClrTx/>
            </a:pPr>
            <a:r>
              <a:rPr lang="fr-FR" altLang="fr-FR" dirty="0">
                <a:solidFill>
                  <a:schemeClr val="bg1">
                    <a:lumMod val="10000"/>
                  </a:schemeClr>
                </a:solidFill>
                <a:latin typeface="+mn-lt"/>
              </a:rPr>
              <a:t>        Les opinions</a:t>
            </a:r>
          </a:p>
          <a:p>
            <a:pPr lvl="0" eaLnBrk="0" fontAlgn="base" hangingPunct="0">
              <a:lnSpc>
                <a:spcPct val="150000"/>
              </a:lnSpc>
              <a:spcBef>
                <a:spcPct val="0"/>
              </a:spcBef>
              <a:spcAft>
                <a:spcPct val="0"/>
              </a:spcAft>
              <a:buClrTx/>
            </a:pPr>
            <a:r>
              <a:rPr lang="fr-FR" altLang="fr-FR" dirty="0">
                <a:solidFill>
                  <a:schemeClr val="bg1">
                    <a:lumMod val="10000"/>
                  </a:schemeClr>
                </a:solidFill>
                <a:latin typeface="+mn-lt"/>
              </a:rPr>
              <a:t>        Les thèmes émergents</a:t>
            </a:r>
          </a:p>
          <a:p>
            <a:pPr lvl="0" eaLnBrk="0" fontAlgn="base" hangingPunct="0">
              <a:lnSpc>
                <a:spcPct val="150000"/>
              </a:lnSpc>
              <a:spcBef>
                <a:spcPct val="0"/>
              </a:spcBef>
              <a:spcAft>
                <a:spcPct val="0"/>
              </a:spcAft>
              <a:buClrTx/>
            </a:pPr>
            <a:r>
              <a:rPr lang="fr-FR" altLang="fr-FR" dirty="0">
                <a:solidFill>
                  <a:schemeClr val="bg1">
                    <a:lumMod val="10000"/>
                  </a:schemeClr>
                </a:solidFill>
                <a:latin typeface="+mn-lt"/>
              </a:rPr>
              <a:t>        Les interactions entre utilisateurs</a:t>
            </a:r>
          </a:p>
          <a:p>
            <a:pPr>
              <a:lnSpc>
                <a:spcPct val="150000"/>
              </a:lnSpc>
            </a:pPr>
            <a:endParaRPr lang="fr-FR" dirty="0">
              <a:solidFill>
                <a:schemeClr val="bg1">
                  <a:lumMod val="10000"/>
                </a:schemeClr>
              </a:solidFill>
              <a:latin typeface="+mn-lt"/>
            </a:endParaRPr>
          </a:p>
        </p:txBody>
      </p:sp>
    </p:spTree>
    <p:extLst>
      <p:ext uri="{BB962C8B-B14F-4D97-AF65-F5344CB8AC3E}">
        <p14:creationId xmlns:p14="http://schemas.microsoft.com/office/powerpoint/2010/main" val="10024117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60">
          <a:extLst>
            <a:ext uri="{FF2B5EF4-FFF2-40B4-BE49-F238E27FC236}">
              <a16:creationId xmlns:a16="http://schemas.microsoft.com/office/drawing/2014/main" id="{161E5F2C-88DD-95B3-9DE1-4F41E33F6BA6}"/>
            </a:ext>
          </a:extLst>
        </p:cNvPr>
        <p:cNvGrpSpPr/>
        <p:nvPr/>
      </p:nvGrpSpPr>
      <p:grpSpPr>
        <a:xfrm>
          <a:off x="0" y="0"/>
          <a:ext cx="0" cy="0"/>
          <a:chOff x="0" y="0"/>
          <a:chExt cx="0" cy="0"/>
        </a:xfrm>
      </p:grpSpPr>
      <p:sp>
        <p:nvSpPr>
          <p:cNvPr id="2361" name="Google Shape;2361;p39">
            <a:extLst>
              <a:ext uri="{FF2B5EF4-FFF2-40B4-BE49-F238E27FC236}">
                <a16:creationId xmlns:a16="http://schemas.microsoft.com/office/drawing/2014/main" id="{EFEBA481-84C8-68FB-718D-D26CE0F13153}"/>
              </a:ext>
            </a:extLst>
          </p:cNvPr>
          <p:cNvSpPr txBox="1">
            <a:spLocks noGrp="1"/>
          </p:cNvSpPr>
          <p:nvPr>
            <p:ph type="title"/>
          </p:nvPr>
        </p:nvSpPr>
        <p:spPr>
          <a:xfrm>
            <a:off x="709605" y="2763975"/>
            <a:ext cx="5801363" cy="1050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Problematique</a:t>
            </a:r>
            <a:endParaRPr dirty="0"/>
          </a:p>
        </p:txBody>
      </p:sp>
      <p:sp>
        <p:nvSpPr>
          <p:cNvPr id="2362" name="Google Shape;2362;p39">
            <a:extLst>
              <a:ext uri="{FF2B5EF4-FFF2-40B4-BE49-F238E27FC236}">
                <a16:creationId xmlns:a16="http://schemas.microsoft.com/office/drawing/2014/main" id="{0B22353E-D1D7-CBAF-804E-EE3C0E543235}"/>
              </a:ext>
            </a:extLst>
          </p:cNvPr>
          <p:cNvSpPr txBox="1">
            <a:spLocks noGrp="1"/>
          </p:cNvSpPr>
          <p:nvPr>
            <p:ph type="title" idx="2"/>
          </p:nvPr>
        </p:nvSpPr>
        <p:spPr>
          <a:xfrm>
            <a:off x="709618" y="1328925"/>
            <a:ext cx="1626600" cy="1286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02</a:t>
            </a:r>
            <a:endParaRPr dirty="0"/>
          </a:p>
        </p:txBody>
      </p:sp>
      <p:cxnSp>
        <p:nvCxnSpPr>
          <p:cNvPr id="2363" name="Google Shape;2363;p39">
            <a:extLst>
              <a:ext uri="{FF2B5EF4-FFF2-40B4-BE49-F238E27FC236}">
                <a16:creationId xmlns:a16="http://schemas.microsoft.com/office/drawing/2014/main" id="{685AB6E2-0E53-09BC-9082-936696BBF748}"/>
              </a:ext>
            </a:extLst>
          </p:cNvPr>
          <p:cNvCxnSpPr/>
          <p:nvPr/>
        </p:nvCxnSpPr>
        <p:spPr>
          <a:xfrm rot="10800000">
            <a:off x="-866282" y="2763975"/>
            <a:ext cx="2389200" cy="0"/>
          </a:xfrm>
          <a:prstGeom prst="straightConnector1">
            <a:avLst/>
          </a:prstGeom>
          <a:noFill/>
          <a:ln w="9525" cap="flat" cmpd="sng">
            <a:solidFill>
              <a:schemeClr val="dk1"/>
            </a:solidFill>
            <a:prstDash val="solid"/>
            <a:round/>
            <a:headEnd type="none" w="med" len="med"/>
            <a:tailEnd type="none" w="med" len="med"/>
          </a:ln>
        </p:spPr>
      </p:cxnSp>
      <p:grpSp>
        <p:nvGrpSpPr>
          <p:cNvPr id="2365" name="Google Shape;2365;p39">
            <a:extLst>
              <a:ext uri="{FF2B5EF4-FFF2-40B4-BE49-F238E27FC236}">
                <a16:creationId xmlns:a16="http://schemas.microsoft.com/office/drawing/2014/main" id="{079E7611-C01B-1E86-6DB9-A7BB7C3F891F}"/>
              </a:ext>
            </a:extLst>
          </p:cNvPr>
          <p:cNvGrpSpPr/>
          <p:nvPr/>
        </p:nvGrpSpPr>
        <p:grpSpPr>
          <a:xfrm rot="5400000">
            <a:off x="1814964" y="-1292741"/>
            <a:ext cx="3689134" cy="3227984"/>
            <a:chOff x="1067625" y="-1658125"/>
            <a:chExt cx="2887550" cy="2526600"/>
          </a:xfrm>
        </p:grpSpPr>
        <p:sp>
          <p:nvSpPr>
            <p:cNvPr id="2366" name="Google Shape;2366;p39">
              <a:extLst>
                <a:ext uri="{FF2B5EF4-FFF2-40B4-BE49-F238E27FC236}">
                  <a16:creationId xmlns:a16="http://schemas.microsoft.com/office/drawing/2014/main" id="{A99D3607-A66A-D26E-65E9-91BB0AF89B30}"/>
                </a:ext>
              </a:extLst>
            </p:cNvPr>
            <p:cNvSpPr/>
            <p:nvPr/>
          </p:nvSpPr>
          <p:spPr>
            <a:xfrm>
              <a:off x="1067625" y="-1658125"/>
              <a:ext cx="2887550" cy="2526600"/>
            </a:xfrm>
            <a:custGeom>
              <a:avLst/>
              <a:gdLst/>
              <a:ahLst/>
              <a:cxnLst/>
              <a:rect l="l" t="t" r="r" b="b"/>
              <a:pathLst>
                <a:path w="115502" h="101064" extrusionOk="0">
                  <a:moveTo>
                    <a:pt x="49765" y="12202"/>
                  </a:moveTo>
                  <a:lnTo>
                    <a:pt x="49893" y="12585"/>
                  </a:lnTo>
                  <a:lnTo>
                    <a:pt x="50148" y="12905"/>
                  </a:lnTo>
                  <a:lnTo>
                    <a:pt x="50468" y="13097"/>
                  </a:lnTo>
                  <a:lnTo>
                    <a:pt x="50659" y="13160"/>
                  </a:lnTo>
                  <a:lnTo>
                    <a:pt x="50851" y="13224"/>
                  </a:lnTo>
                  <a:lnTo>
                    <a:pt x="51107" y="13160"/>
                  </a:lnTo>
                  <a:lnTo>
                    <a:pt x="51298" y="13097"/>
                  </a:lnTo>
                  <a:lnTo>
                    <a:pt x="56601" y="22232"/>
                  </a:lnTo>
                  <a:lnTo>
                    <a:pt x="56409" y="22423"/>
                  </a:lnTo>
                  <a:lnTo>
                    <a:pt x="56281" y="22615"/>
                  </a:lnTo>
                  <a:lnTo>
                    <a:pt x="56153" y="22871"/>
                  </a:lnTo>
                  <a:lnTo>
                    <a:pt x="56153" y="23126"/>
                  </a:lnTo>
                  <a:lnTo>
                    <a:pt x="56153" y="23382"/>
                  </a:lnTo>
                  <a:lnTo>
                    <a:pt x="56281" y="23637"/>
                  </a:lnTo>
                  <a:lnTo>
                    <a:pt x="56409" y="23829"/>
                  </a:lnTo>
                  <a:lnTo>
                    <a:pt x="56601" y="24021"/>
                  </a:lnTo>
                  <a:lnTo>
                    <a:pt x="51298" y="33156"/>
                  </a:lnTo>
                  <a:lnTo>
                    <a:pt x="51107" y="33092"/>
                  </a:lnTo>
                  <a:lnTo>
                    <a:pt x="50659" y="33092"/>
                  </a:lnTo>
                  <a:lnTo>
                    <a:pt x="50468" y="33156"/>
                  </a:lnTo>
                  <a:lnTo>
                    <a:pt x="50148" y="33347"/>
                  </a:lnTo>
                  <a:lnTo>
                    <a:pt x="49893" y="33667"/>
                  </a:lnTo>
                  <a:lnTo>
                    <a:pt x="49765" y="34050"/>
                  </a:lnTo>
                  <a:lnTo>
                    <a:pt x="39224" y="34050"/>
                  </a:lnTo>
                  <a:lnTo>
                    <a:pt x="39097" y="33667"/>
                  </a:lnTo>
                  <a:lnTo>
                    <a:pt x="38841" y="33347"/>
                  </a:lnTo>
                  <a:lnTo>
                    <a:pt x="38522" y="33156"/>
                  </a:lnTo>
                  <a:lnTo>
                    <a:pt x="38330" y="33092"/>
                  </a:lnTo>
                  <a:lnTo>
                    <a:pt x="37883" y="33092"/>
                  </a:lnTo>
                  <a:lnTo>
                    <a:pt x="37691" y="33156"/>
                  </a:lnTo>
                  <a:lnTo>
                    <a:pt x="32261" y="23765"/>
                  </a:lnTo>
                  <a:lnTo>
                    <a:pt x="32517" y="23637"/>
                  </a:lnTo>
                  <a:lnTo>
                    <a:pt x="32708" y="23382"/>
                  </a:lnTo>
                  <a:lnTo>
                    <a:pt x="32836" y="23126"/>
                  </a:lnTo>
                  <a:lnTo>
                    <a:pt x="32836" y="22807"/>
                  </a:lnTo>
                  <a:lnTo>
                    <a:pt x="32836" y="22615"/>
                  </a:lnTo>
                  <a:lnTo>
                    <a:pt x="32772" y="22360"/>
                  </a:lnTo>
                  <a:lnTo>
                    <a:pt x="32644" y="22168"/>
                  </a:lnTo>
                  <a:lnTo>
                    <a:pt x="32517" y="22040"/>
                  </a:lnTo>
                  <a:lnTo>
                    <a:pt x="37691" y="13097"/>
                  </a:lnTo>
                  <a:lnTo>
                    <a:pt x="37883" y="13160"/>
                  </a:lnTo>
                  <a:lnTo>
                    <a:pt x="38138" y="13224"/>
                  </a:lnTo>
                  <a:lnTo>
                    <a:pt x="38330" y="13160"/>
                  </a:lnTo>
                  <a:lnTo>
                    <a:pt x="38522" y="13097"/>
                  </a:lnTo>
                  <a:lnTo>
                    <a:pt x="38841" y="12905"/>
                  </a:lnTo>
                  <a:lnTo>
                    <a:pt x="39097" y="12585"/>
                  </a:lnTo>
                  <a:lnTo>
                    <a:pt x="39224" y="12202"/>
                  </a:lnTo>
                  <a:close/>
                  <a:moveTo>
                    <a:pt x="87967" y="12202"/>
                  </a:moveTo>
                  <a:lnTo>
                    <a:pt x="88031" y="12585"/>
                  </a:lnTo>
                  <a:lnTo>
                    <a:pt x="88287" y="12905"/>
                  </a:lnTo>
                  <a:lnTo>
                    <a:pt x="88606" y="13097"/>
                  </a:lnTo>
                  <a:lnTo>
                    <a:pt x="88798" y="13160"/>
                  </a:lnTo>
                  <a:lnTo>
                    <a:pt x="88989" y="13224"/>
                  </a:lnTo>
                  <a:lnTo>
                    <a:pt x="89245" y="13160"/>
                  </a:lnTo>
                  <a:lnTo>
                    <a:pt x="89437" y="13097"/>
                  </a:lnTo>
                  <a:lnTo>
                    <a:pt x="94803" y="22360"/>
                  </a:lnTo>
                  <a:lnTo>
                    <a:pt x="94675" y="22487"/>
                  </a:lnTo>
                  <a:lnTo>
                    <a:pt x="94547" y="22679"/>
                  </a:lnTo>
                  <a:lnTo>
                    <a:pt x="94483" y="22934"/>
                  </a:lnTo>
                  <a:lnTo>
                    <a:pt x="94483" y="23126"/>
                  </a:lnTo>
                  <a:lnTo>
                    <a:pt x="94483" y="23382"/>
                  </a:lnTo>
                  <a:lnTo>
                    <a:pt x="94547" y="23573"/>
                  </a:lnTo>
                  <a:lnTo>
                    <a:pt x="94675" y="23765"/>
                  </a:lnTo>
                  <a:lnTo>
                    <a:pt x="94803" y="23893"/>
                  </a:lnTo>
                  <a:lnTo>
                    <a:pt x="91864" y="29003"/>
                  </a:lnTo>
                  <a:lnTo>
                    <a:pt x="89437" y="33156"/>
                  </a:lnTo>
                  <a:lnTo>
                    <a:pt x="89245" y="33092"/>
                  </a:lnTo>
                  <a:lnTo>
                    <a:pt x="88798" y="33092"/>
                  </a:lnTo>
                  <a:lnTo>
                    <a:pt x="88606" y="33156"/>
                  </a:lnTo>
                  <a:lnTo>
                    <a:pt x="88287" y="33347"/>
                  </a:lnTo>
                  <a:lnTo>
                    <a:pt x="88031" y="33667"/>
                  </a:lnTo>
                  <a:lnTo>
                    <a:pt x="87967" y="34050"/>
                  </a:lnTo>
                  <a:lnTo>
                    <a:pt x="77363" y="34050"/>
                  </a:lnTo>
                  <a:lnTo>
                    <a:pt x="77235" y="33667"/>
                  </a:lnTo>
                  <a:lnTo>
                    <a:pt x="77043" y="33347"/>
                  </a:lnTo>
                  <a:lnTo>
                    <a:pt x="76660" y="33156"/>
                  </a:lnTo>
                  <a:lnTo>
                    <a:pt x="76468" y="33092"/>
                  </a:lnTo>
                  <a:lnTo>
                    <a:pt x="76085" y="33092"/>
                  </a:lnTo>
                  <a:lnTo>
                    <a:pt x="75829" y="33156"/>
                  </a:lnTo>
                  <a:lnTo>
                    <a:pt x="70527" y="24021"/>
                  </a:lnTo>
                  <a:lnTo>
                    <a:pt x="70719" y="23829"/>
                  </a:lnTo>
                  <a:lnTo>
                    <a:pt x="70910" y="23637"/>
                  </a:lnTo>
                  <a:lnTo>
                    <a:pt x="70974" y="23382"/>
                  </a:lnTo>
                  <a:lnTo>
                    <a:pt x="71038" y="23126"/>
                  </a:lnTo>
                  <a:lnTo>
                    <a:pt x="70974" y="22871"/>
                  </a:lnTo>
                  <a:lnTo>
                    <a:pt x="70910" y="22615"/>
                  </a:lnTo>
                  <a:lnTo>
                    <a:pt x="70719" y="22423"/>
                  </a:lnTo>
                  <a:lnTo>
                    <a:pt x="70527" y="22232"/>
                  </a:lnTo>
                  <a:lnTo>
                    <a:pt x="75702" y="13352"/>
                  </a:lnTo>
                  <a:lnTo>
                    <a:pt x="75829" y="13097"/>
                  </a:lnTo>
                  <a:lnTo>
                    <a:pt x="76085" y="13160"/>
                  </a:lnTo>
                  <a:lnTo>
                    <a:pt x="76277" y="13224"/>
                  </a:lnTo>
                  <a:lnTo>
                    <a:pt x="76468" y="13160"/>
                  </a:lnTo>
                  <a:lnTo>
                    <a:pt x="76660" y="13097"/>
                  </a:lnTo>
                  <a:lnTo>
                    <a:pt x="77043" y="12905"/>
                  </a:lnTo>
                  <a:lnTo>
                    <a:pt x="77235" y="12585"/>
                  </a:lnTo>
                  <a:lnTo>
                    <a:pt x="77363" y="12202"/>
                  </a:lnTo>
                  <a:close/>
                  <a:moveTo>
                    <a:pt x="68866" y="23254"/>
                  </a:moveTo>
                  <a:lnTo>
                    <a:pt x="68994" y="23637"/>
                  </a:lnTo>
                  <a:lnTo>
                    <a:pt x="69186" y="23957"/>
                  </a:lnTo>
                  <a:lnTo>
                    <a:pt x="69569" y="24148"/>
                  </a:lnTo>
                  <a:lnTo>
                    <a:pt x="69761" y="24212"/>
                  </a:lnTo>
                  <a:lnTo>
                    <a:pt x="70144" y="24212"/>
                  </a:lnTo>
                  <a:lnTo>
                    <a:pt x="70399" y="24084"/>
                  </a:lnTo>
                  <a:lnTo>
                    <a:pt x="75702" y="33284"/>
                  </a:lnTo>
                  <a:lnTo>
                    <a:pt x="75510" y="33411"/>
                  </a:lnTo>
                  <a:lnTo>
                    <a:pt x="75318" y="33667"/>
                  </a:lnTo>
                  <a:lnTo>
                    <a:pt x="75255" y="33858"/>
                  </a:lnTo>
                  <a:lnTo>
                    <a:pt x="75191" y="34178"/>
                  </a:lnTo>
                  <a:lnTo>
                    <a:pt x="75255" y="34433"/>
                  </a:lnTo>
                  <a:lnTo>
                    <a:pt x="75318" y="34625"/>
                  </a:lnTo>
                  <a:lnTo>
                    <a:pt x="75510" y="34881"/>
                  </a:lnTo>
                  <a:lnTo>
                    <a:pt x="75702" y="35008"/>
                  </a:lnTo>
                  <a:lnTo>
                    <a:pt x="75446" y="35392"/>
                  </a:lnTo>
                  <a:lnTo>
                    <a:pt x="70463" y="44080"/>
                  </a:lnTo>
                  <a:lnTo>
                    <a:pt x="70080" y="44080"/>
                  </a:lnTo>
                  <a:lnTo>
                    <a:pt x="69888" y="44144"/>
                  </a:lnTo>
                  <a:lnTo>
                    <a:pt x="69505" y="44335"/>
                  </a:lnTo>
                  <a:lnTo>
                    <a:pt x="69313" y="44655"/>
                  </a:lnTo>
                  <a:lnTo>
                    <a:pt x="69186" y="45038"/>
                  </a:lnTo>
                  <a:lnTo>
                    <a:pt x="58325" y="45038"/>
                  </a:lnTo>
                  <a:lnTo>
                    <a:pt x="58198" y="44655"/>
                  </a:lnTo>
                  <a:lnTo>
                    <a:pt x="57942" y="44335"/>
                  </a:lnTo>
                  <a:lnTo>
                    <a:pt x="57623" y="44144"/>
                  </a:lnTo>
                  <a:lnTo>
                    <a:pt x="57431" y="44080"/>
                  </a:lnTo>
                  <a:lnTo>
                    <a:pt x="56984" y="44080"/>
                  </a:lnTo>
                  <a:lnTo>
                    <a:pt x="56792" y="44208"/>
                  </a:lnTo>
                  <a:lnTo>
                    <a:pt x="51490" y="35008"/>
                  </a:lnTo>
                  <a:lnTo>
                    <a:pt x="51682" y="34881"/>
                  </a:lnTo>
                  <a:lnTo>
                    <a:pt x="51809" y="34625"/>
                  </a:lnTo>
                  <a:lnTo>
                    <a:pt x="51873" y="34433"/>
                  </a:lnTo>
                  <a:lnTo>
                    <a:pt x="51937" y="34178"/>
                  </a:lnTo>
                  <a:lnTo>
                    <a:pt x="51873" y="33858"/>
                  </a:lnTo>
                  <a:lnTo>
                    <a:pt x="51809" y="33667"/>
                  </a:lnTo>
                  <a:lnTo>
                    <a:pt x="51682" y="33411"/>
                  </a:lnTo>
                  <a:lnTo>
                    <a:pt x="51490" y="33284"/>
                  </a:lnTo>
                  <a:lnTo>
                    <a:pt x="56792" y="24084"/>
                  </a:lnTo>
                  <a:lnTo>
                    <a:pt x="56984" y="24148"/>
                  </a:lnTo>
                  <a:lnTo>
                    <a:pt x="57239" y="24212"/>
                  </a:lnTo>
                  <a:lnTo>
                    <a:pt x="57431" y="24148"/>
                  </a:lnTo>
                  <a:lnTo>
                    <a:pt x="57623" y="24148"/>
                  </a:lnTo>
                  <a:lnTo>
                    <a:pt x="57942" y="23893"/>
                  </a:lnTo>
                  <a:lnTo>
                    <a:pt x="58198" y="23637"/>
                  </a:lnTo>
                  <a:lnTo>
                    <a:pt x="58262" y="23254"/>
                  </a:lnTo>
                  <a:close/>
                  <a:moveTo>
                    <a:pt x="87967" y="34242"/>
                  </a:moveTo>
                  <a:lnTo>
                    <a:pt x="88031" y="34625"/>
                  </a:lnTo>
                  <a:lnTo>
                    <a:pt x="88287" y="34944"/>
                  </a:lnTo>
                  <a:lnTo>
                    <a:pt x="88606" y="35136"/>
                  </a:lnTo>
                  <a:lnTo>
                    <a:pt x="88798" y="35200"/>
                  </a:lnTo>
                  <a:lnTo>
                    <a:pt x="89245" y="35200"/>
                  </a:lnTo>
                  <a:lnTo>
                    <a:pt x="89437" y="35136"/>
                  </a:lnTo>
                  <a:lnTo>
                    <a:pt x="91034" y="37819"/>
                  </a:lnTo>
                  <a:lnTo>
                    <a:pt x="94803" y="44399"/>
                  </a:lnTo>
                  <a:lnTo>
                    <a:pt x="94675" y="44527"/>
                  </a:lnTo>
                  <a:lnTo>
                    <a:pt x="94547" y="44719"/>
                  </a:lnTo>
                  <a:lnTo>
                    <a:pt x="94483" y="44910"/>
                  </a:lnTo>
                  <a:lnTo>
                    <a:pt x="94483" y="45166"/>
                  </a:lnTo>
                  <a:lnTo>
                    <a:pt x="94483" y="45357"/>
                  </a:lnTo>
                  <a:lnTo>
                    <a:pt x="94547" y="45613"/>
                  </a:lnTo>
                  <a:lnTo>
                    <a:pt x="94675" y="45805"/>
                  </a:lnTo>
                  <a:lnTo>
                    <a:pt x="94803" y="45932"/>
                  </a:lnTo>
                  <a:lnTo>
                    <a:pt x="89437" y="55195"/>
                  </a:lnTo>
                  <a:lnTo>
                    <a:pt x="89245" y="55132"/>
                  </a:lnTo>
                  <a:lnTo>
                    <a:pt x="88989" y="55068"/>
                  </a:lnTo>
                  <a:lnTo>
                    <a:pt x="88798" y="55132"/>
                  </a:lnTo>
                  <a:lnTo>
                    <a:pt x="88606" y="55195"/>
                  </a:lnTo>
                  <a:lnTo>
                    <a:pt x="88287" y="55387"/>
                  </a:lnTo>
                  <a:lnTo>
                    <a:pt x="88031" y="55706"/>
                  </a:lnTo>
                  <a:lnTo>
                    <a:pt x="87967" y="56090"/>
                  </a:lnTo>
                  <a:lnTo>
                    <a:pt x="77363" y="56090"/>
                  </a:lnTo>
                  <a:lnTo>
                    <a:pt x="77235" y="55706"/>
                  </a:lnTo>
                  <a:lnTo>
                    <a:pt x="77043" y="55387"/>
                  </a:lnTo>
                  <a:lnTo>
                    <a:pt x="76660" y="55195"/>
                  </a:lnTo>
                  <a:lnTo>
                    <a:pt x="76468" y="55132"/>
                  </a:lnTo>
                  <a:lnTo>
                    <a:pt x="76277" y="55068"/>
                  </a:lnTo>
                  <a:lnTo>
                    <a:pt x="76085" y="55132"/>
                  </a:lnTo>
                  <a:lnTo>
                    <a:pt x="75893" y="55195"/>
                  </a:lnTo>
                  <a:lnTo>
                    <a:pt x="75702" y="55259"/>
                  </a:lnTo>
                  <a:lnTo>
                    <a:pt x="75510" y="55387"/>
                  </a:lnTo>
                  <a:lnTo>
                    <a:pt x="75382" y="55579"/>
                  </a:lnTo>
                  <a:lnTo>
                    <a:pt x="75318" y="55770"/>
                  </a:lnTo>
                  <a:lnTo>
                    <a:pt x="75255" y="55962"/>
                  </a:lnTo>
                  <a:lnTo>
                    <a:pt x="75191" y="56154"/>
                  </a:lnTo>
                  <a:lnTo>
                    <a:pt x="75255" y="56409"/>
                  </a:lnTo>
                  <a:lnTo>
                    <a:pt x="75318" y="56665"/>
                  </a:lnTo>
                  <a:lnTo>
                    <a:pt x="75510" y="56920"/>
                  </a:lnTo>
                  <a:lnTo>
                    <a:pt x="75702" y="57048"/>
                  </a:lnTo>
                  <a:lnTo>
                    <a:pt x="70336" y="66311"/>
                  </a:lnTo>
                  <a:lnTo>
                    <a:pt x="70144" y="66247"/>
                  </a:lnTo>
                  <a:lnTo>
                    <a:pt x="69888" y="66247"/>
                  </a:lnTo>
                  <a:lnTo>
                    <a:pt x="69505" y="66311"/>
                  </a:lnTo>
                  <a:lnTo>
                    <a:pt x="69186" y="66503"/>
                  </a:lnTo>
                  <a:lnTo>
                    <a:pt x="68994" y="66758"/>
                  </a:lnTo>
                  <a:lnTo>
                    <a:pt x="68866" y="67078"/>
                  </a:lnTo>
                  <a:lnTo>
                    <a:pt x="58325" y="67078"/>
                  </a:lnTo>
                  <a:lnTo>
                    <a:pt x="58198" y="66758"/>
                  </a:lnTo>
                  <a:lnTo>
                    <a:pt x="57942" y="66503"/>
                  </a:lnTo>
                  <a:lnTo>
                    <a:pt x="57623" y="66311"/>
                  </a:lnTo>
                  <a:lnTo>
                    <a:pt x="57303" y="66247"/>
                  </a:lnTo>
                  <a:lnTo>
                    <a:pt x="57048" y="66247"/>
                  </a:lnTo>
                  <a:lnTo>
                    <a:pt x="56856" y="66311"/>
                  </a:lnTo>
                  <a:lnTo>
                    <a:pt x="56664" y="66439"/>
                  </a:lnTo>
                  <a:lnTo>
                    <a:pt x="56537" y="66567"/>
                  </a:lnTo>
                  <a:lnTo>
                    <a:pt x="56409" y="66694"/>
                  </a:lnTo>
                  <a:lnTo>
                    <a:pt x="56281" y="66886"/>
                  </a:lnTo>
                  <a:lnTo>
                    <a:pt x="56217" y="67078"/>
                  </a:lnTo>
                  <a:lnTo>
                    <a:pt x="56217" y="67333"/>
                  </a:lnTo>
                  <a:lnTo>
                    <a:pt x="56217" y="67525"/>
                  </a:lnTo>
                  <a:lnTo>
                    <a:pt x="56281" y="67780"/>
                  </a:lnTo>
                  <a:lnTo>
                    <a:pt x="56409" y="67972"/>
                  </a:lnTo>
                  <a:lnTo>
                    <a:pt x="56537" y="68100"/>
                  </a:lnTo>
                  <a:lnTo>
                    <a:pt x="53534" y="73402"/>
                  </a:lnTo>
                  <a:lnTo>
                    <a:pt x="51298" y="77235"/>
                  </a:lnTo>
                  <a:lnTo>
                    <a:pt x="51107" y="77171"/>
                  </a:lnTo>
                  <a:lnTo>
                    <a:pt x="50851" y="77107"/>
                  </a:lnTo>
                  <a:lnTo>
                    <a:pt x="50659" y="77171"/>
                  </a:lnTo>
                  <a:lnTo>
                    <a:pt x="50468" y="77171"/>
                  </a:lnTo>
                  <a:lnTo>
                    <a:pt x="50148" y="77427"/>
                  </a:lnTo>
                  <a:lnTo>
                    <a:pt x="49893" y="77682"/>
                  </a:lnTo>
                  <a:lnTo>
                    <a:pt x="49765" y="78065"/>
                  </a:lnTo>
                  <a:lnTo>
                    <a:pt x="39224" y="78065"/>
                  </a:lnTo>
                  <a:lnTo>
                    <a:pt x="39160" y="77682"/>
                  </a:lnTo>
                  <a:lnTo>
                    <a:pt x="38905" y="77427"/>
                  </a:lnTo>
                  <a:lnTo>
                    <a:pt x="38586" y="77171"/>
                  </a:lnTo>
                  <a:lnTo>
                    <a:pt x="38394" y="77171"/>
                  </a:lnTo>
                  <a:lnTo>
                    <a:pt x="38202" y="77107"/>
                  </a:lnTo>
                  <a:lnTo>
                    <a:pt x="37947" y="77171"/>
                  </a:lnTo>
                  <a:lnTo>
                    <a:pt x="37691" y="77235"/>
                  </a:lnTo>
                  <a:lnTo>
                    <a:pt x="32389" y="68036"/>
                  </a:lnTo>
                  <a:lnTo>
                    <a:pt x="32580" y="67908"/>
                  </a:lnTo>
                  <a:lnTo>
                    <a:pt x="32708" y="67716"/>
                  </a:lnTo>
                  <a:lnTo>
                    <a:pt x="32836" y="67461"/>
                  </a:lnTo>
                  <a:lnTo>
                    <a:pt x="32836" y="67205"/>
                  </a:lnTo>
                  <a:lnTo>
                    <a:pt x="32836" y="66950"/>
                  </a:lnTo>
                  <a:lnTo>
                    <a:pt x="32708" y="66694"/>
                  </a:lnTo>
                  <a:lnTo>
                    <a:pt x="32580" y="66503"/>
                  </a:lnTo>
                  <a:lnTo>
                    <a:pt x="32389" y="66311"/>
                  </a:lnTo>
                  <a:lnTo>
                    <a:pt x="37691" y="57176"/>
                  </a:lnTo>
                  <a:lnTo>
                    <a:pt x="37883" y="57240"/>
                  </a:lnTo>
                  <a:lnTo>
                    <a:pt x="38330" y="57240"/>
                  </a:lnTo>
                  <a:lnTo>
                    <a:pt x="38586" y="57176"/>
                  </a:lnTo>
                  <a:lnTo>
                    <a:pt x="38713" y="57048"/>
                  </a:lnTo>
                  <a:lnTo>
                    <a:pt x="38905" y="56920"/>
                  </a:lnTo>
                  <a:lnTo>
                    <a:pt x="39033" y="56792"/>
                  </a:lnTo>
                  <a:lnTo>
                    <a:pt x="39160" y="56601"/>
                  </a:lnTo>
                  <a:lnTo>
                    <a:pt x="39224" y="56409"/>
                  </a:lnTo>
                  <a:lnTo>
                    <a:pt x="39224" y="56154"/>
                  </a:lnTo>
                  <a:lnTo>
                    <a:pt x="39224" y="55962"/>
                  </a:lnTo>
                  <a:lnTo>
                    <a:pt x="39160" y="55770"/>
                  </a:lnTo>
                  <a:lnTo>
                    <a:pt x="39033" y="55579"/>
                  </a:lnTo>
                  <a:lnTo>
                    <a:pt x="38905" y="55387"/>
                  </a:lnTo>
                  <a:lnTo>
                    <a:pt x="38713" y="55259"/>
                  </a:lnTo>
                  <a:lnTo>
                    <a:pt x="38586" y="55195"/>
                  </a:lnTo>
                  <a:lnTo>
                    <a:pt x="38330" y="55132"/>
                  </a:lnTo>
                  <a:lnTo>
                    <a:pt x="38138" y="55068"/>
                  </a:lnTo>
                  <a:lnTo>
                    <a:pt x="37947" y="55132"/>
                  </a:lnTo>
                  <a:lnTo>
                    <a:pt x="37691" y="55195"/>
                  </a:lnTo>
                  <a:lnTo>
                    <a:pt x="37563" y="55259"/>
                  </a:lnTo>
                  <a:lnTo>
                    <a:pt x="37372" y="55387"/>
                  </a:lnTo>
                  <a:lnTo>
                    <a:pt x="37244" y="55579"/>
                  </a:lnTo>
                  <a:lnTo>
                    <a:pt x="37116" y="55770"/>
                  </a:lnTo>
                  <a:lnTo>
                    <a:pt x="37052" y="55962"/>
                  </a:lnTo>
                  <a:lnTo>
                    <a:pt x="37052" y="56154"/>
                  </a:lnTo>
                  <a:lnTo>
                    <a:pt x="37116" y="56409"/>
                  </a:lnTo>
                  <a:lnTo>
                    <a:pt x="37180" y="56665"/>
                  </a:lnTo>
                  <a:lnTo>
                    <a:pt x="37308" y="56856"/>
                  </a:lnTo>
                  <a:lnTo>
                    <a:pt x="37499" y="57048"/>
                  </a:lnTo>
                  <a:lnTo>
                    <a:pt x="32197" y="66183"/>
                  </a:lnTo>
                  <a:lnTo>
                    <a:pt x="32006" y="66119"/>
                  </a:lnTo>
                  <a:lnTo>
                    <a:pt x="31558" y="66119"/>
                  </a:lnTo>
                  <a:lnTo>
                    <a:pt x="31367" y="66183"/>
                  </a:lnTo>
                  <a:lnTo>
                    <a:pt x="31047" y="66375"/>
                  </a:lnTo>
                  <a:lnTo>
                    <a:pt x="30792" y="66694"/>
                  </a:lnTo>
                  <a:lnTo>
                    <a:pt x="30728" y="67078"/>
                  </a:lnTo>
                  <a:lnTo>
                    <a:pt x="20187" y="67078"/>
                  </a:lnTo>
                  <a:lnTo>
                    <a:pt x="20059" y="66694"/>
                  </a:lnTo>
                  <a:lnTo>
                    <a:pt x="19804" y="66375"/>
                  </a:lnTo>
                  <a:lnTo>
                    <a:pt x="19484" y="66183"/>
                  </a:lnTo>
                  <a:lnTo>
                    <a:pt x="19293" y="66119"/>
                  </a:lnTo>
                  <a:lnTo>
                    <a:pt x="18846" y="66119"/>
                  </a:lnTo>
                  <a:lnTo>
                    <a:pt x="18590" y="66247"/>
                  </a:lnTo>
                  <a:lnTo>
                    <a:pt x="13288" y="57048"/>
                  </a:lnTo>
                  <a:lnTo>
                    <a:pt x="13543" y="56856"/>
                  </a:lnTo>
                  <a:lnTo>
                    <a:pt x="13735" y="56601"/>
                  </a:lnTo>
                  <a:lnTo>
                    <a:pt x="13863" y="56345"/>
                  </a:lnTo>
                  <a:lnTo>
                    <a:pt x="13927" y="56026"/>
                  </a:lnTo>
                  <a:lnTo>
                    <a:pt x="13927" y="55770"/>
                  </a:lnTo>
                  <a:lnTo>
                    <a:pt x="13799" y="55515"/>
                  </a:lnTo>
                  <a:lnTo>
                    <a:pt x="13607" y="55259"/>
                  </a:lnTo>
                  <a:lnTo>
                    <a:pt x="13415" y="55132"/>
                  </a:lnTo>
                  <a:lnTo>
                    <a:pt x="18654" y="46060"/>
                  </a:lnTo>
                  <a:lnTo>
                    <a:pt x="18973" y="46124"/>
                  </a:lnTo>
                  <a:lnTo>
                    <a:pt x="19357" y="46060"/>
                  </a:lnTo>
                  <a:lnTo>
                    <a:pt x="19676" y="45868"/>
                  </a:lnTo>
                  <a:lnTo>
                    <a:pt x="19932" y="45613"/>
                  </a:lnTo>
                  <a:lnTo>
                    <a:pt x="20059" y="45230"/>
                  </a:lnTo>
                  <a:lnTo>
                    <a:pt x="30728" y="45230"/>
                  </a:lnTo>
                  <a:lnTo>
                    <a:pt x="30792" y="45613"/>
                  </a:lnTo>
                  <a:lnTo>
                    <a:pt x="31047" y="45932"/>
                  </a:lnTo>
                  <a:lnTo>
                    <a:pt x="31367" y="46124"/>
                  </a:lnTo>
                  <a:lnTo>
                    <a:pt x="31558" y="46188"/>
                  </a:lnTo>
                  <a:lnTo>
                    <a:pt x="31750" y="46252"/>
                  </a:lnTo>
                  <a:lnTo>
                    <a:pt x="32006" y="46188"/>
                  </a:lnTo>
                  <a:lnTo>
                    <a:pt x="32197" y="46124"/>
                  </a:lnTo>
                  <a:lnTo>
                    <a:pt x="32389" y="46060"/>
                  </a:lnTo>
                  <a:lnTo>
                    <a:pt x="32517" y="45932"/>
                  </a:lnTo>
                  <a:lnTo>
                    <a:pt x="32644" y="45741"/>
                  </a:lnTo>
                  <a:lnTo>
                    <a:pt x="32772" y="45549"/>
                  </a:lnTo>
                  <a:lnTo>
                    <a:pt x="32836" y="45357"/>
                  </a:lnTo>
                  <a:lnTo>
                    <a:pt x="32836" y="45166"/>
                  </a:lnTo>
                  <a:lnTo>
                    <a:pt x="32836" y="44910"/>
                  </a:lnTo>
                  <a:lnTo>
                    <a:pt x="32708" y="44655"/>
                  </a:lnTo>
                  <a:lnTo>
                    <a:pt x="32580" y="44463"/>
                  </a:lnTo>
                  <a:lnTo>
                    <a:pt x="32389" y="44271"/>
                  </a:lnTo>
                  <a:lnTo>
                    <a:pt x="37372" y="35647"/>
                  </a:lnTo>
                  <a:lnTo>
                    <a:pt x="37691" y="35136"/>
                  </a:lnTo>
                  <a:lnTo>
                    <a:pt x="37883" y="35200"/>
                  </a:lnTo>
                  <a:lnTo>
                    <a:pt x="38330" y="35200"/>
                  </a:lnTo>
                  <a:lnTo>
                    <a:pt x="38522" y="35136"/>
                  </a:lnTo>
                  <a:lnTo>
                    <a:pt x="38841" y="34944"/>
                  </a:lnTo>
                  <a:lnTo>
                    <a:pt x="39097" y="34625"/>
                  </a:lnTo>
                  <a:lnTo>
                    <a:pt x="39224" y="34242"/>
                  </a:lnTo>
                  <a:lnTo>
                    <a:pt x="49765" y="34242"/>
                  </a:lnTo>
                  <a:lnTo>
                    <a:pt x="49893" y="34625"/>
                  </a:lnTo>
                  <a:lnTo>
                    <a:pt x="50148" y="34944"/>
                  </a:lnTo>
                  <a:lnTo>
                    <a:pt x="50468" y="35136"/>
                  </a:lnTo>
                  <a:lnTo>
                    <a:pt x="50659" y="35200"/>
                  </a:lnTo>
                  <a:lnTo>
                    <a:pt x="51107" y="35200"/>
                  </a:lnTo>
                  <a:lnTo>
                    <a:pt x="51298" y="35136"/>
                  </a:lnTo>
                  <a:lnTo>
                    <a:pt x="56601" y="44271"/>
                  </a:lnTo>
                  <a:lnTo>
                    <a:pt x="56409" y="44463"/>
                  </a:lnTo>
                  <a:lnTo>
                    <a:pt x="56281" y="44655"/>
                  </a:lnTo>
                  <a:lnTo>
                    <a:pt x="56153" y="44910"/>
                  </a:lnTo>
                  <a:lnTo>
                    <a:pt x="56153" y="45166"/>
                  </a:lnTo>
                  <a:lnTo>
                    <a:pt x="56153" y="45357"/>
                  </a:lnTo>
                  <a:lnTo>
                    <a:pt x="56217" y="45613"/>
                  </a:lnTo>
                  <a:lnTo>
                    <a:pt x="56345" y="45741"/>
                  </a:lnTo>
                  <a:lnTo>
                    <a:pt x="56473" y="45932"/>
                  </a:lnTo>
                  <a:lnTo>
                    <a:pt x="56601" y="46060"/>
                  </a:lnTo>
                  <a:lnTo>
                    <a:pt x="56792" y="46188"/>
                  </a:lnTo>
                  <a:lnTo>
                    <a:pt x="56984" y="46252"/>
                  </a:lnTo>
                  <a:lnTo>
                    <a:pt x="57431" y="46252"/>
                  </a:lnTo>
                  <a:lnTo>
                    <a:pt x="57623" y="46188"/>
                  </a:lnTo>
                  <a:lnTo>
                    <a:pt x="57942" y="45932"/>
                  </a:lnTo>
                  <a:lnTo>
                    <a:pt x="58198" y="45677"/>
                  </a:lnTo>
                  <a:lnTo>
                    <a:pt x="58325" y="45230"/>
                  </a:lnTo>
                  <a:lnTo>
                    <a:pt x="69186" y="45230"/>
                  </a:lnTo>
                  <a:lnTo>
                    <a:pt x="69313" y="45677"/>
                  </a:lnTo>
                  <a:lnTo>
                    <a:pt x="69505" y="45932"/>
                  </a:lnTo>
                  <a:lnTo>
                    <a:pt x="69888" y="46188"/>
                  </a:lnTo>
                  <a:lnTo>
                    <a:pt x="70080" y="46252"/>
                  </a:lnTo>
                  <a:lnTo>
                    <a:pt x="70463" y="46252"/>
                  </a:lnTo>
                  <a:lnTo>
                    <a:pt x="70655" y="46188"/>
                  </a:lnTo>
                  <a:lnTo>
                    <a:pt x="70847" y="46060"/>
                  </a:lnTo>
                  <a:lnTo>
                    <a:pt x="71038" y="45932"/>
                  </a:lnTo>
                  <a:lnTo>
                    <a:pt x="71166" y="45741"/>
                  </a:lnTo>
                  <a:lnTo>
                    <a:pt x="71230" y="45613"/>
                  </a:lnTo>
                  <a:lnTo>
                    <a:pt x="71294" y="45357"/>
                  </a:lnTo>
                  <a:lnTo>
                    <a:pt x="71358" y="45166"/>
                  </a:lnTo>
                  <a:lnTo>
                    <a:pt x="71294" y="44846"/>
                  </a:lnTo>
                  <a:lnTo>
                    <a:pt x="71166" y="44527"/>
                  </a:lnTo>
                  <a:lnTo>
                    <a:pt x="70910" y="44335"/>
                  </a:lnTo>
                  <a:lnTo>
                    <a:pt x="70655" y="44144"/>
                  </a:lnTo>
                  <a:lnTo>
                    <a:pt x="71294" y="43058"/>
                  </a:lnTo>
                  <a:lnTo>
                    <a:pt x="75829" y="35136"/>
                  </a:lnTo>
                  <a:lnTo>
                    <a:pt x="76085" y="35200"/>
                  </a:lnTo>
                  <a:lnTo>
                    <a:pt x="76468" y="35200"/>
                  </a:lnTo>
                  <a:lnTo>
                    <a:pt x="76660" y="35136"/>
                  </a:lnTo>
                  <a:lnTo>
                    <a:pt x="77043" y="34944"/>
                  </a:lnTo>
                  <a:lnTo>
                    <a:pt x="77235" y="34625"/>
                  </a:lnTo>
                  <a:lnTo>
                    <a:pt x="77363" y="34242"/>
                  </a:lnTo>
                  <a:close/>
                  <a:moveTo>
                    <a:pt x="69952" y="1"/>
                  </a:moveTo>
                  <a:lnTo>
                    <a:pt x="69761" y="64"/>
                  </a:lnTo>
                  <a:lnTo>
                    <a:pt x="69569" y="128"/>
                  </a:lnTo>
                  <a:lnTo>
                    <a:pt x="69186" y="320"/>
                  </a:lnTo>
                  <a:lnTo>
                    <a:pt x="68994" y="639"/>
                  </a:lnTo>
                  <a:lnTo>
                    <a:pt x="68866" y="1023"/>
                  </a:lnTo>
                  <a:lnTo>
                    <a:pt x="57239" y="1023"/>
                  </a:lnTo>
                  <a:lnTo>
                    <a:pt x="57239" y="1214"/>
                  </a:lnTo>
                  <a:lnTo>
                    <a:pt x="68866" y="1214"/>
                  </a:lnTo>
                  <a:lnTo>
                    <a:pt x="68994" y="1598"/>
                  </a:lnTo>
                  <a:lnTo>
                    <a:pt x="69186" y="1917"/>
                  </a:lnTo>
                  <a:lnTo>
                    <a:pt x="69569" y="2109"/>
                  </a:lnTo>
                  <a:lnTo>
                    <a:pt x="69761" y="2173"/>
                  </a:lnTo>
                  <a:lnTo>
                    <a:pt x="70144" y="2173"/>
                  </a:lnTo>
                  <a:lnTo>
                    <a:pt x="70399" y="2109"/>
                  </a:lnTo>
                  <a:lnTo>
                    <a:pt x="75702" y="11244"/>
                  </a:lnTo>
                  <a:lnTo>
                    <a:pt x="75510" y="11436"/>
                  </a:lnTo>
                  <a:lnTo>
                    <a:pt x="75318" y="11627"/>
                  </a:lnTo>
                  <a:lnTo>
                    <a:pt x="75255" y="11883"/>
                  </a:lnTo>
                  <a:lnTo>
                    <a:pt x="75191" y="12138"/>
                  </a:lnTo>
                  <a:lnTo>
                    <a:pt x="75255" y="12394"/>
                  </a:lnTo>
                  <a:lnTo>
                    <a:pt x="75318" y="12649"/>
                  </a:lnTo>
                  <a:lnTo>
                    <a:pt x="75510" y="12841"/>
                  </a:lnTo>
                  <a:lnTo>
                    <a:pt x="75702" y="12969"/>
                  </a:lnTo>
                  <a:lnTo>
                    <a:pt x="73019" y="17568"/>
                  </a:lnTo>
                  <a:lnTo>
                    <a:pt x="70399" y="22168"/>
                  </a:lnTo>
                  <a:lnTo>
                    <a:pt x="70144" y="22104"/>
                  </a:lnTo>
                  <a:lnTo>
                    <a:pt x="69952" y="22040"/>
                  </a:lnTo>
                  <a:lnTo>
                    <a:pt x="69761" y="22040"/>
                  </a:lnTo>
                  <a:lnTo>
                    <a:pt x="69505" y="22104"/>
                  </a:lnTo>
                  <a:lnTo>
                    <a:pt x="69186" y="22360"/>
                  </a:lnTo>
                  <a:lnTo>
                    <a:pt x="68994" y="22679"/>
                  </a:lnTo>
                  <a:lnTo>
                    <a:pt x="68866" y="23062"/>
                  </a:lnTo>
                  <a:lnTo>
                    <a:pt x="58262" y="23062"/>
                  </a:lnTo>
                  <a:lnTo>
                    <a:pt x="58262" y="22807"/>
                  </a:lnTo>
                  <a:lnTo>
                    <a:pt x="58198" y="22615"/>
                  </a:lnTo>
                  <a:lnTo>
                    <a:pt x="57942" y="22296"/>
                  </a:lnTo>
                  <a:lnTo>
                    <a:pt x="57623" y="22104"/>
                  </a:lnTo>
                  <a:lnTo>
                    <a:pt x="57431" y="22040"/>
                  </a:lnTo>
                  <a:lnTo>
                    <a:pt x="56984" y="22040"/>
                  </a:lnTo>
                  <a:lnTo>
                    <a:pt x="56728" y="22168"/>
                  </a:lnTo>
                  <a:lnTo>
                    <a:pt x="55706" y="20379"/>
                  </a:lnTo>
                  <a:lnTo>
                    <a:pt x="51490" y="12969"/>
                  </a:lnTo>
                  <a:lnTo>
                    <a:pt x="51682" y="12841"/>
                  </a:lnTo>
                  <a:lnTo>
                    <a:pt x="51809" y="12649"/>
                  </a:lnTo>
                  <a:lnTo>
                    <a:pt x="51873" y="12394"/>
                  </a:lnTo>
                  <a:lnTo>
                    <a:pt x="51937" y="12138"/>
                  </a:lnTo>
                  <a:lnTo>
                    <a:pt x="51937" y="11883"/>
                  </a:lnTo>
                  <a:lnTo>
                    <a:pt x="51873" y="11691"/>
                  </a:lnTo>
                  <a:lnTo>
                    <a:pt x="51745" y="11499"/>
                  </a:lnTo>
                  <a:lnTo>
                    <a:pt x="51618" y="11372"/>
                  </a:lnTo>
                  <a:lnTo>
                    <a:pt x="51490" y="11244"/>
                  </a:lnTo>
                  <a:lnTo>
                    <a:pt x="51298" y="11116"/>
                  </a:lnTo>
                  <a:lnTo>
                    <a:pt x="51043" y="11052"/>
                  </a:lnTo>
                  <a:lnTo>
                    <a:pt x="50659" y="11052"/>
                  </a:lnTo>
                  <a:lnTo>
                    <a:pt x="50468" y="11116"/>
                  </a:lnTo>
                  <a:lnTo>
                    <a:pt x="50148" y="11308"/>
                  </a:lnTo>
                  <a:lnTo>
                    <a:pt x="49893" y="11627"/>
                  </a:lnTo>
                  <a:lnTo>
                    <a:pt x="49765" y="12011"/>
                  </a:lnTo>
                  <a:lnTo>
                    <a:pt x="39224" y="12011"/>
                  </a:lnTo>
                  <a:lnTo>
                    <a:pt x="39097" y="11627"/>
                  </a:lnTo>
                  <a:lnTo>
                    <a:pt x="38841" y="11308"/>
                  </a:lnTo>
                  <a:lnTo>
                    <a:pt x="38522" y="11116"/>
                  </a:lnTo>
                  <a:lnTo>
                    <a:pt x="38330" y="11052"/>
                  </a:lnTo>
                  <a:lnTo>
                    <a:pt x="37883" y="11052"/>
                  </a:lnTo>
                  <a:lnTo>
                    <a:pt x="37691" y="11116"/>
                  </a:lnTo>
                  <a:lnTo>
                    <a:pt x="31878" y="1023"/>
                  </a:lnTo>
                  <a:lnTo>
                    <a:pt x="31686" y="1150"/>
                  </a:lnTo>
                  <a:lnTo>
                    <a:pt x="37499" y="11244"/>
                  </a:lnTo>
                  <a:lnTo>
                    <a:pt x="37308" y="11436"/>
                  </a:lnTo>
                  <a:lnTo>
                    <a:pt x="37180" y="11627"/>
                  </a:lnTo>
                  <a:lnTo>
                    <a:pt x="37116" y="11883"/>
                  </a:lnTo>
                  <a:lnTo>
                    <a:pt x="37052" y="12138"/>
                  </a:lnTo>
                  <a:lnTo>
                    <a:pt x="37116" y="12394"/>
                  </a:lnTo>
                  <a:lnTo>
                    <a:pt x="37180" y="12649"/>
                  </a:lnTo>
                  <a:lnTo>
                    <a:pt x="37308" y="12841"/>
                  </a:lnTo>
                  <a:lnTo>
                    <a:pt x="37499" y="12969"/>
                  </a:lnTo>
                  <a:lnTo>
                    <a:pt x="32389" y="21912"/>
                  </a:lnTo>
                  <a:lnTo>
                    <a:pt x="32069" y="21785"/>
                  </a:lnTo>
                  <a:lnTo>
                    <a:pt x="31750" y="21721"/>
                  </a:lnTo>
                  <a:lnTo>
                    <a:pt x="31558" y="21721"/>
                  </a:lnTo>
                  <a:lnTo>
                    <a:pt x="31367" y="21785"/>
                  </a:lnTo>
                  <a:lnTo>
                    <a:pt x="31175" y="21912"/>
                  </a:lnTo>
                  <a:lnTo>
                    <a:pt x="30983" y="22040"/>
                  </a:lnTo>
                  <a:lnTo>
                    <a:pt x="30856" y="22232"/>
                  </a:lnTo>
                  <a:lnTo>
                    <a:pt x="30792" y="22360"/>
                  </a:lnTo>
                  <a:lnTo>
                    <a:pt x="30728" y="22615"/>
                  </a:lnTo>
                  <a:lnTo>
                    <a:pt x="30728" y="22807"/>
                  </a:lnTo>
                  <a:lnTo>
                    <a:pt x="30728" y="23062"/>
                  </a:lnTo>
                  <a:lnTo>
                    <a:pt x="19037" y="23062"/>
                  </a:lnTo>
                  <a:lnTo>
                    <a:pt x="19037" y="23254"/>
                  </a:lnTo>
                  <a:lnTo>
                    <a:pt x="30792" y="23254"/>
                  </a:lnTo>
                  <a:lnTo>
                    <a:pt x="30920" y="23509"/>
                  </a:lnTo>
                  <a:lnTo>
                    <a:pt x="31175" y="23701"/>
                  </a:lnTo>
                  <a:lnTo>
                    <a:pt x="31431" y="23829"/>
                  </a:lnTo>
                  <a:lnTo>
                    <a:pt x="31750" y="23893"/>
                  </a:lnTo>
                  <a:lnTo>
                    <a:pt x="32069" y="23829"/>
                  </a:lnTo>
                  <a:lnTo>
                    <a:pt x="37499" y="33284"/>
                  </a:lnTo>
                  <a:lnTo>
                    <a:pt x="37308" y="33411"/>
                  </a:lnTo>
                  <a:lnTo>
                    <a:pt x="37180" y="33667"/>
                  </a:lnTo>
                  <a:lnTo>
                    <a:pt x="37116" y="33858"/>
                  </a:lnTo>
                  <a:lnTo>
                    <a:pt x="37052" y="34178"/>
                  </a:lnTo>
                  <a:lnTo>
                    <a:pt x="37116" y="34433"/>
                  </a:lnTo>
                  <a:lnTo>
                    <a:pt x="37180" y="34625"/>
                  </a:lnTo>
                  <a:lnTo>
                    <a:pt x="37308" y="34881"/>
                  </a:lnTo>
                  <a:lnTo>
                    <a:pt x="37499" y="35008"/>
                  </a:lnTo>
                  <a:lnTo>
                    <a:pt x="32580" y="43633"/>
                  </a:lnTo>
                  <a:lnTo>
                    <a:pt x="32261" y="44144"/>
                  </a:lnTo>
                  <a:lnTo>
                    <a:pt x="32006" y="44080"/>
                  </a:lnTo>
                  <a:lnTo>
                    <a:pt x="31558" y="44080"/>
                  </a:lnTo>
                  <a:lnTo>
                    <a:pt x="31367" y="44144"/>
                  </a:lnTo>
                  <a:lnTo>
                    <a:pt x="31047" y="44335"/>
                  </a:lnTo>
                  <a:lnTo>
                    <a:pt x="30792" y="44655"/>
                  </a:lnTo>
                  <a:lnTo>
                    <a:pt x="30728" y="45038"/>
                  </a:lnTo>
                  <a:lnTo>
                    <a:pt x="20059" y="45038"/>
                  </a:lnTo>
                  <a:lnTo>
                    <a:pt x="20059" y="44846"/>
                  </a:lnTo>
                  <a:lnTo>
                    <a:pt x="19995" y="44655"/>
                  </a:lnTo>
                  <a:lnTo>
                    <a:pt x="19868" y="44463"/>
                  </a:lnTo>
                  <a:lnTo>
                    <a:pt x="19740" y="44271"/>
                  </a:lnTo>
                  <a:lnTo>
                    <a:pt x="19612" y="44144"/>
                  </a:lnTo>
                  <a:lnTo>
                    <a:pt x="19421" y="44080"/>
                  </a:lnTo>
                  <a:lnTo>
                    <a:pt x="19229" y="44016"/>
                  </a:lnTo>
                  <a:lnTo>
                    <a:pt x="18973" y="43952"/>
                  </a:lnTo>
                  <a:lnTo>
                    <a:pt x="18782" y="44016"/>
                  </a:lnTo>
                  <a:lnTo>
                    <a:pt x="18526" y="44080"/>
                  </a:lnTo>
                  <a:lnTo>
                    <a:pt x="12777" y="34114"/>
                  </a:lnTo>
                  <a:lnTo>
                    <a:pt x="12585" y="34178"/>
                  </a:lnTo>
                  <a:lnTo>
                    <a:pt x="18398" y="44144"/>
                  </a:lnTo>
                  <a:lnTo>
                    <a:pt x="18207" y="44335"/>
                  </a:lnTo>
                  <a:lnTo>
                    <a:pt x="18015" y="44527"/>
                  </a:lnTo>
                  <a:lnTo>
                    <a:pt x="17951" y="44782"/>
                  </a:lnTo>
                  <a:lnTo>
                    <a:pt x="17887" y="45038"/>
                  </a:lnTo>
                  <a:lnTo>
                    <a:pt x="17951" y="45357"/>
                  </a:lnTo>
                  <a:lnTo>
                    <a:pt x="18079" y="45613"/>
                  </a:lnTo>
                  <a:lnTo>
                    <a:pt x="18207" y="45805"/>
                  </a:lnTo>
                  <a:lnTo>
                    <a:pt x="18462" y="45996"/>
                  </a:lnTo>
                  <a:lnTo>
                    <a:pt x="13224" y="55004"/>
                  </a:lnTo>
                  <a:lnTo>
                    <a:pt x="12841" y="54940"/>
                  </a:lnTo>
                  <a:lnTo>
                    <a:pt x="12649" y="55004"/>
                  </a:lnTo>
                  <a:lnTo>
                    <a:pt x="12457" y="55068"/>
                  </a:lnTo>
                  <a:lnTo>
                    <a:pt x="12266" y="55132"/>
                  </a:lnTo>
                  <a:lnTo>
                    <a:pt x="12074" y="55259"/>
                  </a:lnTo>
                  <a:lnTo>
                    <a:pt x="11946" y="55451"/>
                  </a:lnTo>
                  <a:lnTo>
                    <a:pt x="11882" y="55643"/>
                  </a:lnTo>
                  <a:lnTo>
                    <a:pt x="11818" y="55834"/>
                  </a:lnTo>
                  <a:lnTo>
                    <a:pt x="11755" y="56026"/>
                  </a:lnTo>
                  <a:lnTo>
                    <a:pt x="11755" y="56090"/>
                  </a:lnTo>
                  <a:lnTo>
                    <a:pt x="0" y="56090"/>
                  </a:lnTo>
                  <a:lnTo>
                    <a:pt x="0" y="56281"/>
                  </a:lnTo>
                  <a:lnTo>
                    <a:pt x="11818" y="56281"/>
                  </a:lnTo>
                  <a:lnTo>
                    <a:pt x="11946" y="56601"/>
                  </a:lnTo>
                  <a:lnTo>
                    <a:pt x="12138" y="56856"/>
                  </a:lnTo>
                  <a:lnTo>
                    <a:pt x="12457" y="57048"/>
                  </a:lnTo>
                  <a:lnTo>
                    <a:pt x="12841" y="57112"/>
                  </a:lnTo>
                  <a:lnTo>
                    <a:pt x="13096" y="57112"/>
                  </a:lnTo>
                  <a:lnTo>
                    <a:pt x="18462" y="66311"/>
                  </a:lnTo>
                  <a:lnTo>
                    <a:pt x="18271" y="66503"/>
                  </a:lnTo>
                  <a:lnTo>
                    <a:pt x="18143" y="66694"/>
                  </a:lnTo>
                  <a:lnTo>
                    <a:pt x="18015" y="66950"/>
                  </a:lnTo>
                  <a:lnTo>
                    <a:pt x="18015" y="67205"/>
                  </a:lnTo>
                  <a:lnTo>
                    <a:pt x="18015" y="67397"/>
                  </a:lnTo>
                  <a:lnTo>
                    <a:pt x="18079" y="67589"/>
                  </a:lnTo>
                  <a:lnTo>
                    <a:pt x="18207" y="67780"/>
                  </a:lnTo>
                  <a:lnTo>
                    <a:pt x="18335" y="67972"/>
                  </a:lnTo>
                  <a:lnTo>
                    <a:pt x="18462" y="68100"/>
                  </a:lnTo>
                  <a:lnTo>
                    <a:pt x="18654" y="68164"/>
                  </a:lnTo>
                  <a:lnTo>
                    <a:pt x="18846" y="68228"/>
                  </a:lnTo>
                  <a:lnTo>
                    <a:pt x="19101" y="68291"/>
                  </a:lnTo>
                  <a:lnTo>
                    <a:pt x="19293" y="68228"/>
                  </a:lnTo>
                  <a:lnTo>
                    <a:pt x="19484" y="68228"/>
                  </a:lnTo>
                  <a:lnTo>
                    <a:pt x="19804" y="67972"/>
                  </a:lnTo>
                  <a:lnTo>
                    <a:pt x="20059" y="67653"/>
                  </a:lnTo>
                  <a:lnTo>
                    <a:pt x="20187" y="67269"/>
                  </a:lnTo>
                  <a:lnTo>
                    <a:pt x="30728" y="67269"/>
                  </a:lnTo>
                  <a:lnTo>
                    <a:pt x="30792" y="67653"/>
                  </a:lnTo>
                  <a:lnTo>
                    <a:pt x="31047" y="67972"/>
                  </a:lnTo>
                  <a:lnTo>
                    <a:pt x="31367" y="68228"/>
                  </a:lnTo>
                  <a:lnTo>
                    <a:pt x="31558" y="68228"/>
                  </a:lnTo>
                  <a:lnTo>
                    <a:pt x="31750" y="68291"/>
                  </a:lnTo>
                  <a:lnTo>
                    <a:pt x="32006" y="68228"/>
                  </a:lnTo>
                  <a:lnTo>
                    <a:pt x="32197" y="68164"/>
                  </a:lnTo>
                  <a:lnTo>
                    <a:pt x="37499" y="77363"/>
                  </a:lnTo>
                  <a:lnTo>
                    <a:pt x="37372" y="77491"/>
                  </a:lnTo>
                  <a:lnTo>
                    <a:pt x="37244" y="77746"/>
                  </a:lnTo>
                  <a:lnTo>
                    <a:pt x="37116" y="77938"/>
                  </a:lnTo>
                  <a:lnTo>
                    <a:pt x="37116" y="78193"/>
                  </a:lnTo>
                  <a:lnTo>
                    <a:pt x="37116" y="78449"/>
                  </a:lnTo>
                  <a:lnTo>
                    <a:pt x="37244" y="78704"/>
                  </a:lnTo>
                  <a:lnTo>
                    <a:pt x="37372" y="78896"/>
                  </a:lnTo>
                  <a:lnTo>
                    <a:pt x="37499" y="79088"/>
                  </a:lnTo>
                  <a:lnTo>
                    <a:pt x="35072" y="83240"/>
                  </a:lnTo>
                  <a:lnTo>
                    <a:pt x="31750" y="89117"/>
                  </a:lnTo>
                  <a:lnTo>
                    <a:pt x="19037" y="89117"/>
                  </a:lnTo>
                  <a:lnTo>
                    <a:pt x="19037" y="89309"/>
                  </a:lnTo>
                  <a:lnTo>
                    <a:pt x="31750" y="89309"/>
                  </a:lnTo>
                  <a:lnTo>
                    <a:pt x="37436" y="99211"/>
                  </a:lnTo>
                  <a:lnTo>
                    <a:pt x="37308" y="99339"/>
                  </a:lnTo>
                  <a:lnTo>
                    <a:pt x="37180" y="99530"/>
                  </a:lnTo>
                  <a:lnTo>
                    <a:pt x="37116" y="99722"/>
                  </a:lnTo>
                  <a:lnTo>
                    <a:pt x="37116" y="99977"/>
                  </a:lnTo>
                  <a:lnTo>
                    <a:pt x="37116" y="100169"/>
                  </a:lnTo>
                  <a:lnTo>
                    <a:pt x="37180" y="100361"/>
                  </a:lnTo>
                  <a:lnTo>
                    <a:pt x="37308" y="100552"/>
                  </a:lnTo>
                  <a:lnTo>
                    <a:pt x="37436" y="100744"/>
                  </a:lnTo>
                  <a:lnTo>
                    <a:pt x="37563" y="100872"/>
                  </a:lnTo>
                  <a:lnTo>
                    <a:pt x="37755" y="100936"/>
                  </a:lnTo>
                  <a:lnTo>
                    <a:pt x="37947" y="100999"/>
                  </a:lnTo>
                  <a:lnTo>
                    <a:pt x="38202" y="101063"/>
                  </a:lnTo>
                  <a:lnTo>
                    <a:pt x="38394" y="100999"/>
                  </a:lnTo>
                  <a:lnTo>
                    <a:pt x="38586" y="100936"/>
                  </a:lnTo>
                  <a:lnTo>
                    <a:pt x="38777" y="100872"/>
                  </a:lnTo>
                  <a:lnTo>
                    <a:pt x="38969" y="100744"/>
                  </a:lnTo>
                  <a:lnTo>
                    <a:pt x="39097" y="100552"/>
                  </a:lnTo>
                  <a:lnTo>
                    <a:pt x="39160" y="100361"/>
                  </a:lnTo>
                  <a:lnTo>
                    <a:pt x="39224" y="100169"/>
                  </a:lnTo>
                  <a:lnTo>
                    <a:pt x="39288" y="99977"/>
                  </a:lnTo>
                  <a:lnTo>
                    <a:pt x="39224" y="99722"/>
                  </a:lnTo>
                  <a:lnTo>
                    <a:pt x="39160" y="99530"/>
                  </a:lnTo>
                  <a:lnTo>
                    <a:pt x="39097" y="99339"/>
                  </a:lnTo>
                  <a:lnTo>
                    <a:pt x="38969" y="99211"/>
                  </a:lnTo>
                  <a:lnTo>
                    <a:pt x="38777" y="99083"/>
                  </a:lnTo>
                  <a:lnTo>
                    <a:pt x="38586" y="98955"/>
                  </a:lnTo>
                  <a:lnTo>
                    <a:pt x="38394" y="98891"/>
                  </a:lnTo>
                  <a:lnTo>
                    <a:pt x="38202" y="98891"/>
                  </a:lnTo>
                  <a:lnTo>
                    <a:pt x="37883" y="98955"/>
                  </a:lnTo>
                  <a:lnTo>
                    <a:pt x="37563" y="99083"/>
                  </a:lnTo>
                  <a:lnTo>
                    <a:pt x="31878" y="89181"/>
                  </a:lnTo>
                  <a:lnTo>
                    <a:pt x="34689" y="84326"/>
                  </a:lnTo>
                  <a:lnTo>
                    <a:pt x="37691" y="79151"/>
                  </a:lnTo>
                  <a:lnTo>
                    <a:pt x="37947" y="79279"/>
                  </a:lnTo>
                  <a:lnTo>
                    <a:pt x="38394" y="79279"/>
                  </a:lnTo>
                  <a:lnTo>
                    <a:pt x="38586" y="79215"/>
                  </a:lnTo>
                  <a:lnTo>
                    <a:pt x="38905" y="79024"/>
                  </a:lnTo>
                  <a:lnTo>
                    <a:pt x="39160" y="78704"/>
                  </a:lnTo>
                  <a:lnTo>
                    <a:pt x="39224" y="78321"/>
                  </a:lnTo>
                  <a:lnTo>
                    <a:pt x="49765" y="78321"/>
                  </a:lnTo>
                  <a:lnTo>
                    <a:pt x="49893" y="78704"/>
                  </a:lnTo>
                  <a:lnTo>
                    <a:pt x="50148" y="79024"/>
                  </a:lnTo>
                  <a:lnTo>
                    <a:pt x="50468" y="79215"/>
                  </a:lnTo>
                  <a:lnTo>
                    <a:pt x="50659" y="79279"/>
                  </a:lnTo>
                  <a:lnTo>
                    <a:pt x="51107" y="79279"/>
                  </a:lnTo>
                  <a:lnTo>
                    <a:pt x="51298" y="79151"/>
                  </a:lnTo>
                  <a:lnTo>
                    <a:pt x="56601" y="88415"/>
                  </a:lnTo>
                  <a:lnTo>
                    <a:pt x="56473" y="88542"/>
                  </a:lnTo>
                  <a:lnTo>
                    <a:pt x="56345" y="88734"/>
                  </a:lnTo>
                  <a:lnTo>
                    <a:pt x="56217" y="88989"/>
                  </a:lnTo>
                  <a:lnTo>
                    <a:pt x="56217" y="89245"/>
                  </a:lnTo>
                  <a:lnTo>
                    <a:pt x="56217" y="89437"/>
                  </a:lnTo>
                  <a:lnTo>
                    <a:pt x="56281" y="89692"/>
                  </a:lnTo>
                  <a:lnTo>
                    <a:pt x="56409" y="89820"/>
                  </a:lnTo>
                  <a:lnTo>
                    <a:pt x="56537" y="90012"/>
                  </a:lnTo>
                  <a:lnTo>
                    <a:pt x="56664" y="90139"/>
                  </a:lnTo>
                  <a:lnTo>
                    <a:pt x="56856" y="90267"/>
                  </a:lnTo>
                  <a:lnTo>
                    <a:pt x="57048" y="90331"/>
                  </a:lnTo>
                  <a:lnTo>
                    <a:pt x="57495" y="90331"/>
                  </a:lnTo>
                  <a:lnTo>
                    <a:pt x="57687" y="90267"/>
                  </a:lnTo>
                  <a:lnTo>
                    <a:pt x="57878" y="90139"/>
                  </a:lnTo>
                  <a:lnTo>
                    <a:pt x="58070" y="90012"/>
                  </a:lnTo>
                  <a:lnTo>
                    <a:pt x="58198" y="89820"/>
                  </a:lnTo>
                  <a:lnTo>
                    <a:pt x="58262" y="89692"/>
                  </a:lnTo>
                  <a:lnTo>
                    <a:pt x="58325" y="89437"/>
                  </a:lnTo>
                  <a:lnTo>
                    <a:pt x="58389" y="89245"/>
                  </a:lnTo>
                  <a:lnTo>
                    <a:pt x="58325" y="89053"/>
                  </a:lnTo>
                  <a:lnTo>
                    <a:pt x="58262" y="88798"/>
                  </a:lnTo>
                  <a:lnTo>
                    <a:pt x="58198" y="88670"/>
                  </a:lnTo>
                  <a:lnTo>
                    <a:pt x="58070" y="88478"/>
                  </a:lnTo>
                  <a:lnTo>
                    <a:pt x="57878" y="88351"/>
                  </a:lnTo>
                  <a:lnTo>
                    <a:pt x="57687" y="88223"/>
                  </a:lnTo>
                  <a:lnTo>
                    <a:pt x="57495" y="88159"/>
                  </a:lnTo>
                  <a:lnTo>
                    <a:pt x="57303" y="88159"/>
                  </a:lnTo>
                  <a:lnTo>
                    <a:pt x="57048" y="88223"/>
                  </a:lnTo>
                  <a:lnTo>
                    <a:pt x="56792" y="88287"/>
                  </a:lnTo>
                  <a:lnTo>
                    <a:pt x="51490" y="79088"/>
                  </a:lnTo>
                  <a:lnTo>
                    <a:pt x="51682" y="78896"/>
                  </a:lnTo>
                  <a:lnTo>
                    <a:pt x="51809" y="78704"/>
                  </a:lnTo>
                  <a:lnTo>
                    <a:pt x="51873" y="78449"/>
                  </a:lnTo>
                  <a:lnTo>
                    <a:pt x="51937" y="78193"/>
                  </a:lnTo>
                  <a:lnTo>
                    <a:pt x="51873" y="77938"/>
                  </a:lnTo>
                  <a:lnTo>
                    <a:pt x="51809" y="77682"/>
                  </a:lnTo>
                  <a:lnTo>
                    <a:pt x="51682" y="77491"/>
                  </a:lnTo>
                  <a:lnTo>
                    <a:pt x="51490" y="77299"/>
                  </a:lnTo>
                  <a:lnTo>
                    <a:pt x="56728" y="68228"/>
                  </a:lnTo>
                  <a:lnTo>
                    <a:pt x="56984" y="68355"/>
                  </a:lnTo>
                  <a:lnTo>
                    <a:pt x="57303" y="68419"/>
                  </a:lnTo>
                  <a:lnTo>
                    <a:pt x="57495" y="68355"/>
                  </a:lnTo>
                  <a:lnTo>
                    <a:pt x="57687" y="68291"/>
                  </a:lnTo>
                  <a:lnTo>
                    <a:pt x="57878" y="68228"/>
                  </a:lnTo>
                  <a:lnTo>
                    <a:pt x="58070" y="68100"/>
                  </a:lnTo>
                  <a:lnTo>
                    <a:pt x="58198" y="67908"/>
                  </a:lnTo>
                  <a:lnTo>
                    <a:pt x="58262" y="67716"/>
                  </a:lnTo>
                  <a:lnTo>
                    <a:pt x="58325" y="67525"/>
                  </a:lnTo>
                  <a:lnTo>
                    <a:pt x="58389" y="67333"/>
                  </a:lnTo>
                  <a:lnTo>
                    <a:pt x="58389" y="67269"/>
                  </a:lnTo>
                  <a:lnTo>
                    <a:pt x="68802" y="67269"/>
                  </a:lnTo>
                  <a:lnTo>
                    <a:pt x="68802" y="67333"/>
                  </a:lnTo>
                  <a:lnTo>
                    <a:pt x="68802" y="67525"/>
                  </a:lnTo>
                  <a:lnTo>
                    <a:pt x="68866" y="67716"/>
                  </a:lnTo>
                  <a:lnTo>
                    <a:pt x="68994" y="67908"/>
                  </a:lnTo>
                  <a:lnTo>
                    <a:pt x="69122" y="68100"/>
                  </a:lnTo>
                  <a:lnTo>
                    <a:pt x="69313" y="68228"/>
                  </a:lnTo>
                  <a:lnTo>
                    <a:pt x="69441" y="68291"/>
                  </a:lnTo>
                  <a:lnTo>
                    <a:pt x="69697" y="68355"/>
                  </a:lnTo>
                  <a:lnTo>
                    <a:pt x="69888" y="68419"/>
                  </a:lnTo>
                  <a:lnTo>
                    <a:pt x="70208" y="68355"/>
                  </a:lnTo>
                  <a:lnTo>
                    <a:pt x="70463" y="68228"/>
                  </a:lnTo>
                  <a:lnTo>
                    <a:pt x="75638" y="77235"/>
                  </a:lnTo>
                  <a:lnTo>
                    <a:pt x="75318" y="77363"/>
                  </a:lnTo>
                  <a:lnTo>
                    <a:pt x="75127" y="77618"/>
                  </a:lnTo>
                  <a:lnTo>
                    <a:pt x="74999" y="77874"/>
                  </a:lnTo>
                  <a:lnTo>
                    <a:pt x="74935" y="78193"/>
                  </a:lnTo>
                  <a:lnTo>
                    <a:pt x="74999" y="78513"/>
                  </a:lnTo>
                  <a:lnTo>
                    <a:pt x="75127" y="78832"/>
                  </a:lnTo>
                  <a:lnTo>
                    <a:pt x="75318" y="79024"/>
                  </a:lnTo>
                  <a:lnTo>
                    <a:pt x="75574" y="79215"/>
                  </a:lnTo>
                  <a:lnTo>
                    <a:pt x="70399" y="88223"/>
                  </a:lnTo>
                  <a:lnTo>
                    <a:pt x="70144" y="88159"/>
                  </a:lnTo>
                  <a:lnTo>
                    <a:pt x="69888" y="88159"/>
                  </a:lnTo>
                  <a:lnTo>
                    <a:pt x="69697" y="88223"/>
                  </a:lnTo>
                  <a:lnTo>
                    <a:pt x="69505" y="88351"/>
                  </a:lnTo>
                  <a:lnTo>
                    <a:pt x="69377" y="88478"/>
                  </a:lnTo>
                  <a:lnTo>
                    <a:pt x="69186" y="88670"/>
                  </a:lnTo>
                  <a:lnTo>
                    <a:pt x="69122" y="88798"/>
                  </a:lnTo>
                  <a:lnTo>
                    <a:pt x="69058" y="89053"/>
                  </a:lnTo>
                  <a:lnTo>
                    <a:pt x="69058" y="89245"/>
                  </a:lnTo>
                  <a:lnTo>
                    <a:pt x="69058" y="89437"/>
                  </a:lnTo>
                  <a:lnTo>
                    <a:pt x="69122" y="89692"/>
                  </a:lnTo>
                  <a:lnTo>
                    <a:pt x="69186" y="89820"/>
                  </a:lnTo>
                  <a:lnTo>
                    <a:pt x="69377" y="90012"/>
                  </a:lnTo>
                  <a:lnTo>
                    <a:pt x="69505" y="90139"/>
                  </a:lnTo>
                  <a:lnTo>
                    <a:pt x="69697" y="90267"/>
                  </a:lnTo>
                  <a:lnTo>
                    <a:pt x="69888" y="90331"/>
                  </a:lnTo>
                  <a:lnTo>
                    <a:pt x="70336" y="90331"/>
                  </a:lnTo>
                  <a:lnTo>
                    <a:pt x="70527" y="90267"/>
                  </a:lnTo>
                  <a:lnTo>
                    <a:pt x="70719" y="90139"/>
                  </a:lnTo>
                  <a:lnTo>
                    <a:pt x="70847" y="90012"/>
                  </a:lnTo>
                  <a:lnTo>
                    <a:pt x="71038" y="89820"/>
                  </a:lnTo>
                  <a:lnTo>
                    <a:pt x="71102" y="89692"/>
                  </a:lnTo>
                  <a:lnTo>
                    <a:pt x="71166" y="89437"/>
                  </a:lnTo>
                  <a:lnTo>
                    <a:pt x="71166" y="89245"/>
                  </a:lnTo>
                  <a:lnTo>
                    <a:pt x="71166" y="88926"/>
                  </a:lnTo>
                  <a:lnTo>
                    <a:pt x="71038" y="88670"/>
                  </a:lnTo>
                  <a:lnTo>
                    <a:pt x="70847" y="88415"/>
                  </a:lnTo>
                  <a:lnTo>
                    <a:pt x="70591" y="88287"/>
                  </a:lnTo>
                  <a:lnTo>
                    <a:pt x="75766" y="79279"/>
                  </a:lnTo>
                  <a:lnTo>
                    <a:pt x="76277" y="79279"/>
                  </a:lnTo>
                  <a:lnTo>
                    <a:pt x="76468" y="79215"/>
                  </a:lnTo>
                  <a:lnTo>
                    <a:pt x="76660" y="79088"/>
                  </a:lnTo>
                  <a:lnTo>
                    <a:pt x="76788" y="78960"/>
                  </a:lnTo>
                  <a:lnTo>
                    <a:pt x="76915" y="78832"/>
                  </a:lnTo>
                  <a:lnTo>
                    <a:pt x="77043" y="78640"/>
                  </a:lnTo>
                  <a:lnTo>
                    <a:pt x="77107" y="78449"/>
                  </a:lnTo>
                  <a:lnTo>
                    <a:pt x="77107" y="78193"/>
                  </a:lnTo>
                  <a:lnTo>
                    <a:pt x="77107" y="78002"/>
                  </a:lnTo>
                  <a:lnTo>
                    <a:pt x="77043" y="77810"/>
                  </a:lnTo>
                  <a:lnTo>
                    <a:pt x="76915" y="77618"/>
                  </a:lnTo>
                  <a:lnTo>
                    <a:pt x="76788" y="77427"/>
                  </a:lnTo>
                  <a:lnTo>
                    <a:pt x="76660" y="77299"/>
                  </a:lnTo>
                  <a:lnTo>
                    <a:pt x="76468" y="77235"/>
                  </a:lnTo>
                  <a:lnTo>
                    <a:pt x="76277" y="77171"/>
                  </a:lnTo>
                  <a:lnTo>
                    <a:pt x="76021" y="77107"/>
                  </a:lnTo>
                  <a:lnTo>
                    <a:pt x="75829" y="77171"/>
                  </a:lnTo>
                  <a:lnTo>
                    <a:pt x="70591" y="68164"/>
                  </a:lnTo>
                  <a:lnTo>
                    <a:pt x="70783" y="67972"/>
                  </a:lnTo>
                  <a:lnTo>
                    <a:pt x="70847" y="67780"/>
                  </a:lnTo>
                  <a:lnTo>
                    <a:pt x="70974" y="67589"/>
                  </a:lnTo>
                  <a:lnTo>
                    <a:pt x="70974" y="67333"/>
                  </a:lnTo>
                  <a:lnTo>
                    <a:pt x="70910" y="67078"/>
                  </a:lnTo>
                  <a:lnTo>
                    <a:pt x="70847" y="66822"/>
                  </a:lnTo>
                  <a:lnTo>
                    <a:pt x="70719" y="66567"/>
                  </a:lnTo>
                  <a:lnTo>
                    <a:pt x="70463" y="66439"/>
                  </a:lnTo>
                  <a:lnTo>
                    <a:pt x="75829" y="57176"/>
                  </a:lnTo>
                  <a:lnTo>
                    <a:pt x="76085" y="57240"/>
                  </a:lnTo>
                  <a:lnTo>
                    <a:pt x="76468" y="57240"/>
                  </a:lnTo>
                  <a:lnTo>
                    <a:pt x="76660" y="57176"/>
                  </a:lnTo>
                  <a:lnTo>
                    <a:pt x="77043" y="56984"/>
                  </a:lnTo>
                  <a:lnTo>
                    <a:pt x="77235" y="56665"/>
                  </a:lnTo>
                  <a:lnTo>
                    <a:pt x="77363" y="56281"/>
                  </a:lnTo>
                  <a:lnTo>
                    <a:pt x="87967" y="56281"/>
                  </a:lnTo>
                  <a:lnTo>
                    <a:pt x="88031" y="56665"/>
                  </a:lnTo>
                  <a:lnTo>
                    <a:pt x="88287" y="56984"/>
                  </a:lnTo>
                  <a:lnTo>
                    <a:pt x="88606" y="57176"/>
                  </a:lnTo>
                  <a:lnTo>
                    <a:pt x="88798" y="57240"/>
                  </a:lnTo>
                  <a:lnTo>
                    <a:pt x="89245" y="57240"/>
                  </a:lnTo>
                  <a:lnTo>
                    <a:pt x="89437" y="57176"/>
                  </a:lnTo>
                  <a:lnTo>
                    <a:pt x="89628" y="57048"/>
                  </a:lnTo>
                  <a:lnTo>
                    <a:pt x="89756" y="56920"/>
                  </a:lnTo>
                  <a:lnTo>
                    <a:pt x="89884" y="56792"/>
                  </a:lnTo>
                  <a:lnTo>
                    <a:pt x="90012" y="56601"/>
                  </a:lnTo>
                  <a:lnTo>
                    <a:pt x="90075" y="56409"/>
                  </a:lnTo>
                  <a:lnTo>
                    <a:pt x="90075" y="56154"/>
                  </a:lnTo>
                  <a:lnTo>
                    <a:pt x="90075" y="55898"/>
                  </a:lnTo>
                  <a:lnTo>
                    <a:pt x="89948" y="55643"/>
                  </a:lnTo>
                  <a:lnTo>
                    <a:pt x="89820" y="55451"/>
                  </a:lnTo>
                  <a:lnTo>
                    <a:pt x="89628" y="55323"/>
                  </a:lnTo>
                  <a:lnTo>
                    <a:pt x="94931" y="46060"/>
                  </a:lnTo>
                  <a:lnTo>
                    <a:pt x="95250" y="46188"/>
                  </a:lnTo>
                  <a:lnTo>
                    <a:pt x="95569" y="46252"/>
                  </a:lnTo>
                  <a:lnTo>
                    <a:pt x="95761" y="46252"/>
                  </a:lnTo>
                  <a:lnTo>
                    <a:pt x="95953" y="46188"/>
                  </a:lnTo>
                  <a:lnTo>
                    <a:pt x="96272" y="45932"/>
                  </a:lnTo>
                  <a:lnTo>
                    <a:pt x="96528" y="45677"/>
                  </a:lnTo>
                  <a:lnTo>
                    <a:pt x="96592" y="45230"/>
                  </a:lnTo>
                  <a:lnTo>
                    <a:pt x="106941" y="45230"/>
                  </a:lnTo>
                  <a:lnTo>
                    <a:pt x="107068" y="45677"/>
                  </a:lnTo>
                  <a:lnTo>
                    <a:pt x="107260" y="45932"/>
                  </a:lnTo>
                  <a:lnTo>
                    <a:pt x="107579" y="46188"/>
                  </a:lnTo>
                  <a:lnTo>
                    <a:pt x="107771" y="46252"/>
                  </a:lnTo>
                  <a:lnTo>
                    <a:pt x="108218" y="46252"/>
                  </a:lnTo>
                  <a:lnTo>
                    <a:pt x="108410" y="46188"/>
                  </a:lnTo>
                  <a:lnTo>
                    <a:pt x="108602" y="46060"/>
                  </a:lnTo>
                  <a:lnTo>
                    <a:pt x="108793" y="45932"/>
                  </a:lnTo>
                  <a:lnTo>
                    <a:pt x="108921" y="45741"/>
                  </a:lnTo>
                  <a:lnTo>
                    <a:pt x="108985" y="45613"/>
                  </a:lnTo>
                  <a:lnTo>
                    <a:pt x="109049" y="45357"/>
                  </a:lnTo>
                  <a:lnTo>
                    <a:pt x="109113" y="45166"/>
                  </a:lnTo>
                  <a:lnTo>
                    <a:pt x="109049" y="44974"/>
                  </a:lnTo>
                  <a:lnTo>
                    <a:pt x="108985" y="44719"/>
                  </a:lnTo>
                  <a:lnTo>
                    <a:pt x="108921" y="44527"/>
                  </a:lnTo>
                  <a:lnTo>
                    <a:pt x="108793" y="44399"/>
                  </a:lnTo>
                  <a:lnTo>
                    <a:pt x="108602" y="44271"/>
                  </a:lnTo>
                  <a:lnTo>
                    <a:pt x="108410" y="44144"/>
                  </a:lnTo>
                  <a:lnTo>
                    <a:pt x="108218" y="44080"/>
                  </a:lnTo>
                  <a:lnTo>
                    <a:pt x="107771" y="44080"/>
                  </a:lnTo>
                  <a:lnTo>
                    <a:pt x="107579" y="44144"/>
                  </a:lnTo>
                  <a:lnTo>
                    <a:pt x="107260" y="44335"/>
                  </a:lnTo>
                  <a:lnTo>
                    <a:pt x="107068" y="44655"/>
                  </a:lnTo>
                  <a:lnTo>
                    <a:pt x="106941" y="45038"/>
                  </a:lnTo>
                  <a:lnTo>
                    <a:pt x="96592" y="45038"/>
                  </a:lnTo>
                  <a:lnTo>
                    <a:pt x="96528" y="44655"/>
                  </a:lnTo>
                  <a:lnTo>
                    <a:pt x="96272" y="44335"/>
                  </a:lnTo>
                  <a:lnTo>
                    <a:pt x="95953" y="44144"/>
                  </a:lnTo>
                  <a:lnTo>
                    <a:pt x="95761" y="44080"/>
                  </a:lnTo>
                  <a:lnTo>
                    <a:pt x="95569" y="44080"/>
                  </a:lnTo>
                  <a:lnTo>
                    <a:pt x="95250" y="44144"/>
                  </a:lnTo>
                  <a:lnTo>
                    <a:pt x="94931" y="44271"/>
                  </a:lnTo>
                  <a:lnTo>
                    <a:pt x="89628" y="35008"/>
                  </a:lnTo>
                  <a:lnTo>
                    <a:pt x="89820" y="34881"/>
                  </a:lnTo>
                  <a:lnTo>
                    <a:pt x="89948" y="34625"/>
                  </a:lnTo>
                  <a:lnTo>
                    <a:pt x="90075" y="34433"/>
                  </a:lnTo>
                  <a:lnTo>
                    <a:pt x="90075" y="34178"/>
                  </a:lnTo>
                  <a:lnTo>
                    <a:pt x="90075" y="33858"/>
                  </a:lnTo>
                  <a:lnTo>
                    <a:pt x="89948" y="33667"/>
                  </a:lnTo>
                  <a:lnTo>
                    <a:pt x="89820" y="33411"/>
                  </a:lnTo>
                  <a:lnTo>
                    <a:pt x="89628" y="33284"/>
                  </a:lnTo>
                  <a:lnTo>
                    <a:pt x="90395" y="31942"/>
                  </a:lnTo>
                  <a:lnTo>
                    <a:pt x="94931" y="24021"/>
                  </a:lnTo>
                  <a:lnTo>
                    <a:pt x="95250" y="24148"/>
                  </a:lnTo>
                  <a:lnTo>
                    <a:pt x="95569" y="24212"/>
                  </a:lnTo>
                  <a:lnTo>
                    <a:pt x="95761" y="24212"/>
                  </a:lnTo>
                  <a:lnTo>
                    <a:pt x="95953" y="24148"/>
                  </a:lnTo>
                  <a:lnTo>
                    <a:pt x="96272" y="23957"/>
                  </a:lnTo>
                  <a:lnTo>
                    <a:pt x="96528" y="23637"/>
                  </a:lnTo>
                  <a:lnTo>
                    <a:pt x="96592" y="23254"/>
                  </a:lnTo>
                  <a:lnTo>
                    <a:pt x="108027" y="23254"/>
                  </a:lnTo>
                  <a:lnTo>
                    <a:pt x="113840" y="33284"/>
                  </a:lnTo>
                  <a:lnTo>
                    <a:pt x="113648" y="33411"/>
                  </a:lnTo>
                  <a:lnTo>
                    <a:pt x="113521" y="33667"/>
                  </a:lnTo>
                  <a:lnTo>
                    <a:pt x="113393" y="33858"/>
                  </a:lnTo>
                  <a:lnTo>
                    <a:pt x="113393" y="34178"/>
                  </a:lnTo>
                  <a:lnTo>
                    <a:pt x="113393" y="34370"/>
                  </a:lnTo>
                  <a:lnTo>
                    <a:pt x="113457" y="34561"/>
                  </a:lnTo>
                  <a:lnTo>
                    <a:pt x="113585" y="34753"/>
                  </a:lnTo>
                  <a:lnTo>
                    <a:pt x="113712" y="34881"/>
                  </a:lnTo>
                  <a:lnTo>
                    <a:pt x="113840" y="35072"/>
                  </a:lnTo>
                  <a:lnTo>
                    <a:pt x="114032" y="35136"/>
                  </a:lnTo>
                  <a:lnTo>
                    <a:pt x="114223" y="35200"/>
                  </a:lnTo>
                  <a:lnTo>
                    <a:pt x="114671" y="35200"/>
                  </a:lnTo>
                  <a:lnTo>
                    <a:pt x="114862" y="35136"/>
                  </a:lnTo>
                  <a:lnTo>
                    <a:pt x="115054" y="35072"/>
                  </a:lnTo>
                  <a:lnTo>
                    <a:pt x="115245" y="34881"/>
                  </a:lnTo>
                  <a:lnTo>
                    <a:pt x="115373" y="34753"/>
                  </a:lnTo>
                  <a:lnTo>
                    <a:pt x="115437" y="34561"/>
                  </a:lnTo>
                  <a:lnTo>
                    <a:pt x="115501" y="34370"/>
                  </a:lnTo>
                  <a:lnTo>
                    <a:pt x="115501" y="34178"/>
                  </a:lnTo>
                  <a:lnTo>
                    <a:pt x="115501" y="33922"/>
                  </a:lnTo>
                  <a:lnTo>
                    <a:pt x="115437" y="33731"/>
                  </a:lnTo>
                  <a:lnTo>
                    <a:pt x="115373" y="33539"/>
                  </a:lnTo>
                  <a:lnTo>
                    <a:pt x="115245" y="33411"/>
                  </a:lnTo>
                  <a:lnTo>
                    <a:pt x="115054" y="33220"/>
                  </a:lnTo>
                  <a:lnTo>
                    <a:pt x="114862" y="33156"/>
                  </a:lnTo>
                  <a:lnTo>
                    <a:pt x="114671" y="33092"/>
                  </a:lnTo>
                  <a:lnTo>
                    <a:pt x="114223" y="33092"/>
                  </a:lnTo>
                  <a:lnTo>
                    <a:pt x="113968" y="33156"/>
                  </a:lnTo>
                  <a:lnTo>
                    <a:pt x="108154" y="23062"/>
                  </a:lnTo>
                  <a:lnTo>
                    <a:pt x="96592" y="23062"/>
                  </a:lnTo>
                  <a:lnTo>
                    <a:pt x="96528" y="22679"/>
                  </a:lnTo>
                  <a:lnTo>
                    <a:pt x="96272" y="22360"/>
                  </a:lnTo>
                  <a:lnTo>
                    <a:pt x="95953" y="22104"/>
                  </a:lnTo>
                  <a:lnTo>
                    <a:pt x="95761" y="22040"/>
                  </a:lnTo>
                  <a:lnTo>
                    <a:pt x="95569" y="22040"/>
                  </a:lnTo>
                  <a:lnTo>
                    <a:pt x="95250" y="22104"/>
                  </a:lnTo>
                  <a:lnTo>
                    <a:pt x="94931" y="22232"/>
                  </a:lnTo>
                  <a:lnTo>
                    <a:pt x="89628" y="12969"/>
                  </a:lnTo>
                  <a:lnTo>
                    <a:pt x="89820" y="12841"/>
                  </a:lnTo>
                  <a:lnTo>
                    <a:pt x="89948" y="12649"/>
                  </a:lnTo>
                  <a:lnTo>
                    <a:pt x="90075" y="12394"/>
                  </a:lnTo>
                  <a:lnTo>
                    <a:pt x="90075" y="12138"/>
                  </a:lnTo>
                  <a:lnTo>
                    <a:pt x="90075" y="11883"/>
                  </a:lnTo>
                  <a:lnTo>
                    <a:pt x="90012" y="11691"/>
                  </a:lnTo>
                  <a:lnTo>
                    <a:pt x="89884" y="11499"/>
                  </a:lnTo>
                  <a:lnTo>
                    <a:pt x="89756" y="11372"/>
                  </a:lnTo>
                  <a:lnTo>
                    <a:pt x="89628" y="11244"/>
                  </a:lnTo>
                  <a:lnTo>
                    <a:pt x="89437" y="11116"/>
                  </a:lnTo>
                  <a:lnTo>
                    <a:pt x="89245" y="11052"/>
                  </a:lnTo>
                  <a:lnTo>
                    <a:pt x="88798" y="11052"/>
                  </a:lnTo>
                  <a:lnTo>
                    <a:pt x="88606" y="11116"/>
                  </a:lnTo>
                  <a:lnTo>
                    <a:pt x="88287" y="11308"/>
                  </a:lnTo>
                  <a:lnTo>
                    <a:pt x="88031" y="11627"/>
                  </a:lnTo>
                  <a:lnTo>
                    <a:pt x="87967" y="12011"/>
                  </a:lnTo>
                  <a:lnTo>
                    <a:pt x="77363" y="12011"/>
                  </a:lnTo>
                  <a:lnTo>
                    <a:pt x="77235" y="11627"/>
                  </a:lnTo>
                  <a:lnTo>
                    <a:pt x="77043" y="11308"/>
                  </a:lnTo>
                  <a:lnTo>
                    <a:pt x="76660" y="11116"/>
                  </a:lnTo>
                  <a:lnTo>
                    <a:pt x="76468" y="11052"/>
                  </a:lnTo>
                  <a:lnTo>
                    <a:pt x="76085" y="11052"/>
                  </a:lnTo>
                  <a:lnTo>
                    <a:pt x="75829" y="11116"/>
                  </a:lnTo>
                  <a:lnTo>
                    <a:pt x="70527" y="1981"/>
                  </a:lnTo>
                  <a:lnTo>
                    <a:pt x="70719" y="1789"/>
                  </a:lnTo>
                  <a:lnTo>
                    <a:pt x="70910" y="1598"/>
                  </a:lnTo>
                  <a:lnTo>
                    <a:pt x="70974" y="1342"/>
                  </a:lnTo>
                  <a:lnTo>
                    <a:pt x="71038" y="1087"/>
                  </a:lnTo>
                  <a:lnTo>
                    <a:pt x="70974" y="895"/>
                  </a:lnTo>
                  <a:lnTo>
                    <a:pt x="70910" y="703"/>
                  </a:lnTo>
                  <a:lnTo>
                    <a:pt x="70847" y="512"/>
                  </a:lnTo>
                  <a:lnTo>
                    <a:pt x="70719" y="320"/>
                  </a:lnTo>
                  <a:lnTo>
                    <a:pt x="70527" y="192"/>
                  </a:lnTo>
                  <a:lnTo>
                    <a:pt x="70336" y="128"/>
                  </a:lnTo>
                  <a:lnTo>
                    <a:pt x="70144" y="64"/>
                  </a:lnTo>
                  <a:lnTo>
                    <a:pt x="69952"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39">
              <a:extLst>
                <a:ext uri="{FF2B5EF4-FFF2-40B4-BE49-F238E27FC236}">
                  <a16:creationId xmlns:a16="http://schemas.microsoft.com/office/drawing/2014/main" id="{80438BD2-7A5E-58F8-0AD8-8C1473FABEA8}"/>
                </a:ext>
              </a:extLst>
            </p:cNvPr>
            <p:cNvSpPr/>
            <p:nvPr/>
          </p:nvSpPr>
          <p:spPr>
            <a:xfrm>
              <a:off x="1399800" y="-802100"/>
              <a:ext cx="2037900" cy="1095625"/>
            </a:xfrm>
            <a:custGeom>
              <a:avLst/>
              <a:gdLst/>
              <a:ahLst/>
              <a:cxnLst/>
              <a:rect l="l" t="t" r="r" b="b"/>
              <a:pathLst>
                <a:path w="81516" h="43825" fill="none" extrusionOk="0">
                  <a:moveTo>
                    <a:pt x="62990" y="959"/>
                  </a:moveTo>
                  <a:lnTo>
                    <a:pt x="62990" y="959"/>
                  </a:lnTo>
                  <a:lnTo>
                    <a:pt x="63181" y="959"/>
                  </a:lnTo>
                  <a:lnTo>
                    <a:pt x="63373" y="895"/>
                  </a:lnTo>
                  <a:lnTo>
                    <a:pt x="63756" y="703"/>
                  </a:lnTo>
                  <a:lnTo>
                    <a:pt x="63948" y="384"/>
                  </a:lnTo>
                  <a:lnTo>
                    <a:pt x="64076" y="1"/>
                  </a:lnTo>
                  <a:lnTo>
                    <a:pt x="74680" y="1"/>
                  </a:lnTo>
                  <a:lnTo>
                    <a:pt x="74680" y="1"/>
                  </a:lnTo>
                  <a:lnTo>
                    <a:pt x="74744" y="384"/>
                  </a:lnTo>
                  <a:lnTo>
                    <a:pt x="75000" y="703"/>
                  </a:lnTo>
                  <a:lnTo>
                    <a:pt x="75319" y="895"/>
                  </a:lnTo>
                  <a:lnTo>
                    <a:pt x="75511" y="959"/>
                  </a:lnTo>
                  <a:lnTo>
                    <a:pt x="75702" y="959"/>
                  </a:lnTo>
                  <a:lnTo>
                    <a:pt x="75702" y="959"/>
                  </a:lnTo>
                  <a:lnTo>
                    <a:pt x="75958" y="959"/>
                  </a:lnTo>
                  <a:lnTo>
                    <a:pt x="76150" y="895"/>
                  </a:lnTo>
                  <a:lnTo>
                    <a:pt x="77747" y="3578"/>
                  </a:lnTo>
                  <a:lnTo>
                    <a:pt x="81516" y="10158"/>
                  </a:lnTo>
                  <a:lnTo>
                    <a:pt x="81516" y="10158"/>
                  </a:lnTo>
                  <a:lnTo>
                    <a:pt x="81388" y="10286"/>
                  </a:lnTo>
                  <a:lnTo>
                    <a:pt x="81260" y="10478"/>
                  </a:lnTo>
                  <a:lnTo>
                    <a:pt x="81196" y="10669"/>
                  </a:lnTo>
                  <a:lnTo>
                    <a:pt x="81196" y="10925"/>
                  </a:lnTo>
                  <a:lnTo>
                    <a:pt x="81196" y="10925"/>
                  </a:lnTo>
                  <a:lnTo>
                    <a:pt x="81196" y="11116"/>
                  </a:lnTo>
                  <a:lnTo>
                    <a:pt x="81260" y="11372"/>
                  </a:lnTo>
                  <a:lnTo>
                    <a:pt x="81388" y="11564"/>
                  </a:lnTo>
                  <a:lnTo>
                    <a:pt x="81516" y="11691"/>
                  </a:lnTo>
                  <a:lnTo>
                    <a:pt x="76150" y="20954"/>
                  </a:lnTo>
                  <a:lnTo>
                    <a:pt x="76150" y="20954"/>
                  </a:lnTo>
                  <a:lnTo>
                    <a:pt x="75958" y="20891"/>
                  </a:lnTo>
                  <a:lnTo>
                    <a:pt x="75702" y="20827"/>
                  </a:lnTo>
                  <a:lnTo>
                    <a:pt x="75702" y="20827"/>
                  </a:lnTo>
                  <a:lnTo>
                    <a:pt x="75511" y="20891"/>
                  </a:lnTo>
                  <a:lnTo>
                    <a:pt x="75319" y="20954"/>
                  </a:lnTo>
                  <a:lnTo>
                    <a:pt x="75000" y="21146"/>
                  </a:lnTo>
                  <a:lnTo>
                    <a:pt x="74744" y="21465"/>
                  </a:lnTo>
                  <a:lnTo>
                    <a:pt x="74680" y="21849"/>
                  </a:lnTo>
                  <a:lnTo>
                    <a:pt x="64076" y="21849"/>
                  </a:lnTo>
                  <a:lnTo>
                    <a:pt x="64076" y="21849"/>
                  </a:lnTo>
                  <a:lnTo>
                    <a:pt x="63948" y="21465"/>
                  </a:lnTo>
                  <a:lnTo>
                    <a:pt x="63756" y="21146"/>
                  </a:lnTo>
                  <a:lnTo>
                    <a:pt x="63373" y="20954"/>
                  </a:lnTo>
                  <a:lnTo>
                    <a:pt x="63181" y="20891"/>
                  </a:lnTo>
                  <a:lnTo>
                    <a:pt x="62990" y="20827"/>
                  </a:lnTo>
                  <a:lnTo>
                    <a:pt x="62990" y="20827"/>
                  </a:lnTo>
                  <a:lnTo>
                    <a:pt x="62798" y="20891"/>
                  </a:lnTo>
                  <a:lnTo>
                    <a:pt x="62606" y="20954"/>
                  </a:lnTo>
                  <a:lnTo>
                    <a:pt x="62415" y="21018"/>
                  </a:lnTo>
                  <a:lnTo>
                    <a:pt x="62223" y="21146"/>
                  </a:lnTo>
                  <a:lnTo>
                    <a:pt x="62095" y="21338"/>
                  </a:lnTo>
                  <a:lnTo>
                    <a:pt x="62031" y="21529"/>
                  </a:lnTo>
                  <a:lnTo>
                    <a:pt x="61968" y="21721"/>
                  </a:lnTo>
                  <a:lnTo>
                    <a:pt x="61904" y="21913"/>
                  </a:lnTo>
                  <a:lnTo>
                    <a:pt x="61904" y="21913"/>
                  </a:lnTo>
                  <a:lnTo>
                    <a:pt x="61968" y="22168"/>
                  </a:lnTo>
                  <a:lnTo>
                    <a:pt x="62031" y="22424"/>
                  </a:lnTo>
                  <a:lnTo>
                    <a:pt x="62223" y="22679"/>
                  </a:lnTo>
                  <a:lnTo>
                    <a:pt x="62415" y="22807"/>
                  </a:lnTo>
                  <a:lnTo>
                    <a:pt x="57049" y="32070"/>
                  </a:lnTo>
                  <a:lnTo>
                    <a:pt x="57049" y="32070"/>
                  </a:lnTo>
                  <a:lnTo>
                    <a:pt x="56857" y="32006"/>
                  </a:lnTo>
                  <a:lnTo>
                    <a:pt x="56601" y="32006"/>
                  </a:lnTo>
                  <a:lnTo>
                    <a:pt x="56601" y="32006"/>
                  </a:lnTo>
                  <a:lnTo>
                    <a:pt x="56218" y="32070"/>
                  </a:lnTo>
                  <a:lnTo>
                    <a:pt x="55899" y="32262"/>
                  </a:lnTo>
                  <a:lnTo>
                    <a:pt x="55707" y="32517"/>
                  </a:lnTo>
                  <a:lnTo>
                    <a:pt x="55579" y="32837"/>
                  </a:lnTo>
                  <a:lnTo>
                    <a:pt x="45038" y="32837"/>
                  </a:lnTo>
                  <a:lnTo>
                    <a:pt x="45038" y="32837"/>
                  </a:lnTo>
                  <a:lnTo>
                    <a:pt x="44911" y="32517"/>
                  </a:lnTo>
                  <a:lnTo>
                    <a:pt x="44655" y="32262"/>
                  </a:lnTo>
                  <a:lnTo>
                    <a:pt x="44336" y="32070"/>
                  </a:lnTo>
                  <a:lnTo>
                    <a:pt x="44016" y="32006"/>
                  </a:lnTo>
                  <a:lnTo>
                    <a:pt x="44016" y="32006"/>
                  </a:lnTo>
                  <a:lnTo>
                    <a:pt x="43761" y="32006"/>
                  </a:lnTo>
                  <a:lnTo>
                    <a:pt x="43569" y="32070"/>
                  </a:lnTo>
                  <a:lnTo>
                    <a:pt x="43377" y="32198"/>
                  </a:lnTo>
                  <a:lnTo>
                    <a:pt x="43250" y="32326"/>
                  </a:lnTo>
                  <a:lnTo>
                    <a:pt x="43122" y="32453"/>
                  </a:lnTo>
                  <a:lnTo>
                    <a:pt x="42994" y="32645"/>
                  </a:lnTo>
                  <a:lnTo>
                    <a:pt x="42930" y="32837"/>
                  </a:lnTo>
                  <a:lnTo>
                    <a:pt x="42930" y="33092"/>
                  </a:lnTo>
                  <a:lnTo>
                    <a:pt x="42930" y="33092"/>
                  </a:lnTo>
                  <a:lnTo>
                    <a:pt x="42930" y="33284"/>
                  </a:lnTo>
                  <a:lnTo>
                    <a:pt x="42994" y="33539"/>
                  </a:lnTo>
                  <a:lnTo>
                    <a:pt x="43122" y="33731"/>
                  </a:lnTo>
                  <a:lnTo>
                    <a:pt x="43250" y="33859"/>
                  </a:lnTo>
                  <a:lnTo>
                    <a:pt x="40247" y="39161"/>
                  </a:lnTo>
                  <a:lnTo>
                    <a:pt x="38011" y="42994"/>
                  </a:lnTo>
                  <a:lnTo>
                    <a:pt x="38011" y="42994"/>
                  </a:lnTo>
                  <a:lnTo>
                    <a:pt x="37820" y="42930"/>
                  </a:lnTo>
                  <a:lnTo>
                    <a:pt x="37564" y="42866"/>
                  </a:lnTo>
                  <a:lnTo>
                    <a:pt x="37564" y="42866"/>
                  </a:lnTo>
                  <a:lnTo>
                    <a:pt x="37372" y="42930"/>
                  </a:lnTo>
                  <a:lnTo>
                    <a:pt x="37181" y="42930"/>
                  </a:lnTo>
                  <a:lnTo>
                    <a:pt x="36861" y="43186"/>
                  </a:lnTo>
                  <a:lnTo>
                    <a:pt x="36606" y="43441"/>
                  </a:lnTo>
                  <a:lnTo>
                    <a:pt x="36478" y="43824"/>
                  </a:lnTo>
                  <a:lnTo>
                    <a:pt x="25937" y="43824"/>
                  </a:lnTo>
                  <a:lnTo>
                    <a:pt x="25937" y="43824"/>
                  </a:lnTo>
                  <a:lnTo>
                    <a:pt x="25873" y="43441"/>
                  </a:lnTo>
                  <a:lnTo>
                    <a:pt x="25618" y="43186"/>
                  </a:lnTo>
                  <a:lnTo>
                    <a:pt x="25299" y="42930"/>
                  </a:lnTo>
                  <a:lnTo>
                    <a:pt x="25107" y="42930"/>
                  </a:lnTo>
                  <a:lnTo>
                    <a:pt x="24915" y="42866"/>
                  </a:lnTo>
                  <a:lnTo>
                    <a:pt x="24915" y="42866"/>
                  </a:lnTo>
                  <a:lnTo>
                    <a:pt x="24660" y="42930"/>
                  </a:lnTo>
                  <a:lnTo>
                    <a:pt x="24404" y="42994"/>
                  </a:lnTo>
                  <a:lnTo>
                    <a:pt x="19102" y="33795"/>
                  </a:lnTo>
                  <a:lnTo>
                    <a:pt x="19102" y="33795"/>
                  </a:lnTo>
                  <a:lnTo>
                    <a:pt x="19293" y="33667"/>
                  </a:lnTo>
                  <a:lnTo>
                    <a:pt x="19421" y="33475"/>
                  </a:lnTo>
                  <a:lnTo>
                    <a:pt x="19549" y="33220"/>
                  </a:lnTo>
                  <a:lnTo>
                    <a:pt x="19549" y="32964"/>
                  </a:lnTo>
                  <a:lnTo>
                    <a:pt x="19549" y="32964"/>
                  </a:lnTo>
                  <a:lnTo>
                    <a:pt x="19549" y="32709"/>
                  </a:lnTo>
                  <a:lnTo>
                    <a:pt x="19421" y="32453"/>
                  </a:lnTo>
                  <a:lnTo>
                    <a:pt x="19293" y="32262"/>
                  </a:lnTo>
                  <a:lnTo>
                    <a:pt x="19102" y="32070"/>
                  </a:lnTo>
                  <a:lnTo>
                    <a:pt x="24404" y="22935"/>
                  </a:lnTo>
                  <a:lnTo>
                    <a:pt x="24404" y="22935"/>
                  </a:lnTo>
                  <a:lnTo>
                    <a:pt x="24596" y="22999"/>
                  </a:lnTo>
                  <a:lnTo>
                    <a:pt x="24851" y="22999"/>
                  </a:lnTo>
                  <a:lnTo>
                    <a:pt x="24851" y="22999"/>
                  </a:lnTo>
                  <a:lnTo>
                    <a:pt x="25043" y="22999"/>
                  </a:lnTo>
                  <a:lnTo>
                    <a:pt x="25299" y="22935"/>
                  </a:lnTo>
                  <a:lnTo>
                    <a:pt x="25426" y="22807"/>
                  </a:lnTo>
                  <a:lnTo>
                    <a:pt x="25618" y="22679"/>
                  </a:lnTo>
                  <a:lnTo>
                    <a:pt x="25746" y="22551"/>
                  </a:lnTo>
                  <a:lnTo>
                    <a:pt x="25873" y="22360"/>
                  </a:lnTo>
                  <a:lnTo>
                    <a:pt x="25937" y="22168"/>
                  </a:lnTo>
                  <a:lnTo>
                    <a:pt x="25937" y="21913"/>
                  </a:lnTo>
                  <a:lnTo>
                    <a:pt x="25937" y="21913"/>
                  </a:lnTo>
                  <a:lnTo>
                    <a:pt x="25937" y="21721"/>
                  </a:lnTo>
                  <a:lnTo>
                    <a:pt x="25873" y="21529"/>
                  </a:lnTo>
                  <a:lnTo>
                    <a:pt x="25746" y="21338"/>
                  </a:lnTo>
                  <a:lnTo>
                    <a:pt x="25618" y="21146"/>
                  </a:lnTo>
                  <a:lnTo>
                    <a:pt x="25426" y="21018"/>
                  </a:lnTo>
                  <a:lnTo>
                    <a:pt x="25299" y="20954"/>
                  </a:lnTo>
                  <a:lnTo>
                    <a:pt x="25043" y="20891"/>
                  </a:lnTo>
                  <a:lnTo>
                    <a:pt x="24851" y="20827"/>
                  </a:lnTo>
                  <a:lnTo>
                    <a:pt x="24851" y="20827"/>
                  </a:lnTo>
                  <a:lnTo>
                    <a:pt x="24660" y="20891"/>
                  </a:lnTo>
                  <a:lnTo>
                    <a:pt x="24404" y="20954"/>
                  </a:lnTo>
                  <a:lnTo>
                    <a:pt x="24276" y="21018"/>
                  </a:lnTo>
                  <a:lnTo>
                    <a:pt x="24085" y="21146"/>
                  </a:lnTo>
                  <a:lnTo>
                    <a:pt x="23957" y="21338"/>
                  </a:lnTo>
                  <a:lnTo>
                    <a:pt x="23829" y="21529"/>
                  </a:lnTo>
                  <a:lnTo>
                    <a:pt x="23765" y="21721"/>
                  </a:lnTo>
                  <a:lnTo>
                    <a:pt x="23765" y="21913"/>
                  </a:lnTo>
                  <a:lnTo>
                    <a:pt x="23765" y="21913"/>
                  </a:lnTo>
                  <a:lnTo>
                    <a:pt x="23829" y="22168"/>
                  </a:lnTo>
                  <a:lnTo>
                    <a:pt x="23893" y="22424"/>
                  </a:lnTo>
                  <a:lnTo>
                    <a:pt x="24021" y="22615"/>
                  </a:lnTo>
                  <a:lnTo>
                    <a:pt x="24212" y="22807"/>
                  </a:lnTo>
                  <a:lnTo>
                    <a:pt x="18910" y="31942"/>
                  </a:lnTo>
                  <a:lnTo>
                    <a:pt x="18910" y="31942"/>
                  </a:lnTo>
                  <a:lnTo>
                    <a:pt x="18719" y="31878"/>
                  </a:lnTo>
                  <a:lnTo>
                    <a:pt x="18463" y="31878"/>
                  </a:lnTo>
                  <a:lnTo>
                    <a:pt x="18463" y="31878"/>
                  </a:lnTo>
                  <a:lnTo>
                    <a:pt x="18271" y="31878"/>
                  </a:lnTo>
                  <a:lnTo>
                    <a:pt x="18080" y="31942"/>
                  </a:lnTo>
                  <a:lnTo>
                    <a:pt x="17760" y="32134"/>
                  </a:lnTo>
                  <a:lnTo>
                    <a:pt x="17505" y="32453"/>
                  </a:lnTo>
                  <a:lnTo>
                    <a:pt x="17441" y="32837"/>
                  </a:lnTo>
                  <a:lnTo>
                    <a:pt x="6900" y="32837"/>
                  </a:lnTo>
                  <a:lnTo>
                    <a:pt x="6900" y="32837"/>
                  </a:lnTo>
                  <a:lnTo>
                    <a:pt x="6772" y="32453"/>
                  </a:lnTo>
                  <a:lnTo>
                    <a:pt x="6517" y="32134"/>
                  </a:lnTo>
                  <a:lnTo>
                    <a:pt x="6197" y="31942"/>
                  </a:lnTo>
                  <a:lnTo>
                    <a:pt x="6006" y="31878"/>
                  </a:lnTo>
                  <a:lnTo>
                    <a:pt x="5814" y="31878"/>
                  </a:lnTo>
                  <a:lnTo>
                    <a:pt x="5814" y="31878"/>
                  </a:lnTo>
                  <a:lnTo>
                    <a:pt x="5559" y="31878"/>
                  </a:lnTo>
                  <a:lnTo>
                    <a:pt x="5303" y="32006"/>
                  </a:lnTo>
                  <a:lnTo>
                    <a:pt x="1" y="22807"/>
                  </a:lnTo>
                  <a:lnTo>
                    <a:pt x="1" y="22807"/>
                  </a:lnTo>
                  <a:lnTo>
                    <a:pt x="256" y="22615"/>
                  </a:lnTo>
                  <a:lnTo>
                    <a:pt x="448" y="22360"/>
                  </a:lnTo>
                  <a:lnTo>
                    <a:pt x="576" y="22104"/>
                  </a:lnTo>
                  <a:lnTo>
                    <a:pt x="640" y="21785"/>
                  </a:lnTo>
                  <a:lnTo>
                    <a:pt x="640" y="21785"/>
                  </a:lnTo>
                  <a:lnTo>
                    <a:pt x="640" y="21529"/>
                  </a:lnTo>
                  <a:lnTo>
                    <a:pt x="512" y="21274"/>
                  </a:lnTo>
                  <a:lnTo>
                    <a:pt x="320" y="21018"/>
                  </a:lnTo>
                  <a:lnTo>
                    <a:pt x="128" y="20891"/>
                  </a:lnTo>
                  <a:lnTo>
                    <a:pt x="5367" y="11819"/>
                  </a:lnTo>
                  <a:lnTo>
                    <a:pt x="5367" y="11819"/>
                  </a:lnTo>
                  <a:lnTo>
                    <a:pt x="5686" y="11883"/>
                  </a:lnTo>
                  <a:lnTo>
                    <a:pt x="5686" y="11883"/>
                  </a:lnTo>
                  <a:lnTo>
                    <a:pt x="6070" y="11819"/>
                  </a:lnTo>
                  <a:lnTo>
                    <a:pt x="6389" y="11627"/>
                  </a:lnTo>
                  <a:lnTo>
                    <a:pt x="6645" y="11372"/>
                  </a:lnTo>
                  <a:lnTo>
                    <a:pt x="6772" y="10989"/>
                  </a:lnTo>
                  <a:lnTo>
                    <a:pt x="17441" y="10989"/>
                  </a:lnTo>
                  <a:lnTo>
                    <a:pt x="17441" y="10989"/>
                  </a:lnTo>
                  <a:lnTo>
                    <a:pt x="17505" y="11372"/>
                  </a:lnTo>
                  <a:lnTo>
                    <a:pt x="17760" y="11691"/>
                  </a:lnTo>
                  <a:lnTo>
                    <a:pt x="18080" y="11883"/>
                  </a:lnTo>
                  <a:lnTo>
                    <a:pt x="18271" y="11947"/>
                  </a:lnTo>
                  <a:lnTo>
                    <a:pt x="18463" y="12011"/>
                  </a:lnTo>
                  <a:lnTo>
                    <a:pt x="18463" y="12011"/>
                  </a:lnTo>
                  <a:lnTo>
                    <a:pt x="18719" y="11947"/>
                  </a:lnTo>
                  <a:lnTo>
                    <a:pt x="18910" y="11883"/>
                  </a:lnTo>
                  <a:lnTo>
                    <a:pt x="19102" y="11819"/>
                  </a:lnTo>
                  <a:lnTo>
                    <a:pt x="19230" y="11691"/>
                  </a:lnTo>
                  <a:lnTo>
                    <a:pt x="19357" y="11500"/>
                  </a:lnTo>
                  <a:lnTo>
                    <a:pt x="19485" y="11308"/>
                  </a:lnTo>
                  <a:lnTo>
                    <a:pt x="19549" y="11116"/>
                  </a:lnTo>
                  <a:lnTo>
                    <a:pt x="19549" y="10925"/>
                  </a:lnTo>
                  <a:lnTo>
                    <a:pt x="19549" y="10925"/>
                  </a:lnTo>
                  <a:lnTo>
                    <a:pt x="19549" y="10669"/>
                  </a:lnTo>
                  <a:lnTo>
                    <a:pt x="19421" y="10414"/>
                  </a:lnTo>
                  <a:lnTo>
                    <a:pt x="19293" y="10222"/>
                  </a:lnTo>
                  <a:lnTo>
                    <a:pt x="19102" y="10030"/>
                  </a:lnTo>
                  <a:lnTo>
                    <a:pt x="24085" y="1406"/>
                  </a:lnTo>
                  <a:lnTo>
                    <a:pt x="24404" y="895"/>
                  </a:lnTo>
                  <a:lnTo>
                    <a:pt x="24404" y="895"/>
                  </a:lnTo>
                  <a:lnTo>
                    <a:pt x="24596" y="959"/>
                  </a:lnTo>
                  <a:lnTo>
                    <a:pt x="24851" y="959"/>
                  </a:lnTo>
                  <a:lnTo>
                    <a:pt x="24851" y="959"/>
                  </a:lnTo>
                  <a:lnTo>
                    <a:pt x="25043" y="959"/>
                  </a:lnTo>
                  <a:lnTo>
                    <a:pt x="25235" y="895"/>
                  </a:lnTo>
                  <a:lnTo>
                    <a:pt x="25554" y="703"/>
                  </a:lnTo>
                  <a:lnTo>
                    <a:pt x="25810" y="384"/>
                  </a:lnTo>
                  <a:lnTo>
                    <a:pt x="25937" y="1"/>
                  </a:lnTo>
                  <a:lnTo>
                    <a:pt x="36478" y="1"/>
                  </a:lnTo>
                  <a:lnTo>
                    <a:pt x="36478" y="1"/>
                  </a:lnTo>
                  <a:lnTo>
                    <a:pt x="36606" y="384"/>
                  </a:lnTo>
                  <a:lnTo>
                    <a:pt x="36861" y="703"/>
                  </a:lnTo>
                  <a:lnTo>
                    <a:pt x="37181" y="895"/>
                  </a:lnTo>
                  <a:lnTo>
                    <a:pt x="37372" y="959"/>
                  </a:lnTo>
                  <a:lnTo>
                    <a:pt x="37564" y="959"/>
                  </a:lnTo>
                  <a:lnTo>
                    <a:pt x="37564" y="959"/>
                  </a:lnTo>
                  <a:lnTo>
                    <a:pt x="37820" y="959"/>
                  </a:lnTo>
                  <a:lnTo>
                    <a:pt x="38011" y="895"/>
                  </a:lnTo>
                  <a:lnTo>
                    <a:pt x="43314" y="10030"/>
                  </a:lnTo>
                  <a:lnTo>
                    <a:pt x="43314" y="10030"/>
                  </a:lnTo>
                  <a:lnTo>
                    <a:pt x="43122" y="10222"/>
                  </a:lnTo>
                  <a:lnTo>
                    <a:pt x="42994" y="10414"/>
                  </a:lnTo>
                  <a:lnTo>
                    <a:pt x="42866" y="10669"/>
                  </a:lnTo>
                  <a:lnTo>
                    <a:pt x="42866" y="10925"/>
                  </a:lnTo>
                  <a:lnTo>
                    <a:pt x="42866" y="10925"/>
                  </a:lnTo>
                  <a:lnTo>
                    <a:pt x="42866" y="11116"/>
                  </a:lnTo>
                  <a:lnTo>
                    <a:pt x="42930" y="11372"/>
                  </a:lnTo>
                  <a:lnTo>
                    <a:pt x="43058" y="11500"/>
                  </a:lnTo>
                  <a:lnTo>
                    <a:pt x="43186" y="11691"/>
                  </a:lnTo>
                  <a:lnTo>
                    <a:pt x="43314" y="11819"/>
                  </a:lnTo>
                  <a:lnTo>
                    <a:pt x="43505" y="11947"/>
                  </a:lnTo>
                  <a:lnTo>
                    <a:pt x="43697" y="12011"/>
                  </a:lnTo>
                  <a:lnTo>
                    <a:pt x="43952" y="12011"/>
                  </a:lnTo>
                  <a:lnTo>
                    <a:pt x="43952" y="12011"/>
                  </a:lnTo>
                  <a:lnTo>
                    <a:pt x="44144" y="12011"/>
                  </a:lnTo>
                  <a:lnTo>
                    <a:pt x="44336" y="11947"/>
                  </a:lnTo>
                  <a:lnTo>
                    <a:pt x="44655" y="11691"/>
                  </a:lnTo>
                  <a:lnTo>
                    <a:pt x="44911" y="11436"/>
                  </a:lnTo>
                  <a:lnTo>
                    <a:pt x="45038" y="10989"/>
                  </a:lnTo>
                  <a:lnTo>
                    <a:pt x="55899" y="10989"/>
                  </a:lnTo>
                  <a:lnTo>
                    <a:pt x="55899" y="10989"/>
                  </a:lnTo>
                  <a:lnTo>
                    <a:pt x="56026" y="11436"/>
                  </a:lnTo>
                  <a:lnTo>
                    <a:pt x="56218" y="11691"/>
                  </a:lnTo>
                  <a:lnTo>
                    <a:pt x="56601" y="11947"/>
                  </a:lnTo>
                  <a:lnTo>
                    <a:pt x="56793" y="12011"/>
                  </a:lnTo>
                  <a:lnTo>
                    <a:pt x="56985" y="12011"/>
                  </a:lnTo>
                  <a:lnTo>
                    <a:pt x="56985" y="12011"/>
                  </a:lnTo>
                  <a:lnTo>
                    <a:pt x="57176" y="12011"/>
                  </a:lnTo>
                  <a:lnTo>
                    <a:pt x="57368" y="11947"/>
                  </a:lnTo>
                  <a:lnTo>
                    <a:pt x="57560" y="11819"/>
                  </a:lnTo>
                  <a:lnTo>
                    <a:pt x="57751" y="11691"/>
                  </a:lnTo>
                  <a:lnTo>
                    <a:pt x="57879" y="11500"/>
                  </a:lnTo>
                  <a:lnTo>
                    <a:pt x="57943" y="11372"/>
                  </a:lnTo>
                  <a:lnTo>
                    <a:pt x="58007" y="11116"/>
                  </a:lnTo>
                  <a:lnTo>
                    <a:pt x="58071" y="10925"/>
                  </a:lnTo>
                  <a:lnTo>
                    <a:pt x="58071" y="10925"/>
                  </a:lnTo>
                  <a:lnTo>
                    <a:pt x="58007" y="10605"/>
                  </a:lnTo>
                  <a:lnTo>
                    <a:pt x="57879" y="10286"/>
                  </a:lnTo>
                  <a:lnTo>
                    <a:pt x="57623" y="10094"/>
                  </a:lnTo>
                  <a:lnTo>
                    <a:pt x="57368" y="9903"/>
                  </a:lnTo>
                  <a:lnTo>
                    <a:pt x="58007" y="8817"/>
                  </a:lnTo>
                  <a:lnTo>
                    <a:pt x="62542" y="895"/>
                  </a:lnTo>
                  <a:lnTo>
                    <a:pt x="62542" y="895"/>
                  </a:lnTo>
                  <a:lnTo>
                    <a:pt x="62798" y="959"/>
                  </a:lnTo>
                  <a:lnTo>
                    <a:pt x="62990" y="959"/>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39">
              <a:extLst>
                <a:ext uri="{FF2B5EF4-FFF2-40B4-BE49-F238E27FC236}">
                  <a16:creationId xmlns:a16="http://schemas.microsoft.com/office/drawing/2014/main" id="{20660FDF-E65B-F5F4-665E-2500669D0E40}"/>
                </a:ext>
              </a:extLst>
            </p:cNvPr>
            <p:cNvSpPr/>
            <p:nvPr/>
          </p:nvSpPr>
          <p:spPr>
            <a:xfrm>
              <a:off x="2354850" y="-1076800"/>
              <a:ext cx="605325" cy="544625"/>
            </a:xfrm>
            <a:custGeom>
              <a:avLst/>
              <a:gdLst/>
              <a:ahLst/>
              <a:cxnLst/>
              <a:rect l="l" t="t" r="r" b="b"/>
              <a:pathLst>
                <a:path w="24213" h="21785" fill="none" extrusionOk="0">
                  <a:moveTo>
                    <a:pt x="5750" y="959"/>
                  </a:moveTo>
                  <a:lnTo>
                    <a:pt x="5750" y="959"/>
                  </a:lnTo>
                  <a:lnTo>
                    <a:pt x="5942" y="895"/>
                  </a:lnTo>
                  <a:lnTo>
                    <a:pt x="6134" y="895"/>
                  </a:lnTo>
                  <a:lnTo>
                    <a:pt x="6453" y="640"/>
                  </a:lnTo>
                  <a:lnTo>
                    <a:pt x="6709" y="384"/>
                  </a:lnTo>
                  <a:lnTo>
                    <a:pt x="6773" y="1"/>
                  </a:lnTo>
                  <a:lnTo>
                    <a:pt x="17377" y="1"/>
                  </a:lnTo>
                  <a:lnTo>
                    <a:pt x="17377" y="1"/>
                  </a:lnTo>
                  <a:lnTo>
                    <a:pt x="17505" y="384"/>
                  </a:lnTo>
                  <a:lnTo>
                    <a:pt x="17697" y="704"/>
                  </a:lnTo>
                  <a:lnTo>
                    <a:pt x="18080" y="895"/>
                  </a:lnTo>
                  <a:lnTo>
                    <a:pt x="18272" y="959"/>
                  </a:lnTo>
                  <a:lnTo>
                    <a:pt x="18463" y="959"/>
                  </a:lnTo>
                  <a:lnTo>
                    <a:pt x="18463" y="959"/>
                  </a:lnTo>
                  <a:lnTo>
                    <a:pt x="18655" y="959"/>
                  </a:lnTo>
                  <a:lnTo>
                    <a:pt x="18910" y="831"/>
                  </a:lnTo>
                  <a:lnTo>
                    <a:pt x="24213" y="10031"/>
                  </a:lnTo>
                  <a:lnTo>
                    <a:pt x="24213" y="10031"/>
                  </a:lnTo>
                  <a:lnTo>
                    <a:pt x="24021" y="10158"/>
                  </a:lnTo>
                  <a:lnTo>
                    <a:pt x="23829" y="10414"/>
                  </a:lnTo>
                  <a:lnTo>
                    <a:pt x="23766" y="10605"/>
                  </a:lnTo>
                  <a:lnTo>
                    <a:pt x="23702" y="10925"/>
                  </a:lnTo>
                  <a:lnTo>
                    <a:pt x="23702" y="10925"/>
                  </a:lnTo>
                  <a:lnTo>
                    <a:pt x="23766" y="11180"/>
                  </a:lnTo>
                  <a:lnTo>
                    <a:pt x="23829" y="11372"/>
                  </a:lnTo>
                  <a:lnTo>
                    <a:pt x="24021" y="11628"/>
                  </a:lnTo>
                  <a:lnTo>
                    <a:pt x="24213" y="11755"/>
                  </a:lnTo>
                  <a:lnTo>
                    <a:pt x="23957" y="12139"/>
                  </a:lnTo>
                  <a:lnTo>
                    <a:pt x="18974" y="20827"/>
                  </a:lnTo>
                  <a:lnTo>
                    <a:pt x="18974" y="20827"/>
                  </a:lnTo>
                  <a:lnTo>
                    <a:pt x="18783" y="20827"/>
                  </a:lnTo>
                  <a:lnTo>
                    <a:pt x="18783" y="20827"/>
                  </a:lnTo>
                  <a:lnTo>
                    <a:pt x="18591" y="20827"/>
                  </a:lnTo>
                  <a:lnTo>
                    <a:pt x="18399" y="20891"/>
                  </a:lnTo>
                  <a:lnTo>
                    <a:pt x="18016" y="21082"/>
                  </a:lnTo>
                  <a:lnTo>
                    <a:pt x="17824" y="21402"/>
                  </a:lnTo>
                  <a:lnTo>
                    <a:pt x="17697" y="21785"/>
                  </a:lnTo>
                  <a:lnTo>
                    <a:pt x="6836" y="21785"/>
                  </a:lnTo>
                  <a:lnTo>
                    <a:pt x="6836" y="21785"/>
                  </a:lnTo>
                  <a:lnTo>
                    <a:pt x="6709" y="21402"/>
                  </a:lnTo>
                  <a:lnTo>
                    <a:pt x="6453" y="21082"/>
                  </a:lnTo>
                  <a:lnTo>
                    <a:pt x="6134" y="20891"/>
                  </a:lnTo>
                  <a:lnTo>
                    <a:pt x="5942" y="20827"/>
                  </a:lnTo>
                  <a:lnTo>
                    <a:pt x="5750" y="20827"/>
                  </a:lnTo>
                  <a:lnTo>
                    <a:pt x="5750" y="20827"/>
                  </a:lnTo>
                  <a:lnTo>
                    <a:pt x="5495" y="20827"/>
                  </a:lnTo>
                  <a:lnTo>
                    <a:pt x="5303" y="20955"/>
                  </a:lnTo>
                  <a:lnTo>
                    <a:pt x="1" y="11755"/>
                  </a:lnTo>
                  <a:lnTo>
                    <a:pt x="1" y="11755"/>
                  </a:lnTo>
                  <a:lnTo>
                    <a:pt x="193" y="11628"/>
                  </a:lnTo>
                  <a:lnTo>
                    <a:pt x="320" y="11372"/>
                  </a:lnTo>
                  <a:lnTo>
                    <a:pt x="384" y="11180"/>
                  </a:lnTo>
                  <a:lnTo>
                    <a:pt x="448" y="10925"/>
                  </a:lnTo>
                  <a:lnTo>
                    <a:pt x="448" y="10925"/>
                  </a:lnTo>
                  <a:lnTo>
                    <a:pt x="384" y="10605"/>
                  </a:lnTo>
                  <a:lnTo>
                    <a:pt x="320" y="10414"/>
                  </a:lnTo>
                  <a:lnTo>
                    <a:pt x="193" y="10158"/>
                  </a:lnTo>
                  <a:lnTo>
                    <a:pt x="1" y="10031"/>
                  </a:lnTo>
                  <a:lnTo>
                    <a:pt x="5303" y="831"/>
                  </a:lnTo>
                  <a:lnTo>
                    <a:pt x="5303" y="831"/>
                  </a:lnTo>
                  <a:lnTo>
                    <a:pt x="5495" y="895"/>
                  </a:lnTo>
                  <a:lnTo>
                    <a:pt x="5750" y="959"/>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39">
              <a:extLst>
                <a:ext uri="{FF2B5EF4-FFF2-40B4-BE49-F238E27FC236}">
                  <a16:creationId xmlns:a16="http://schemas.microsoft.com/office/drawing/2014/main" id="{667BC2F9-6850-8F76-4CC9-5028FE817F80}"/>
                </a:ext>
              </a:extLst>
            </p:cNvPr>
            <p:cNvSpPr/>
            <p:nvPr/>
          </p:nvSpPr>
          <p:spPr>
            <a:xfrm>
              <a:off x="1874150" y="-1353075"/>
              <a:ext cx="608500" cy="546225"/>
            </a:xfrm>
            <a:custGeom>
              <a:avLst/>
              <a:gdLst/>
              <a:ahLst/>
              <a:cxnLst/>
              <a:rect l="l" t="t" r="r" b="b"/>
              <a:pathLst>
                <a:path w="24340" h="21849" fill="none" extrusionOk="0">
                  <a:moveTo>
                    <a:pt x="5877" y="1022"/>
                  </a:moveTo>
                  <a:lnTo>
                    <a:pt x="5877" y="1022"/>
                  </a:lnTo>
                  <a:lnTo>
                    <a:pt x="6069" y="958"/>
                  </a:lnTo>
                  <a:lnTo>
                    <a:pt x="6261" y="895"/>
                  </a:lnTo>
                  <a:lnTo>
                    <a:pt x="6580" y="703"/>
                  </a:lnTo>
                  <a:lnTo>
                    <a:pt x="6836" y="383"/>
                  </a:lnTo>
                  <a:lnTo>
                    <a:pt x="6963" y="0"/>
                  </a:lnTo>
                  <a:lnTo>
                    <a:pt x="17504" y="0"/>
                  </a:lnTo>
                  <a:lnTo>
                    <a:pt x="17504" y="0"/>
                  </a:lnTo>
                  <a:lnTo>
                    <a:pt x="17632" y="383"/>
                  </a:lnTo>
                  <a:lnTo>
                    <a:pt x="17887" y="703"/>
                  </a:lnTo>
                  <a:lnTo>
                    <a:pt x="18207" y="895"/>
                  </a:lnTo>
                  <a:lnTo>
                    <a:pt x="18398" y="958"/>
                  </a:lnTo>
                  <a:lnTo>
                    <a:pt x="18590" y="1022"/>
                  </a:lnTo>
                  <a:lnTo>
                    <a:pt x="18590" y="1022"/>
                  </a:lnTo>
                  <a:lnTo>
                    <a:pt x="18846" y="958"/>
                  </a:lnTo>
                  <a:lnTo>
                    <a:pt x="19037" y="895"/>
                  </a:lnTo>
                  <a:lnTo>
                    <a:pt x="24340" y="10030"/>
                  </a:lnTo>
                  <a:lnTo>
                    <a:pt x="24340" y="10030"/>
                  </a:lnTo>
                  <a:lnTo>
                    <a:pt x="24148" y="10221"/>
                  </a:lnTo>
                  <a:lnTo>
                    <a:pt x="24020" y="10413"/>
                  </a:lnTo>
                  <a:lnTo>
                    <a:pt x="23892" y="10669"/>
                  </a:lnTo>
                  <a:lnTo>
                    <a:pt x="23892" y="10924"/>
                  </a:lnTo>
                  <a:lnTo>
                    <a:pt x="23892" y="10924"/>
                  </a:lnTo>
                  <a:lnTo>
                    <a:pt x="23892" y="11180"/>
                  </a:lnTo>
                  <a:lnTo>
                    <a:pt x="24020" y="11435"/>
                  </a:lnTo>
                  <a:lnTo>
                    <a:pt x="24148" y="11627"/>
                  </a:lnTo>
                  <a:lnTo>
                    <a:pt x="24340" y="11819"/>
                  </a:lnTo>
                  <a:lnTo>
                    <a:pt x="19037" y="20954"/>
                  </a:lnTo>
                  <a:lnTo>
                    <a:pt x="19037" y="20954"/>
                  </a:lnTo>
                  <a:lnTo>
                    <a:pt x="18846" y="20890"/>
                  </a:lnTo>
                  <a:lnTo>
                    <a:pt x="18590" y="20890"/>
                  </a:lnTo>
                  <a:lnTo>
                    <a:pt x="18590" y="20890"/>
                  </a:lnTo>
                  <a:lnTo>
                    <a:pt x="18398" y="20890"/>
                  </a:lnTo>
                  <a:lnTo>
                    <a:pt x="18207" y="20954"/>
                  </a:lnTo>
                  <a:lnTo>
                    <a:pt x="17887" y="21145"/>
                  </a:lnTo>
                  <a:lnTo>
                    <a:pt x="17632" y="21465"/>
                  </a:lnTo>
                  <a:lnTo>
                    <a:pt x="17504" y="21848"/>
                  </a:lnTo>
                  <a:lnTo>
                    <a:pt x="6963" y="21848"/>
                  </a:lnTo>
                  <a:lnTo>
                    <a:pt x="6963" y="21848"/>
                  </a:lnTo>
                  <a:lnTo>
                    <a:pt x="6836" y="21465"/>
                  </a:lnTo>
                  <a:lnTo>
                    <a:pt x="6580" y="21145"/>
                  </a:lnTo>
                  <a:lnTo>
                    <a:pt x="6261" y="20954"/>
                  </a:lnTo>
                  <a:lnTo>
                    <a:pt x="6069" y="20890"/>
                  </a:lnTo>
                  <a:lnTo>
                    <a:pt x="5877" y="20890"/>
                  </a:lnTo>
                  <a:lnTo>
                    <a:pt x="5877" y="20890"/>
                  </a:lnTo>
                  <a:lnTo>
                    <a:pt x="5622" y="20890"/>
                  </a:lnTo>
                  <a:lnTo>
                    <a:pt x="5430" y="20954"/>
                  </a:lnTo>
                  <a:lnTo>
                    <a:pt x="0" y="11563"/>
                  </a:lnTo>
                  <a:lnTo>
                    <a:pt x="0" y="11563"/>
                  </a:lnTo>
                  <a:lnTo>
                    <a:pt x="256" y="11435"/>
                  </a:lnTo>
                  <a:lnTo>
                    <a:pt x="447" y="11180"/>
                  </a:lnTo>
                  <a:lnTo>
                    <a:pt x="575" y="10924"/>
                  </a:lnTo>
                  <a:lnTo>
                    <a:pt x="575" y="10605"/>
                  </a:lnTo>
                  <a:lnTo>
                    <a:pt x="575" y="10605"/>
                  </a:lnTo>
                  <a:lnTo>
                    <a:pt x="575" y="10413"/>
                  </a:lnTo>
                  <a:lnTo>
                    <a:pt x="511" y="10158"/>
                  </a:lnTo>
                  <a:lnTo>
                    <a:pt x="383" y="9966"/>
                  </a:lnTo>
                  <a:lnTo>
                    <a:pt x="256" y="9838"/>
                  </a:lnTo>
                  <a:lnTo>
                    <a:pt x="5430" y="895"/>
                  </a:lnTo>
                  <a:lnTo>
                    <a:pt x="5430" y="895"/>
                  </a:lnTo>
                  <a:lnTo>
                    <a:pt x="5622" y="958"/>
                  </a:lnTo>
                  <a:lnTo>
                    <a:pt x="5877" y="1022"/>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39">
              <a:extLst>
                <a:ext uri="{FF2B5EF4-FFF2-40B4-BE49-F238E27FC236}">
                  <a16:creationId xmlns:a16="http://schemas.microsoft.com/office/drawing/2014/main" id="{37A8C05A-2F65-2FDA-EAF4-D4114C7F147F}"/>
                </a:ext>
              </a:extLst>
            </p:cNvPr>
            <p:cNvSpPr/>
            <p:nvPr/>
          </p:nvSpPr>
          <p:spPr>
            <a:xfrm>
              <a:off x="2830800" y="-1353075"/>
              <a:ext cx="606900" cy="546225"/>
            </a:xfrm>
            <a:custGeom>
              <a:avLst/>
              <a:gdLst/>
              <a:ahLst/>
              <a:cxnLst/>
              <a:rect l="l" t="t" r="r" b="b"/>
              <a:pathLst>
                <a:path w="24276" h="21849" fill="none" extrusionOk="0">
                  <a:moveTo>
                    <a:pt x="5750" y="1022"/>
                  </a:moveTo>
                  <a:lnTo>
                    <a:pt x="5750" y="1022"/>
                  </a:lnTo>
                  <a:lnTo>
                    <a:pt x="5941" y="958"/>
                  </a:lnTo>
                  <a:lnTo>
                    <a:pt x="6133" y="895"/>
                  </a:lnTo>
                  <a:lnTo>
                    <a:pt x="6516" y="703"/>
                  </a:lnTo>
                  <a:lnTo>
                    <a:pt x="6708" y="383"/>
                  </a:lnTo>
                  <a:lnTo>
                    <a:pt x="6836" y="0"/>
                  </a:lnTo>
                  <a:lnTo>
                    <a:pt x="17440" y="0"/>
                  </a:lnTo>
                  <a:lnTo>
                    <a:pt x="17440" y="0"/>
                  </a:lnTo>
                  <a:lnTo>
                    <a:pt x="17504" y="383"/>
                  </a:lnTo>
                  <a:lnTo>
                    <a:pt x="17760" y="703"/>
                  </a:lnTo>
                  <a:lnTo>
                    <a:pt x="18079" y="895"/>
                  </a:lnTo>
                  <a:lnTo>
                    <a:pt x="18271" y="958"/>
                  </a:lnTo>
                  <a:lnTo>
                    <a:pt x="18462" y="1022"/>
                  </a:lnTo>
                  <a:lnTo>
                    <a:pt x="18462" y="1022"/>
                  </a:lnTo>
                  <a:lnTo>
                    <a:pt x="18718" y="958"/>
                  </a:lnTo>
                  <a:lnTo>
                    <a:pt x="18910" y="895"/>
                  </a:lnTo>
                  <a:lnTo>
                    <a:pt x="24276" y="10158"/>
                  </a:lnTo>
                  <a:lnTo>
                    <a:pt x="24276" y="10158"/>
                  </a:lnTo>
                  <a:lnTo>
                    <a:pt x="24148" y="10285"/>
                  </a:lnTo>
                  <a:lnTo>
                    <a:pt x="24020" y="10477"/>
                  </a:lnTo>
                  <a:lnTo>
                    <a:pt x="23956" y="10732"/>
                  </a:lnTo>
                  <a:lnTo>
                    <a:pt x="23956" y="10924"/>
                  </a:lnTo>
                  <a:lnTo>
                    <a:pt x="23956" y="10924"/>
                  </a:lnTo>
                  <a:lnTo>
                    <a:pt x="23956" y="11180"/>
                  </a:lnTo>
                  <a:lnTo>
                    <a:pt x="24020" y="11371"/>
                  </a:lnTo>
                  <a:lnTo>
                    <a:pt x="24148" y="11563"/>
                  </a:lnTo>
                  <a:lnTo>
                    <a:pt x="24276" y="11691"/>
                  </a:lnTo>
                  <a:lnTo>
                    <a:pt x="21337" y="16801"/>
                  </a:lnTo>
                  <a:lnTo>
                    <a:pt x="18910" y="20954"/>
                  </a:lnTo>
                  <a:lnTo>
                    <a:pt x="18910" y="20954"/>
                  </a:lnTo>
                  <a:lnTo>
                    <a:pt x="18718" y="20890"/>
                  </a:lnTo>
                  <a:lnTo>
                    <a:pt x="18462" y="20890"/>
                  </a:lnTo>
                  <a:lnTo>
                    <a:pt x="18462" y="20890"/>
                  </a:lnTo>
                  <a:lnTo>
                    <a:pt x="18271" y="20890"/>
                  </a:lnTo>
                  <a:lnTo>
                    <a:pt x="18079" y="20954"/>
                  </a:lnTo>
                  <a:lnTo>
                    <a:pt x="17760" y="21145"/>
                  </a:lnTo>
                  <a:lnTo>
                    <a:pt x="17504" y="21465"/>
                  </a:lnTo>
                  <a:lnTo>
                    <a:pt x="17440" y="21848"/>
                  </a:lnTo>
                  <a:lnTo>
                    <a:pt x="6836" y="21848"/>
                  </a:lnTo>
                  <a:lnTo>
                    <a:pt x="6836" y="21848"/>
                  </a:lnTo>
                  <a:lnTo>
                    <a:pt x="6708" y="21465"/>
                  </a:lnTo>
                  <a:lnTo>
                    <a:pt x="6516" y="21145"/>
                  </a:lnTo>
                  <a:lnTo>
                    <a:pt x="6133" y="20954"/>
                  </a:lnTo>
                  <a:lnTo>
                    <a:pt x="5941" y="20890"/>
                  </a:lnTo>
                  <a:lnTo>
                    <a:pt x="5750" y="20890"/>
                  </a:lnTo>
                  <a:lnTo>
                    <a:pt x="5750" y="20890"/>
                  </a:lnTo>
                  <a:lnTo>
                    <a:pt x="5558" y="20890"/>
                  </a:lnTo>
                  <a:lnTo>
                    <a:pt x="5302" y="20954"/>
                  </a:lnTo>
                  <a:lnTo>
                    <a:pt x="0" y="11819"/>
                  </a:lnTo>
                  <a:lnTo>
                    <a:pt x="0" y="11819"/>
                  </a:lnTo>
                  <a:lnTo>
                    <a:pt x="192" y="11627"/>
                  </a:lnTo>
                  <a:lnTo>
                    <a:pt x="383" y="11435"/>
                  </a:lnTo>
                  <a:lnTo>
                    <a:pt x="447" y="11180"/>
                  </a:lnTo>
                  <a:lnTo>
                    <a:pt x="511" y="10924"/>
                  </a:lnTo>
                  <a:lnTo>
                    <a:pt x="511" y="10924"/>
                  </a:lnTo>
                  <a:lnTo>
                    <a:pt x="447" y="10669"/>
                  </a:lnTo>
                  <a:lnTo>
                    <a:pt x="383" y="10413"/>
                  </a:lnTo>
                  <a:lnTo>
                    <a:pt x="192" y="10221"/>
                  </a:lnTo>
                  <a:lnTo>
                    <a:pt x="0" y="10030"/>
                  </a:lnTo>
                  <a:lnTo>
                    <a:pt x="5175" y="1150"/>
                  </a:lnTo>
                  <a:lnTo>
                    <a:pt x="5302" y="895"/>
                  </a:lnTo>
                  <a:lnTo>
                    <a:pt x="5302" y="895"/>
                  </a:lnTo>
                  <a:lnTo>
                    <a:pt x="5558" y="958"/>
                  </a:lnTo>
                  <a:lnTo>
                    <a:pt x="5750" y="1022"/>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39">
              <a:extLst>
                <a:ext uri="{FF2B5EF4-FFF2-40B4-BE49-F238E27FC236}">
                  <a16:creationId xmlns:a16="http://schemas.microsoft.com/office/drawing/2014/main" id="{4B1BB880-7C3B-288E-DB9C-EF3954496E5A}"/>
                </a:ext>
              </a:extLst>
            </p:cNvPr>
            <p:cNvSpPr/>
            <p:nvPr/>
          </p:nvSpPr>
          <p:spPr>
            <a:xfrm>
              <a:off x="1067625" y="-1658125"/>
              <a:ext cx="2887550" cy="2526600"/>
            </a:xfrm>
            <a:custGeom>
              <a:avLst/>
              <a:gdLst/>
              <a:ahLst/>
              <a:cxnLst/>
              <a:rect l="l" t="t" r="r" b="b"/>
              <a:pathLst>
                <a:path w="115502" h="101064" fill="none" extrusionOk="0">
                  <a:moveTo>
                    <a:pt x="69952" y="1"/>
                  </a:moveTo>
                  <a:lnTo>
                    <a:pt x="69952" y="1"/>
                  </a:lnTo>
                  <a:lnTo>
                    <a:pt x="69761" y="64"/>
                  </a:lnTo>
                  <a:lnTo>
                    <a:pt x="69569" y="128"/>
                  </a:lnTo>
                  <a:lnTo>
                    <a:pt x="69186" y="320"/>
                  </a:lnTo>
                  <a:lnTo>
                    <a:pt x="68994" y="639"/>
                  </a:lnTo>
                  <a:lnTo>
                    <a:pt x="68866" y="1023"/>
                  </a:lnTo>
                  <a:lnTo>
                    <a:pt x="57239" y="1023"/>
                  </a:lnTo>
                  <a:lnTo>
                    <a:pt x="57239" y="1214"/>
                  </a:lnTo>
                  <a:lnTo>
                    <a:pt x="68866" y="1214"/>
                  </a:lnTo>
                  <a:lnTo>
                    <a:pt x="68866" y="1214"/>
                  </a:lnTo>
                  <a:lnTo>
                    <a:pt x="68994" y="1598"/>
                  </a:lnTo>
                  <a:lnTo>
                    <a:pt x="69186" y="1917"/>
                  </a:lnTo>
                  <a:lnTo>
                    <a:pt x="69569" y="2109"/>
                  </a:lnTo>
                  <a:lnTo>
                    <a:pt x="69761" y="2173"/>
                  </a:lnTo>
                  <a:lnTo>
                    <a:pt x="69952" y="2173"/>
                  </a:lnTo>
                  <a:lnTo>
                    <a:pt x="69952" y="2173"/>
                  </a:lnTo>
                  <a:lnTo>
                    <a:pt x="70144" y="2173"/>
                  </a:lnTo>
                  <a:lnTo>
                    <a:pt x="70399" y="2109"/>
                  </a:lnTo>
                  <a:lnTo>
                    <a:pt x="75702" y="11244"/>
                  </a:lnTo>
                  <a:lnTo>
                    <a:pt x="75702" y="11244"/>
                  </a:lnTo>
                  <a:lnTo>
                    <a:pt x="75510" y="11436"/>
                  </a:lnTo>
                  <a:lnTo>
                    <a:pt x="75318" y="11627"/>
                  </a:lnTo>
                  <a:lnTo>
                    <a:pt x="75255" y="11883"/>
                  </a:lnTo>
                  <a:lnTo>
                    <a:pt x="75191" y="12138"/>
                  </a:lnTo>
                  <a:lnTo>
                    <a:pt x="75191" y="12138"/>
                  </a:lnTo>
                  <a:lnTo>
                    <a:pt x="75255" y="12394"/>
                  </a:lnTo>
                  <a:lnTo>
                    <a:pt x="75318" y="12649"/>
                  </a:lnTo>
                  <a:lnTo>
                    <a:pt x="75510" y="12841"/>
                  </a:lnTo>
                  <a:lnTo>
                    <a:pt x="75702" y="12969"/>
                  </a:lnTo>
                  <a:lnTo>
                    <a:pt x="73019" y="17568"/>
                  </a:lnTo>
                  <a:lnTo>
                    <a:pt x="70399" y="22168"/>
                  </a:lnTo>
                  <a:lnTo>
                    <a:pt x="70399" y="22168"/>
                  </a:lnTo>
                  <a:lnTo>
                    <a:pt x="70144" y="22104"/>
                  </a:lnTo>
                  <a:lnTo>
                    <a:pt x="69952" y="22040"/>
                  </a:lnTo>
                  <a:lnTo>
                    <a:pt x="69952" y="22040"/>
                  </a:lnTo>
                  <a:lnTo>
                    <a:pt x="69761" y="22040"/>
                  </a:lnTo>
                  <a:lnTo>
                    <a:pt x="69505" y="22104"/>
                  </a:lnTo>
                  <a:lnTo>
                    <a:pt x="69186" y="22360"/>
                  </a:lnTo>
                  <a:lnTo>
                    <a:pt x="68994" y="22679"/>
                  </a:lnTo>
                  <a:lnTo>
                    <a:pt x="68866" y="23062"/>
                  </a:lnTo>
                  <a:lnTo>
                    <a:pt x="58262" y="23062"/>
                  </a:lnTo>
                  <a:lnTo>
                    <a:pt x="58262" y="23062"/>
                  </a:lnTo>
                  <a:lnTo>
                    <a:pt x="58262" y="22807"/>
                  </a:lnTo>
                  <a:lnTo>
                    <a:pt x="58198" y="22615"/>
                  </a:lnTo>
                  <a:lnTo>
                    <a:pt x="57942" y="22296"/>
                  </a:lnTo>
                  <a:lnTo>
                    <a:pt x="57623" y="22104"/>
                  </a:lnTo>
                  <a:lnTo>
                    <a:pt x="57431" y="22040"/>
                  </a:lnTo>
                  <a:lnTo>
                    <a:pt x="57239" y="22040"/>
                  </a:lnTo>
                  <a:lnTo>
                    <a:pt x="57239" y="22040"/>
                  </a:lnTo>
                  <a:lnTo>
                    <a:pt x="56984" y="22040"/>
                  </a:lnTo>
                  <a:lnTo>
                    <a:pt x="56728" y="22168"/>
                  </a:lnTo>
                  <a:lnTo>
                    <a:pt x="55706" y="20379"/>
                  </a:lnTo>
                  <a:lnTo>
                    <a:pt x="51490" y="12969"/>
                  </a:lnTo>
                  <a:lnTo>
                    <a:pt x="51490" y="12969"/>
                  </a:lnTo>
                  <a:lnTo>
                    <a:pt x="51682" y="12841"/>
                  </a:lnTo>
                  <a:lnTo>
                    <a:pt x="51809" y="12649"/>
                  </a:lnTo>
                  <a:lnTo>
                    <a:pt x="51873" y="12394"/>
                  </a:lnTo>
                  <a:lnTo>
                    <a:pt x="51937" y="12138"/>
                  </a:lnTo>
                  <a:lnTo>
                    <a:pt x="51937" y="12138"/>
                  </a:lnTo>
                  <a:lnTo>
                    <a:pt x="51937" y="11883"/>
                  </a:lnTo>
                  <a:lnTo>
                    <a:pt x="51873" y="11691"/>
                  </a:lnTo>
                  <a:lnTo>
                    <a:pt x="51745" y="11499"/>
                  </a:lnTo>
                  <a:lnTo>
                    <a:pt x="51618" y="11372"/>
                  </a:lnTo>
                  <a:lnTo>
                    <a:pt x="51490" y="11244"/>
                  </a:lnTo>
                  <a:lnTo>
                    <a:pt x="51298" y="11116"/>
                  </a:lnTo>
                  <a:lnTo>
                    <a:pt x="51043" y="11052"/>
                  </a:lnTo>
                  <a:lnTo>
                    <a:pt x="50851" y="11052"/>
                  </a:lnTo>
                  <a:lnTo>
                    <a:pt x="50851" y="11052"/>
                  </a:lnTo>
                  <a:lnTo>
                    <a:pt x="50659" y="11052"/>
                  </a:lnTo>
                  <a:lnTo>
                    <a:pt x="50468" y="11116"/>
                  </a:lnTo>
                  <a:lnTo>
                    <a:pt x="50148" y="11308"/>
                  </a:lnTo>
                  <a:lnTo>
                    <a:pt x="49893" y="11627"/>
                  </a:lnTo>
                  <a:lnTo>
                    <a:pt x="49765" y="12011"/>
                  </a:lnTo>
                  <a:lnTo>
                    <a:pt x="39224" y="12011"/>
                  </a:lnTo>
                  <a:lnTo>
                    <a:pt x="39224" y="12011"/>
                  </a:lnTo>
                  <a:lnTo>
                    <a:pt x="39097" y="11627"/>
                  </a:lnTo>
                  <a:lnTo>
                    <a:pt x="38841" y="11308"/>
                  </a:lnTo>
                  <a:lnTo>
                    <a:pt x="38522" y="11116"/>
                  </a:lnTo>
                  <a:lnTo>
                    <a:pt x="38330" y="11052"/>
                  </a:lnTo>
                  <a:lnTo>
                    <a:pt x="38138" y="11052"/>
                  </a:lnTo>
                  <a:lnTo>
                    <a:pt x="38138" y="11052"/>
                  </a:lnTo>
                  <a:lnTo>
                    <a:pt x="37883" y="11052"/>
                  </a:lnTo>
                  <a:lnTo>
                    <a:pt x="37691" y="11116"/>
                  </a:lnTo>
                  <a:lnTo>
                    <a:pt x="31878" y="1023"/>
                  </a:lnTo>
                  <a:lnTo>
                    <a:pt x="31686" y="1150"/>
                  </a:lnTo>
                  <a:lnTo>
                    <a:pt x="37499" y="11244"/>
                  </a:lnTo>
                  <a:lnTo>
                    <a:pt x="37499" y="11244"/>
                  </a:lnTo>
                  <a:lnTo>
                    <a:pt x="37308" y="11436"/>
                  </a:lnTo>
                  <a:lnTo>
                    <a:pt x="37180" y="11627"/>
                  </a:lnTo>
                  <a:lnTo>
                    <a:pt x="37116" y="11883"/>
                  </a:lnTo>
                  <a:lnTo>
                    <a:pt x="37052" y="12138"/>
                  </a:lnTo>
                  <a:lnTo>
                    <a:pt x="37052" y="12138"/>
                  </a:lnTo>
                  <a:lnTo>
                    <a:pt x="37116" y="12394"/>
                  </a:lnTo>
                  <a:lnTo>
                    <a:pt x="37180" y="12649"/>
                  </a:lnTo>
                  <a:lnTo>
                    <a:pt x="37308" y="12841"/>
                  </a:lnTo>
                  <a:lnTo>
                    <a:pt x="37499" y="12969"/>
                  </a:lnTo>
                  <a:lnTo>
                    <a:pt x="32389" y="21912"/>
                  </a:lnTo>
                  <a:lnTo>
                    <a:pt x="32389" y="21912"/>
                  </a:lnTo>
                  <a:lnTo>
                    <a:pt x="32069" y="21785"/>
                  </a:lnTo>
                  <a:lnTo>
                    <a:pt x="31750" y="21721"/>
                  </a:lnTo>
                  <a:lnTo>
                    <a:pt x="31750" y="21721"/>
                  </a:lnTo>
                  <a:lnTo>
                    <a:pt x="31558" y="21721"/>
                  </a:lnTo>
                  <a:lnTo>
                    <a:pt x="31367" y="21785"/>
                  </a:lnTo>
                  <a:lnTo>
                    <a:pt x="31175" y="21912"/>
                  </a:lnTo>
                  <a:lnTo>
                    <a:pt x="30983" y="22040"/>
                  </a:lnTo>
                  <a:lnTo>
                    <a:pt x="30856" y="22232"/>
                  </a:lnTo>
                  <a:lnTo>
                    <a:pt x="30792" y="22360"/>
                  </a:lnTo>
                  <a:lnTo>
                    <a:pt x="30728" y="22615"/>
                  </a:lnTo>
                  <a:lnTo>
                    <a:pt x="30728" y="22807"/>
                  </a:lnTo>
                  <a:lnTo>
                    <a:pt x="30728" y="22807"/>
                  </a:lnTo>
                  <a:lnTo>
                    <a:pt x="30728" y="23062"/>
                  </a:lnTo>
                  <a:lnTo>
                    <a:pt x="19037" y="23062"/>
                  </a:lnTo>
                  <a:lnTo>
                    <a:pt x="19037" y="23062"/>
                  </a:lnTo>
                  <a:lnTo>
                    <a:pt x="19037" y="23254"/>
                  </a:lnTo>
                  <a:lnTo>
                    <a:pt x="19037" y="23254"/>
                  </a:lnTo>
                  <a:lnTo>
                    <a:pt x="30792" y="23254"/>
                  </a:lnTo>
                  <a:lnTo>
                    <a:pt x="30792" y="23254"/>
                  </a:lnTo>
                  <a:lnTo>
                    <a:pt x="30920" y="23509"/>
                  </a:lnTo>
                  <a:lnTo>
                    <a:pt x="31175" y="23701"/>
                  </a:lnTo>
                  <a:lnTo>
                    <a:pt x="31431" y="23829"/>
                  </a:lnTo>
                  <a:lnTo>
                    <a:pt x="31750" y="23893"/>
                  </a:lnTo>
                  <a:lnTo>
                    <a:pt x="31750" y="23893"/>
                  </a:lnTo>
                  <a:lnTo>
                    <a:pt x="32069" y="23829"/>
                  </a:lnTo>
                  <a:lnTo>
                    <a:pt x="37499" y="33284"/>
                  </a:lnTo>
                  <a:lnTo>
                    <a:pt x="37499" y="33284"/>
                  </a:lnTo>
                  <a:lnTo>
                    <a:pt x="37308" y="33411"/>
                  </a:lnTo>
                  <a:lnTo>
                    <a:pt x="37180" y="33667"/>
                  </a:lnTo>
                  <a:lnTo>
                    <a:pt x="37116" y="33858"/>
                  </a:lnTo>
                  <a:lnTo>
                    <a:pt x="37052" y="34178"/>
                  </a:lnTo>
                  <a:lnTo>
                    <a:pt x="37052" y="34178"/>
                  </a:lnTo>
                  <a:lnTo>
                    <a:pt x="37116" y="34433"/>
                  </a:lnTo>
                  <a:lnTo>
                    <a:pt x="37180" y="34625"/>
                  </a:lnTo>
                  <a:lnTo>
                    <a:pt x="37308" y="34881"/>
                  </a:lnTo>
                  <a:lnTo>
                    <a:pt x="37499" y="35008"/>
                  </a:lnTo>
                  <a:lnTo>
                    <a:pt x="32580" y="43633"/>
                  </a:lnTo>
                  <a:lnTo>
                    <a:pt x="32261" y="44144"/>
                  </a:lnTo>
                  <a:lnTo>
                    <a:pt x="32261" y="44144"/>
                  </a:lnTo>
                  <a:lnTo>
                    <a:pt x="32006" y="44080"/>
                  </a:lnTo>
                  <a:lnTo>
                    <a:pt x="31750" y="44080"/>
                  </a:lnTo>
                  <a:lnTo>
                    <a:pt x="31750" y="44080"/>
                  </a:lnTo>
                  <a:lnTo>
                    <a:pt x="31558" y="44080"/>
                  </a:lnTo>
                  <a:lnTo>
                    <a:pt x="31367" y="44144"/>
                  </a:lnTo>
                  <a:lnTo>
                    <a:pt x="31047" y="44335"/>
                  </a:lnTo>
                  <a:lnTo>
                    <a:pt x="30792" y="44655"/>
                  </a:lnTo>
                  <a:lnTo>
                    <a:pt x="30728" y="45038"/>
                  </a:lnTo>
                  <a:lnTo>
                    <a:pt x="20059" y="45038"/>
                  </a:lnTo>
                  <a:lnTo>
                    <a:pt x="20059" y="45038"/>
                  </a:lnTo>
                  <a:lnTo>
                    <a:pt x="20059" y="44846"/>
                  </a:lnTo>
                  <a:lnTo>
                    <a:pt x="19995" y="44655"/>
                  </a:lnTo>
                  <a:lnTo>
                    <a:pt x="19868" y="44463"/>
                  </a:lnTo>
                  <a:lnTo>
                    <a:pt x="19740" y="44271"/>
                  </a:lnTo>
                  <a:lnTo>
                    <a:pt x="19612" y="44144"/>
                  </a:lnTo>
                  <a:lnTo>
                    <a:pt x="19421" y="44080"/>
                  </a:lnTo>
                  <a:lnTo>
                    <a:pt x="19229" y="44016"/>
                  </a:lnTo>
                  <a:lnTo>
                    <a:pt x="18973" y="43952"/>
                  </a:lnTo>
                  <a:lnTo>
                    <a:pt x="18973" y="43952"/>
                  </a:lnTo>
                  <a:lnTo>
                    <a:pt x="18782" y="44016"/>
                  </a:lnTo>
                  <a:lnTo>
                    <a:pt x="18526" y="44080"/>
                  </a:lnTo>
                  <a:lnTo>
                    <a:pt x="12777" y="34114"/>
                  </a:lnTo>
                  <a:lnTo>
                    <a:pt x="12585" y="34178"/>
                  </a:lnTo>
                  <a:lnTo>
                    <a:pt x="18398" y="44144"/>
                  </a:lnTo>
                  <a:lnTo>
                    <a:pt x="18398" y="44144"/>
                  </a:lnTo>
                  <a:lnTo>
                    <a:pt x="18207" y="44335"/>
                  </a:lnTo>
                  <a:lnTo>
                    <a:pt x="18015" y="44527"/>
                  </a:lnTo>
                  <a:lnTo>
                    <a:pt x="17951" y="44782"/>
                  </a:lnTo>
                  <a:lnTo>
                    <a:pt x="17887" y="45038"/>
                  </a:lnTo>
                  <a:lnTo>
                    <a:pt x="17887" y="45038"/>
                  </a:lnTo>
                  <a:lnTo>
                    <a:pt x="17951" y="45357"/>
                  </a:lnTo>
                  <a:lnTo>
                    <a:pt x="18079" y="45613"/>
                  </a:lnTo>
                  <a:lnTo>
                    <a:pt x="18207" y="45805"/>
                  </a:lnTo>
                  <a:lnTo>
                    <a:pt x="18462" y="45996"/>
                  </a:lnTo>
                  <a:lnTo>
                    <a:pt x="13224" y="55004"/>
                  </a:lnTo>
                  <a:lnTo>
                    <a:pt x="13224" y="55004"/>
                  </a:lnTo>
                  <a:lnTo>
                    <a:pt x="12841" y="54940"/>
                  </a:lnTo>
                  <a:lnTo>
                    <a:pt x="12841" y="54940"/>
                  </a:lnTo>
                  <a:lnTo>
                    <a:pt x="12649" y="55004"/>
                  </a:lnTo>
                  <a:lnTo>
                    <a:pt x="12457" y="55068"/>
                  </a:lnTo>
                  <a:lnTo>
                    <a:pt x="12266" y="55132"/>
                  </a:lnTo>
                  <a:lnTo>
                    <a:pt x="12074" y="55259"/>
                  </a:lnTo>
                  <a:lnTo>
                    <a:pt x="11946" y="55451"/>
                  </a:lnTo>
                  <a:lnTo>
                    <a:pt x="11882" y="55643"/>
                  </a:lnTo>
                  <a:lnTo>
                    <a:pt x="11818" y="55834"/>
                  </a:lnTo>
                  <a:lnTo>
                    <a:pt x="11755" y="56026"/>
                  </a:lnTo>
                  <a:lnTo>
                    <a:pt x="11755" y="56090"/>
                  </a:lnTo>
                  <a:lnTo>
                    <a:pt x="0" y="56090"/>
                  </a:lnTo>
                  <a:lnTo>
                    <a:pt x="0" y="56281"/>
                  </a:lnTo>
                  <a:lnTo>
                    <a:pt x="11818" y="56281"/>
                  </a:lnTo>
                  <a:lnTo>
                    <a:pt x="11818" y="56281"/>
                  </a:lnTo>
                  <a:lnTo>
                    <a:pt x="11946" y="56601"/>
                  </a:lnTo>
                  <a:lnTo>
                    <a:pt x="12138" y="56856"/>
                  </a:lnTo>
                  <a:lnTo>
                    <a:pt x="12457" y="57048"/>
                  </a:lnTo>
                  <a:lnTo>
                    <a:pt x="12841" y="57112"/>
                  </a:lnTo>
                  <a:lnTo>
                    <a:pt x="12841" y="57112"/>
                  </a:lnTo>
                  <a:lnTo>
                    <a:pt x="13096" y="57112"/>
                  </a:lnTo>
                  <a:lnTo>
                    <a:pt x="18462" y="66311"/>
                  </a:lnTo>
                  <a:lnTo>
                    <a:pt x="18462" y="66311"/>
                  </a:lnTo>
                  <a:lnTo>
                    <a:pt x="18271" y="66503"/>
                  </a:lnTo>
                  <a:lnTo>
                    <a:pt x="18143" y="66694"/>
                  </a:lnTo>
                  <a:lnTo>
                    <a:pt x="18015" y="66950"/>
                  </a:lnTo>
                  <a:lnTo>
                    <a:pt x="18015" y="67205"/>
                  </a:lnTo>
                  <a:lnTo>
                    <a:pt x="18015" y="67205"/>
                  </a:lnTo>
                  <a:lnTo>
                    <a:pt x="18015" y="67397"/>
                  </a:lnTo>
                  <a:lnTo>
                    <a:pt x="18079" y="67589"/>
                  </a:lnTo>
                  <a:lnTo>
                    <a:pt x="18207" y="67780"/>
                  </a:lnTo>
                  <a:lnTo>
                    <a:pt x="18335" y="67972"/>
                  </a:lnTo>
                  <a:lnTo>
                    <a:pt x="18462" y="68100"/>
                  </a:lnTo>
                  <a:lnTo>
                    <a:pt x="18654" y="68164"/>
                  </a:lnTo>
                  <a:lnTo>
                    <a:pt x="18846" y="68228"/>
                  </a:lnTo>
                  <a:lnTo>
                    <a:pt x="19101" y="68291"/>
                  </a:lnTo>
                  <a:lnTo>
                    <a:pt x="19101" y="68291"/>
                  </a:lnTo>
                  <a:lnTo>
                    <a:pt x="19293" y="68228"/>
                  </a:lnTo>
                  <a:lnTo>
                    <a:pt x="19484" y="68228"/>
                  </a:lnTo>
                  <a:lnTo>
                    <a:pt x="19804" y="67972"/>
                  </a:lnTo>
                  <a:lnTo>
                    <a:pt x="20059" y="67653"/>
                  </a:lnTo>
                  <a:lnTo>
                    <a:pt x="20187" y="67269"/>
                  </a:lnTo>
                  <a:lnTo>
                    <a:pt x="30728" y="67269"/>
                  </a:lnTo>
                  <a:lnTo>
                    <a:pt x="30728" y="67269"/>
                  </a:lnTo>
                  <a:lnTo>
                    <a:pt x="30792" y="67653"/>
                  </a:lnTo>
                  <a:lnTo>
                    <a:pt x="31047" y="67972"/>
                  </a:lnTo>
                  <a:lnTo>
                    <a:pt x="31367" y="68228"/>
                  </a:lnTo>
                  <a:lnTo>
                    <a:pt x="31558" y="68228"/>
                  </a:lnTo>
                  <a:lnTo>
                    <a:pt x="31750" y="68291"/>
                  </a:lnTo>
                  <a:lnTo>
                    <a:pt x="31750" y="68291"/>
                  </a:lnTo>
                  <a:lnTo>
                    <a:pt x="32006" y="68228"/>
                  </a:lnTo>
                  <a:lnTo>
                    <a:pt x="32197" y="68164"/>
                  </a:lnTo>
                  <a:lnTo>
                    <a:pt x="37499" y="77363"/>
                  </a:lnTo>
                  <a:lnTo>
                    <a:pt x="37499" y="77363"/>
                  </a:lnTo>
                  <a:lnTo>
                    <a:pt x="37372" y="77491"/>
                  </a:lnTo>
                  <a:lnTo>
                    <a:pt x="37244" y="77746"/>
                  </a:lnTo>
                  <a:lnTo>
                    <a:pt x="37116" y="77938"/>
                  </a:lnTo>
                  <a:lnTo>
                    <a:pt x="37116" y="78193"/>
                  </a:lnTo>
                  <a:lnTo>
                    <a:pt x="37116" y="78193"/>
                  </a:lnTo>
                  <a:lnTo>
                    <a:pt x="37116" y="78449"/>
                  </a:lnTo>
                  <a:lnTo>
                    <a:pt x="37244" y="78704"/>
                  </a:lnTo>
                  <a:lnTo>
                    <a:pt x="37372" y="78896"/>
                  </a:lnTo>
                  <a:lnTo>
                    <a:pt x="37499" y="79088"/>
                  </a:lnTo>
                  <a:lnTo>
                    <a:pt x="35072" y="83240"/>
                  </a:lnTo>
                  <a:lnTo>
                    <a:pt x="31750" y="89117"/>
                  </a:lnTo>
                  <a:lnTo>
                    <a:pt x="19037" y="89117"/>
                  </a:lnTo>
                  <a:lnTo>
                    <a:pt x="19037" y="89309"/>
                  </a:lnTo>
                  <a:lnTo>
                    <a:pt x="31750" y="89309"/>
                  </a:lnTo>
                  <a:lnTo>
                    <a:pt x="37436" y="99211"/>
                  </a:lnTo>
                  <a:lnTo>
                    <a:pt x="37436" y="99211"/>
                  </a:lnTo>
                  <a:lnTo>
                    <a:pt x="37308" y="99339"/>
                  </a:lnTo>
                  <a:lnTo>
                    <a:pt x="37180" y="99530"/>
                  </a:lnTo>
                  <a:lnTo>
                    <a:pt x="37116" y="99722"/>
                  </a:lnTo>
                  <a:lnTo>
                    <a:pt x="37116" y="99977"/>
                  </a:lnTo>
                  <a:lnTo>
                    <a:pt x="37116" y="99977"/>
                  </a:lnTo>
                  <a:lnTo>
                    <a:pt x="37116" y="100169"/>
                  </a:lnTo>
                  <a:lnTo>
                    <a:pt x="37180" y="100361"/>
                  </a:lnTo>
                  <a:lnTo>
                    <a:pt x="37308" y="100552"/>
                  </a:lnTo>
                  <a:lnTo>
                    <a:pt x="37436" y="100744"/>
                  </a:lnTo>
                  <a:lnTo>
                    <a:pt x="37563" y="100872"/>
                  </a:lnTo>
                  <a:lnTo>
                    <a:pt x="37755" y="100936"/>
                  </a:lnTo>
                  <a:lnTo>
                    <a:pt x="37947" y="100999"/>
                  </a:lnTo>
                  <a:lnTo>
                    <a:pt x="38202" y="101063"/>
                  </a:lnTo>
                  <a:lnTo>
                    <a:pt x="38202" y="101063"/>
                  </a:lnTo>
                  <a:lnTo>
                    <a:pt x="38394" y="100999"/>
                  </a:lnTo>
                  <a:lnTo>
                    <a:pt x="38586" y="100936"/>
                  </a:lnTo>
                  <a:lnTo>
                    <a:pt x="38777" y="100872"/>
                  </a:lnTo>
                  <a:lnTo>
                    <a:pt x="38969" y="100744"/>
                  </a:lnTo>
                  <a:lnTo>
                    <a:pt x="39097" y="100552"/>
                  </a:lnTo>
                  <a:lnTo>
                    <a:pt x="39160" y="100361"/>
                  </a:lnTo>
                  <a:lnTo>
                    <a:pt x="39224" y="100169"/>
                  </a:lnTo>
                  <a:lnTo>
                    <a:pt x="39288" y="99977"/>
                  </a:lnTo>
                  <a:lnTo>
                    <a:pt x="39288" y="99977"/>
                  </a:lnTo>
                  <a:lnTo>
                    <a:pt x="39224" y="99722"/>
                  </a:lnTo>
                  <a:lnTo>
                    <a:pt x="39160" y="99530"/>
                  </a:lnTo>
                  <a:lnTo>
                    <a:pt x="39097" y="99339"/>
                  </a:lnTo>
                  <a:lnTo>
                    <a:pt x="38969" y="99211"/>
                  </a:lnTo>
                  <a:lnTo>
                    <a:pt x="38777" y="99083"/>
                  </a:lnTo>
                  <a:lnTo>
                    <a:pt x="38586" y="98955"/>
                  </a:lnTo>
                  <a:lnTo>
                    <a:pt x="38394" y="98891"/>
                  </a:lnTo>
                  <a:lnTo>
                    <a:pt x="38202" y="98891"/>
                  </a:lnTo>
                  <a:lnTo>
                    <a:pt x="38202" y="98891"/>
                  </a:lnTo>
                  <a:lnTo>
                    <a:pt x="37883" y="98955"/>
                  </a:lnTo>
                  <a:lnTo>
                    <a:pt x="37563" y="99083"/>
                  </a:lnTo>
                  <a:lnTo>
                    <a:pt x="31878" y="89181"/>
                  </a:lnTo>
                  <a:lnTo>
                    <a:pt x="34689" y="84326"/>
                  </a:lnTo>
                  <a:lnTo>
                    <a:pt x="37691" y="79151"/>
                  </a:lnTo>
                  <a:lnTo>
                    <a:pt x="37691" y="79151"/>
                  </a:lnTo>
                  <a:lnTo>
                    <a:pt x="37947" y="79279"/>
                  </a:lnTo>
                  <a:lnTo>
                    <a:pt x="38202" y="79279"/>
                  </a:lnTo>
                  <a:lnTo>
                    <a:pt x="38202" y="79279"/>
                  </a:lnTo>
                  <a:lnTo>
                    <a:pt x="38394" y="79279"/>
                  </a:lnTo>
                  <a:lnTo>
                    <a:pt x="38586" y="79215"/>
                  </a:lnTo>
                  <a:lnTo>
                    <a:pt x="38905" y="79024"/>
                  </a:lnTo>
                  <a:lnTo>
                    <a:pt x="39160" y="78704"/>
                  </a:lnTo>
                  <a:lnTo>
                    <a:pt x="39224" y="78321"/>
                  </a:lnTo>
                  <a:lnTo>
                    <a:pt x="49765" y="78321"/>
                  </a:lnTo>
                  <a:lnTo>
                    <a:pt x="49765" y="78321"/>
                  </a:lnTo>
                  <a:lnTo>
                    <a:pt x="49893" y="78704"/>
                  </a:lnTo>
                  <a:lnTo>
                    <a:pt x="50148" y="79024"/>
                  </a:lnTo>
                  <a:lnTo>
                    <a:pt x="50468" y="79215"/>
                  </a:lnTo>
                  <a:lnTo>
                    <a:pt x="50659" y="79279"/>
                  </a:lnTo>
                  <a:lnTo>
                    <a:pt x="50851" y="79279"/>
                  </a:lnTo>
                  <a:lnTo>
                    <a:pt x="50851" y="79279"/>
                  </a:lnTo>
                  <a:lnTo>
                    <a:pt x="51107" y="79279"/>
                  </a:lnTo>
                  <a:lnTo>
                    <a:pt x="51298" y="79151"/>
                  </a:lnTo>
                  <a:lnTo>
                    <a:pt x="56601" y="88415"/>
                  </a:lnTo>
                  <a:lnTo>
                    <a:pt x="56601" y="88415"/>
                  </a:lnTo>
                  <a:lnTo>
                    <a:pt x="56473" y="88542"/>
                  </a:lnTo>
                  <a:lnTo>
                    <a:pt x="56345" y="88734"/>
                  </a:lnTo>
                  <a:lnTo>
                    <a:pt x="56217" y="88989"/>
                  </a:lnTo>
                  <a:lnTo>
                    <a:pt x="56217" y="89245"/>
                  </a:lnTo>
                  <a:lnTo>
                    <a:pt x="56217" y="89245"/>
                  </a:lnTo>
                  <a:lnTo>
                    <a:pt x="56217" y="89437"/>
                  </a:lnTo>
                  <a:lnTo>
                    <a:pt x="56281" y="89692"/>
                  </a:lnTo>
                  <a:lnTo>
                    <a:pt x="56409" y="89820"/>
                  </a:lnTo>
                  <a:lnTo>
                    <a:pt x="56537" y="90012"/>
                  </a:lnTo>
                  <a:lnTo>
                    <a:pt x="56664" y="90139"/>
                  </a:lnTo>
                  <a:lnTo>
                    <a:pt x="56856" y="90267"/>
                  </a:lnTo>
                  <a:lnTo>
                    <a:pt x="57048" y="90331"/>
                  </a:lnTo>
                  <a:lnTo>
                    <a:pt x="57303" y="90331"/>
                  </a:lnTo>
                  <a:lnTo>
                    <a:pt x="57303" y="90331"/>
                  </a:lnTo>
                  <a:lnTo>
                    <a:pt x="57495" y="90331"/>
                  </a:lnTo>
                  <a:lnTo>
                    <a:pt x="57687" y="90267"/>
                  </a:lnTo>
                  <a:lnTo>
                    <a:pt x="57878" y="90139"/>
                  </a:lnTo>
                  <a:lnTo>
                    <a:pt x="58070" y="90012"/>
                  </a:lnTo>
                  <a:lnTo>
                    <a:pt x="58198" y="89820"/>
                  </a:lnTo>
                  <a:lnTo>
                    <a:pt x="58262" y="89692"/>
                  </a:lnTo>
                  <a:lnTo>
                    <a:pt x="58325" y="89437"/>
                  </a:lnTo>
                  <a:lnTo>
                    <a:pt x="58389" y="89245"/>
                  </a:lnTo>
                  <a:lnTo>
                    <a:pt x="58389" y="89245"/>
                  </a:lnTo>
                  <a:lnTo>
                    <a:pt x="58325" y="89053"/>
                  </a:lnTo>
                  <a:lnTo>
                    <a:pt x="58262" y="88798"/>
                  </a:lnTo>
                  <a:lnTo>
                    <a:pt x="58198" y="88670"/>
                  </a:lnTo>
                  <a:lnTo>
                    <a:pt x="58070" y="88478"/>
                  </a:lnTo>
                  <a:lnTo>
                    <a:pt x="57878" y="88351"/>
                  </a:lnTo>
                  <a:lnTo>
                    <a:pt x="57687" y="88223"/>
                  </a:lnTo>
                  <a:lnTo>
                    <a:pt x="57495" y="88159"/>
                  </a:lnTo>
                  <a:lnTo>
                    <a:pt x="57303" y="88159"/>
                  </a:lnTo>
                  <a:lnTo>
                    <a:pt x="57303" y="88159"/>
                  </a:lnTo>
                  <a:lnTo>
                    <a:pt x="57048" y="88223"/>
                  </a:lnTo>
                  <a:lnTo>
                    <a:pt x="56792" y="88287"/>
                  </a:lnTo>
                  <a:lnTo>
                    <a:pt x="51490" y="79088"/>
                  </a:lnTo>
                  <a:lnTo>
                    <a:pt x="51490" y="79088"/>
                  </a:lnTo>
                  <a:lnTo>
                    <a:pt x="51682" y="78896"/>
                  </a:lnTo>
                  <a:lnTo>
                    <a:pt x="51809" y="78704"/>
                  </a:lnTo>
                  <a:lnTo>
                    <a:pt x="51873" y="78449"/>
                  </a:lnTo>
                  <a:lnTo>
                    <a:pt x="51937" y="78193"/>
                  </a:lnTo>
                  <a:lnTo>
                    <a:pt x="51937" y="78193"/>
                  </a:lnTo>
                  <a:lnTo>
                    <a:pt x="51873" y="77938"/>
                  </a:lnTo>
                  <a:lnTo>
                    <a:pt x="51809" y="77682"/>
                  </a:lnTo>
                  <a:lnTo>
                    <a:pt x="51682" y="77491"/>
                  </a:lnTo>
                  <a:lnTo>
                    <a:pt x="51490" y="77299"/>
                  </a:lnTo>
                  <a:lnTo>
                    <a:pt x="56728" y="68228"/>
                  </a:lnTo>
                  <a:lnTo>
                    <a:pt x="56728" y="68228"/>
                  </a:lnTo>
                  <a:lnTo>
                    <a:pt x="56984" y="68355"/>
                  </a:lnTo>
                  <a:lnTo>
                    <a:pt x="57303" y="68419"/>
                  </a:lnTo>
                  <a:lnTo>
                    <a:pt x="57303" y="68419"/>
                  </a:lnTo>
                  <a:lnTo>
                    <a:pt x="57495" y="68355"/>
                  </a:lnTo>
                  <a:lnTo>
                    <a:pt x="57687" y="68291"/>
                  </a:lnTo>
                  <a:lnTo>
                    <a:pt x="57878" y="68228"/>
                  </a:lnTo>
                  <a:lnTo>
                    <a:pt x="58070" y="68100"/>
                  </a:lnTo>
                  <a:lnTo>
                    <a:pt x="58198" y="67908"/>
                  </a:lnTo>
                  <a:lnTo>
                    <a:pt x="58262" y="67716"/>
                  </a:lnTo>
                  <a:lnTo>
                    <a:pt x="58325" y="67525"/>
                  </a:lnTo>
                  <a:lnTo>
                    <a:pt x="58389" y="67333"/>
                  </a:lnTo>
                  <a:lnTo>
                    <a:pt x="58389" y="67269"/>
                  </a:lnTo>
                  <a:lnTo>
                    <a:pt x="68802" y="67269"/>
                  </a:lnTo>
                  <a:lnTo>
                    <a:pt x="68802" y="67333"/>
                  </a:lnTo>
                  <a:lnTo>
                    <a:pt x="68802" y="67333"/>
                  </a:lnTo>
                  <a:lnTo>
                    <a:pt x="68802" y="67525"/>
                  </a:lnTo>
                  <a:lnTo>
                    <a:pt x="68866" y="67716"/>
                  </a:lnTo>
                  <a:lnTo>
                    <a:pt x="68994" y="67908"/>
                  </a:lnTo>
                  <a:lnTo>
                    <a:pt x="69122" y="68100"/>
                  </a:lnTo>
                  <a:lnTo>
                    <a:pt x="69313" y="68228"/>
                  </a:lnTo>
                  <a:lnTo>
                    <a:pt x="69441" y="68291"/>
                  </a:lnTo>
                  <a:lnTo>
                    <a:pt x="69697" y="68355"/>
                  </a:lnTo>
                  <a:lnTo>
                    <a:pt x="69888" y="68419"/>
                  </a:lnTo>
                  <a:lnTo>
                    <a:pt x="69888" y="68419"/>
                  </a:lnTo>
                  <a:lnTo>
                    <a:pt x="70208" y="68355"/>
                  </a:lnTo>
                  <a:lnTo>
                    <a:pt x="70463" y="68228"/>
                  </a:lnTo>
                  <a:lnTo>
                    <a:pt x="75638" y="77235"/>
                  </a:lnTo>
                  <a:lnTo>
                    <a:pt x="75638" y="77235"/>
                  </a:lnTo>
                  <a:lnTo>
                    <a:pt x="75318" y="77363"/>
                  </a:lnTo>
                  <a:lnTo>
                    <a:pt x="75127" y="77618"/>
                  </a:lnTo>
                  <a:lnTo>
                    <a:pt x="74999" y="77874"/>
                  </a:lnTo>
                  <a:lnTo>
                    <a:pt x="74935" y="78193"/>
                  </a:lnTo>
                  <a:lnTo>
                    <a:pt x="74935" y="78193"/>
                  </a:lnTo>
                  <a:lnTo>
                    <a:pt x="74999" y="78513"/>
                  </a:lnTo>
                  <a:lnTo>
                    <a:pt x="75127" y="78832"/>
                  </a:lnTo>
                  <a:lnTo>
                    <a:pt x="75318" y="79024"/>
                  </a:lnTo>
                  <a:lnTo>
                    <a:pt x="75574" y="79215"/>
                  </a:lnTo>
                  <a:lnTo>
                    <a:pt x="70399" y="88223"/>
                  </a:lnTo>
                  <a:lnTo>
                    <a:pt x="70399" y="88223"/>
                  </a:lnTo>
                  <a:lnTo>
                    <a:pt x="70144" y="88159"/>
                  </a:lnTo>
                  <a:lnTo>
                    <a:pt x="70144" y="88159"/>
                  </a:lnTo>
                  <a:lnTo>
                    <a:pt x="69888" y="88159"/>
                  </a:lnTo>
                  <a:lnTo>
                    <a:pt x="69697" y="88223"/>
                  </a:lnTo>
                  <a:lnTo>
                    <a:pt x="69505" y="88351"/>
                  </a:lnTo>
                  <a:lnTo>
                    <a:pt x="69377" y="88478"/>
                  </a:lnTo>
                  <a:lnTo>
                    <a:pt x="69186" y="88670"/>
                  </a:lnTo>
                  <a:lnTo>
                    <a:pt x="69122" y="88798"/>
                  </a:lnTo>
                  <a:lnTo>
                    <a:pt x="69058" y="89053"/>
                  </a:lnTo>
                  <a:lnTo>
                    <a:pt x="69058" y="89245"/>
                  </a:lnTo>
                  <a:lnTo>
                    <a:pt x="69058" y="89245"/>
                  </a:lnTo>
                  <a:lnTo>
                    <a:pt x="69058" y="89437"/>
                  </a:lnTo>
                  <a:lnTo>
                    <a:pt x="69122" y="89692"/>
                  </a:lnTo>
                  <a:lnTo>
                    <a:pt x="69186" y="89820"/>
                  </a:lnTo>
                  <a:lnTo>
                    <a:pt x="69377" y="90012"/>
                  </a:lnTo>
                  <a:lnTo>
                    <a:pt x="69505" y="90139"/>
                  </a:lnTo>
                  <a:lnTo>
                    <a:pt x="69697" y="90267"/>
                  </a:lnTo>
                  <a:lnTo>
                    <a:pt x="69888" y="90331"/>
                  </a:lnTo>
                  <a:lnTo>
                    <a:pt x="70144" y="90331"/>
                  </a:lnTo>
                  <a:lnTo>
                    <a:pt x="70144" y="90331"/>
                  </a:lnTo>
                  <a:lnTo>
                    <a:pt x="70336" y="90331"/>
                  </a:lnTo>
                  <a:lnTo>
                    <a:pt x="70527" y="90267"/>
                  </a:lnTo>
                  <a:lnTo>
                    <a:pt x="70719" y="90139"/>
                  </a:lnTo>
                  <a:lnTo>
                    <a:pt x="70847" y="90012"/>
                  </a:lnTo>
                  <a:lnTo>
                    <a:pt x="71038" y="89820"/>
                  </a:lnTo>
                  <a:lnTo>
                    <a:pt x="71102" y="89692"/>
                  </a:lnTo>
                  <a:lnTo>
                    <a:pt x="71166" y="89437"/>
                  </a:lnTo>
                  <a:lnTo>
                    <a:pt x="71166" y="89245"/>
                  </a:lnTo>
                  <a:lnTo>
                    <a:pt x="71166" y="89245"/>
                  </a:lnTo>
                  <a:lnTo>
                    <a:pt x="71166" y="88926"/>
                  </a:lnTo>
                  <a:lnTo>
                    <a:pt x="71038" y="88670"/>
                  </a:lnTo>
                  <a:lnTo>
                    <a:pt x="70847" y="88415"/>
                  </a:lnTo>
                  <a:lnTo>
                    <a:pt x="70591" y="88287"/>
                  </a:lnTo>
                  <a:lnTo>
                    <a:pt x="75766" y="79279"/>
                  </a:lnTo>
                  <a:lnTo>
                    <a:pt x="75766" y="79279"/>
                  </a:lnTo>
                  <a:lnTo>
                    <a:pt x="76021" y="79279"/>
                  </a:lnTo>
                  <a:lnTo>
                    <a:pt x="76021" y="79279"/>
                  </a:lnTo>
                  <a:lnTo>
                    <a:pt x="76277" y="79279"/>
                  </a:lnTo>
                  <a:lnTo>
                    <a:pt x="76468" y="79215"/>
                  </a:lnTo>
                  <a:lnTo>
                    <a:pt x="76660" y="79088"/>
                  </a:lnTo>
                  <a:lnTo>
                    <a:pt x="76788" y="78960"/>
                  </a:lnTo>
                  <a:lnTo>
                    <a:pt x="76915" y="78832"/>
                  </a:lnTo>
                  <a:lnTo>
                    <a:pt x="77043" y="78640"/>
                  </a:lnTo>
                  <a:lnTo>
                    <a:pt x="77107" y="78449"/>
                  </a:lnTo>
                  <a:lnTo>
                    <a:pt x="77107" y="78193"/>
                  </a:lnTo>
                  <a:lnTo>
                    <a:pt x="77107" y="78193"/>
                  </a:lnTo>
                  <a:lnTo>
                    <a:pt x="77107" y="78002"/>
                  </a:lnTo>
                  <a:lnTo>
                    <a:pt x="77043" y="77810"/>
                  </a:lnTo>
                  <a:lnTo>
                    <a:pt x="76915" y="77618"/>
                  </a:lnTo>
                  <a:lnTo>
                    <a:pt x="76788" y="77427"/>
                  </a:lnTo>
                  <a:lnTo>
                    <a:pt x="76660" y="77299"/>
                  </a:lnTo>
                  <a:lnTo>
                    <a:pt x="76468" y="77235"/>
                  </a:lnTo>
                  <a:lnTo>
                    <a:pt x="76277" y="77171"/>
                  </a:lnTo>
                  <a:lnTo>
                    <a:pt x="76021" y="77107"/>
                  </a:lnTo>
                  <a:lnTo>
                    <a:pt x="76021" y="77107"/>
                  </a:lnTo>
                  <a:lnTo>
                    <a:pt x="75829" y="77171"/>
                  </a:lnTo>
                  <a:lnTo>
                    <a:pt x="70591" y="68164"/>
                  </a:lnTo>
                  <a:lnTo>
                    <a:pt x="70591" y="68164"/>
                  </a:lnTo>
                  <a:lnTo>
                    <a:pt x="70783" y="67972"/>
                  </a:lnTo>
                  <a:lnTo>
                    <a:pt x="70847" y="67780"/>
                  </a:lnTo>
                  <a:lnTo>
                    <a:pt x="70974" y="67589"/>
                  </a:lnTo>
                  <a:lnTo>
                    <a:pt x="70974" y="67333"/>
                  </a:lnTo>
                  <a:lnTo>
                    <a:pt x="70974" y="67333"/>
                  </a:lnTo>
                  <a:lnTo>
                    <a:pt x="70910" y="67078"/>
                  </a:lnTo>
                  <a:lnTo>
                    <a:pt x="70847" y="66822"/>
                  </a:lnTo>
                  <a:lnTo>
                    <a:pt x="70719" y="66567"/>
                  </a:lnTo>
                  <a:lnTo>
                    <a:pt x="70463" y="66439"/>
                  </a:lnTo>
                  <a:lnTo>
                    <a:pt x="75829" y="57176"/>
                  </a:lnTo>
                  <a:lnTo>
                    <a:pt x="75829" y="57176"/>
                  </a:lnTo>
                  <a:lnTo>
                    <a:pt x="76085" y="57240"/>
                  </a:lnTo>
                  <a:lnTo>
                    <a:pt x="76277" y="57240"/>
                  </a:lnTo>
                  <a:lnTo>
                    <a:pt x="76277" y="57240"/>
                  </a:lnTo>
                  <a:lnTo>
                    <a:pt x="76468" y="57240"/>
                  </a:lnTo>
                  <a:lnTo>
                    <a:pt x="76660" y="57176"/>
                  </a:lnTo>
                  <a:lnTo>
                    <a:pt x="77043" y="56984"/>
                  </a:lnTo>
                  <a:lnTo>
                    <a:pt x="77235" y="56665"/>
                  </a:lnTo>
                  <a:lnTo>
                    <a:pt x="77363" y="56281"/>
                  </a:lnTo>
                  <a:lnTo>
                    <a:pt x="87967" y="56281"/>
                  </a:lnTo>
                  <a:lnTo>
                    <a:pt x="87967" y="56281"/>
                  </a:lnTo>
                  <a:lnTo>
                    <a:pt x="88031" y="56665"/>
                  </a:lnTo>
                  <a:lnTo>
                    <a:pt x="88287" y="56984"/>
                  </a:lnTo>
                  <a:lnTo>
                    <a:pt x="88606" y="57176"/>
                  </a:lnTo>
                  <a:lnTo>
                    <a:pt x="88798" y="57240"/>
                  </a:lnTo>
                  <a:lnTo>
                    <a:pt x="88989" y="57240"/>
                  </a:lnTo>
                  <a:lnTo>
                    <a:pt x="88989" y="57240"/>
                  </a:lnTo>
                  <a:lnTo>
                    <a:pt x="89245" y="57240"/>
                  </a:lnTo>
                  <a:lnTo>
                    <a:pt x="89437" y="57176"/>
                  </a:lnTo>
                  <a:lnTo>
                    <a:pt x="89628" y="57048"/>
                  </a:lnTo>
                  <a:lnTo>
                    <a:pt x="89756" y="56920"/>
                  </a:lnTo>
                  <a:lnTo>
                    <a:pt x="89884" y="56792"/>
                  </a:lnTo>
                  <a:lnTo>
                    <a:pt x="90012" y="56601"/>
                  </a:lnTo>
                  <a:lnTo>
                    <a:pt x="90075" y="56409"/>
                  </a:lnTo>
                  <a:lnTo>
                    <a:pt x="90075" y="56154"/>
                  </a:lnTo>
                  <a:lnTo>
                    <a:pt x="90075" y="56154"/>
                  </a:lnTo>
                  <a:lnTo>
                    <a:pt x="90075" y="55898"/>
                  </a:lnTo>
                  <a:lnTo>
                    <a:pt x="89948" y="55643"/>
                  </a:lnTo>
                  <a:lnTo>
                    <a:pt x="89820" y="55451"/>
                  </a:lnTo>
                  <a:lnTo>
                    <a:pt x="89628" y="55323"/>
                  </a:lnTo>
                  <a:lnTo>
                    <a:pt x="94931" y="46060"/>
                  </a:lnTo>
                  <a:lnTo>
                    <a:pt x="94931" y="46060"/>
                  </a:lnTo>
                  <a:lnTo>
                    <a:pt x="95250" y="46188"/>
                  </a:lnTo>
                  <a:lnTo>
                    <a:pt x="95569" y="46252"/>
                  </a:lnTo>
                  <a:lnTo>
                    <a:pt x="95569" y="46252"/>
                  </a:lnTo>
                  <a:lnTo>
                    <a:pt x="95761" y="46252"/>
                  </a:lnTo>
                  <a:lnTo>
                    <a:pt x="95953" y="46188"/>
                  </a:lnTo>
                  <a:lnTo>
                    <a:pt x="96272" y="45932"/>
                  </a:lnTo>
                  <a:lnTo>
                    <a:pt x="96528" y="45677"/>
                  </a:lnTo>
                  <a:lnTo>
                    <a:pt x="96592" y="45230"/>
                  </a:lnTo>
                  <a:lnTo>
                    <a:pt x="106941" y="45230"/>
                  </a:lnTo>
                  <a:lnTo>
                    <a:pt x="106941" y="45230"/>
                  </a:lnTo>
                  <a:lnTo>
                    <a:pt x="107068" y="45677"/>
                  </a:lnTo>
                  <a:lnTo>
                    <a:pt x="107260" y="45932"/>
                  </a:lnTo>
                  <a:lnTo>
                    <a:pt x="107579" y="46188"/>
                  </a:lnTo>
                  <a:lnTo>
                    <a:pt x="107771" y="46252"/>
                  </a:lnTo>
                  <a:lnTo>
                    <a:pt x="108027" y="46252"/>
                  </a:lnTo>
                  <a:lnTo>
                    <a:pt x="108027" y="46252"/>
                  </a:lnTo>
                  <a:lnTo>
                    <a:pt x="108218" y="46252"/>
                  </a:lnTo>
                  <a:lnTo>
                    <a:pt x="108410" y="46188"/>
                  </a:lnTo>
                  <a:lnTo>
                    <a:pt x="108602" y="46060"/>
                  </a:lnTo>
                  <a:lnTo>
                    <a:pt x="108793" y="45932"/>
                  </a:lnTo>
                  <a:lnTo>
                    <a:pt x="108921" y="45741"/>
                  </a:lnTo>
                  <a:lnTo>
                    <a:pt x="108985" y="45613"/>
                  </a:lnTo>
                  <a:lnTo>
                    <a:pt x="109049" y="45357"/>
                  </a:lnTo>
                  <a:lnTo>
                    <a:pt x="109113" y="45166"/>
                  </a:lnTo>
                  <a:lnTo>
                    <a:pt x="109113" y="45166"/>
                  </a:lnTo>
                  <a:lnTo>
                    <a:pt x="109049" y="44974"/>
                  </a:lnTo>
                  <a:lnTo>
                    <a:pt x="108985" y="44719"/>
                  </a:lnTo>
                  <a:lnTo>
                    <a:pt x="108921" y="44527"/>
                  </a:lnTo>
                  <a:lnTo>
                    <a:pt x="108793" y="44399"/>
                  </a:lnTo>
                  <a:lnTo>
                    <a:pt x="108602" y="44271"/>
                  </a:lnTo>
                  <a:lnTo>
                    <a:pt x="108410" y="44144"/>
                  </a:lnTo>
                  <a:lnTo>
                    <a:pt x="108218" y="44080"/>
                  </a:lnTo>
                  <a:lnTo>
                    <a:pt x="108027" y="44080"/>
                  </a:lnTo>
                  <a:lnTo>
                    <a:pt x="108027" y="44080"/>
                  </a:lnTo>
                  <a:lnTo>
                    <a:pt x="107771" y="44080"/>
                  </a:lnTo>
                  <a:lnTo>
                    <a:pt x="107579" y="44144"/>
                  </a:lnTo>
                  <a:lnTo>
                    <a:pt x="107260" y="44335"/>
                  </a:lnTo>
                  <a:lnTo>
                    <a:pt x="107068" y="44655"/>
                  </a:lnTo>
                  <a:lnTo>
                    <a:pt x="106941" y="45038"/>
                  </a:lnTo>
                  <a:lnTo>
                    <a:pt x="96592" y="45038"/>
                  </a:lnTo>
                  <a:lnTo>
                    <a:pt x="96592" y="45038"/>
                  </a:lnTo>
                  <a:lnTo>
                    <a:pt x="96528" y="44655"/>
                  </a:lnTo>
                  <a:lnTo>
                    <a:pt x="96272" y="44335"/>
                  </a:lnTo>
                  <a:lnTo>
                    <a:pt x="95953" y="44144"/>
                  </a:lnTo>
                  <a:lnTo>
                    <a:pt x="95761" y="44080"/>
                  </a:lnTo>
                  <a:lnTo>
                    <a:pt x="95569" y="44080"/>
                  </a:lnTo>
                  <a:lnTo>
                    <a:pt x="95569" y="44080"/>
                  </a:lnTo>
                  <a:lnTo>
                    <a:pt x="95250" y="44144"/>
                  </a:lnTo>
                  <a:lnTo>
                    <a:pt x="94931" y="44271"/>
                  </a:lnTo>
                  <a:lnTo>
                    <a:pt x="89628" y="35008"/>
                  </a:lnTo>
                  <a:lnTo>
                    <a:pt x="89628" y="35008"/>
                  </a:lnTo>
                  <a:lnTo>
                    <a:pt x="89820" y="34881"/>
                  </a:lnTo>
                  <a:lnTo>
                    <a:pt x="89948" y="34625"/>
                  </a:lnTo>
                  <a:lnTo>
                    <a:pt x="90075" y="34433"/>
                  </a:lnTo>
                  <a:lnTo>
                    <a:pt x="90075" y="34178"/>
                  </a:lnTo>
                  <a:lnTo>
                    <a:pt x="90075" y="34178"/>
                  </a:lnTo>
                  <a:lnTo>
                    <a:pt x="90075" y="33858"/>
                  </a:lnTo>
                  <a:lnTo>
                    <a:pt x="89948" y="33667"/>
                  </a:lnTo>
                  <a:lnTo>
                    <a:pt x="89820" y="33411"/>
                  </a:lnTo>
                  <a:lnTo>
                    <a:pt x="89628" y="33284"/>
                  </a:lnTo>
                  <a:lnTo>
                    <a:pt x="90395" y="31942"/>
                  </a:lnTo>
                  <a:lnTo>
                    <a:pt x="94931" y="24021"/>
                  </a:lnTo>
                  <a:lnTo>
                    <a:pt x="94931" y="24021"/>
                  </a:lnTo>
                  <a:lnTo>
                    <a:pt x="95250" y="24148"/>
                  </a:lnTo>
                  <a:lnTo>
                    <a:pt x="95569" y="24212"/>
                  </a:lnTo>
                  <a:lnTo>
                    <a:pt x="95569" y="24212"/>
                  </a:lnTo>
                  <a:lnTo>
                    <a:pt x="95761" y="24212"/>
                  </a:lnTo>
                  <a:lnTo>
                    <a:pt x="95953" y="24148"/>
                  </a:lnTo>
                  <a:lnTo>
                    <a:pt x="96272" y="23957"/>
                  </a:lnTo>
                  <a:lnTo>
                    <a:pt x="96528" y="23637"/>
                  </a:lnTo>
                  <a:lnTo>
                    <a:pt x="96592" y="23254"/>
                  </a:lnTo>
                  <a:lnTo>
                    <a:pt x="108027" y="23254"/>
                  </a:lnTo>
                  <a:lnTo>
                    <a:pt x="113840" y="33284"/>
                  </a:lnTo>
                  <a:lnTo>
                    <a:pt x="113840" y="33284"/>
                  </a:lnTo>
                  <a:lnTo>
                    <a:pt x="113648" y="33411"/>
                  </a:lnTo>
                  <a:lnTo>
                    <a:pt x="113521" y="33667"/>
                  </a:lnTo>
                  <a:lnTo>
                    <a:pt x="113393" y="33858"/>
                  </a:lnTo>
                  <a:lnTo>
                    <a:pt x="113393" y="34178"/>
                  </a:lnTo>
                  <a:lnTo>
                    <a:pt x="113393" y="34178"/>
                  </a:lnTo>
                  <a:lnTo>
                    <a:pt x="113393" y="34370"/>
                  </a:lnTo>
                  <a:lnTo>
                    <a:pt x="113457" y="34561"/>
                  </a:lnTo>
                  <a:lnTo>
                    <a:pt x="113585" y="34753"/>
                  </a:lnTo>
                  <a:lnTo>
                    <a:pt x="113712" y="34881"/>
                  </a:lnTo>
                  <a:lnTo>
                    <a:pt x="113840" y="35072"/>
                  </a:lnTo>
                  <a:lnTo>
                    <a:pt x="114032" y="35136"/>
                  </a:lnTo>
                  <a:lnTo>
                    <a:pt x="114223" y="35200"/>
                  </a:lnTo>
                  <a:lnTo>
                    <a:pt x="114479" y="35200"/>
                  </a:lnTo>
                  <a:lnTo>
                    <a:pt x="114479" y="35200"/>
                  </a:lnTo>
                  <a:lnTo>
                    <a:pt x="114671" y="35200"/>
                  </a:lnTo>
                  <a:lnTo>
                    <a:pt x="114862" y="35136"/>
                  </a:lnTo>
                  <a:lnTo>
                    <a:pt x="115054" y="35072"/>
                  </a:lnTo>
                  <a:lnTo>
                    <a:pt x="115245" y="34881"/>
                  </a:lnTo>
                  <a:lnTo>
                    <a:pt x="115373" y="34753"/>
                  </a:lnTo>
                  <a:lnTo>
                    <a:pt x="115437" y="34561"/>
                  </a:lnTo>
                  <a:lnTo>
                    <a:pt x="115501" y="34370"/>
                  </a:lnTo>
                  <a:lnTo>
                    <a:pt x="115501" y="34178"/>
                  </a:lnTo>
                  <a:lnTo>
                    <a:pt x="115501" y="34178"/>
                  </a:lnTo>
                  <a:lnTo>
                    <a:pt x="115501" y="33922"/>
                  </a:lnTo>
                  <a:lnTo>
                    <a:pt x="115437" y="33731"/>
                  </a:lnTo>
                  <a:lnTo>
                    <a:pt x="115373" y="33539"/>
                  </a:lnTo>
                  <a:lnTo>
                    <a:pt x="115245" y="33411"/>
                  </a:lnTo>
                  <a:lnTo>
                    <a:pt x="115054" y="33220"/>
                  </a:lnTo>
                  <a:lnTo>
                    <a:pt x="114862" y="33156"/>
                  </a:lnTo>
                  <a:lnTo>
                    <a:pt x="114671" y="33092"/>
                  </a:lnTo>
                  <a:lnTo>
                    <a:pt x="114479" y="33092"/>
                  </a:lnTo>
                  <a:lnTo>
                    <a:pt x="114479" y="33092"/>
                  </a:lnTo>
                  <a:lnTo>
                    <a:pt x="114223" y="33092"/>
                  </a:lnTo>
                  <a:lnTo>
                    <a:pt x="113968" y="33156"/>
                  </a:lnTo>
                  <a:lnTo>
                    <a:pt x="108154" y="23062"/>
                  </a:lnTo>
                  <a:lnTo>
                    <a:pt x="108154" y="23062"/>
                  </a:lnTo>
                  <a:lnTo>
                    <a:pt x="96592" y="23062"/>
                  </a:lnTo>
                  <a:lnTo>
                    <a:pt x="96592" y="23062"/>
                  </a:lnTo>
                  <a:lnTo>
                    <a:pt x="96528" y="22679"/>
                  </a:lnTo>
                  <a:lnTo>
                    <a:pt x="96272" y="22360"/>
                  </a:lnTo>
                  <a:lnTo>
                    <a:pt x="95953" y="22104"/>
                  </a:lnTo>
                  <a:lnTo>
                    <a:pt x="95761" y="22040"/>
                  </a:lnTo>
                  <a:lnTo>
                    <a:pt x="95569" y="22040"/>
                  </a:lnTo>
                  <a:lnTo>
                    <a:pt x="95569" y="22040"/>
                  </a:lnTo>
                  <a:lnTo>
                    <a:pt x="95250" y="22104"/>
                  </a:lnTo>
                  <a:lnTo>
                    <a:pt x="94931" y="22232"/>
                  </a:lnTo>
                  <a:lnTo>
                    <a:pt x="89628" y="12969"/>
                  </a:lnTo>
                  <a:lnTo>
                    <a:pt x="89628" y="12969"/>
                  </a:lnTo>
                  <a:lnTo>
                    <a:pt x="89820" y="12841"/>
                  </a:lnTo>
                  <a:lnTo>
                    <a:pt x="89948" y="12649"/>
                  </a:lnTo>
                  <a:lnTo>
                    <a:pt x="90075" y="12394"/>
                  </a:lnTo>
                  <a:lnTo>
                    <a:pt x="90075" y="12138"/>
                  </a:lnTo>
                  <a:lnTo>
                    <a:pt x="90075" y="12138"/>
                  </a:lnTo>
                  <a:lnTo>
                    <a:pt x="90075" y="11883"/>
                  </a:lnTo>
                  <a:lnTo>
                    <a:pt x="90012" y="11691"/>
                  </a:lnTo>
                  <a:lnTo>
                    <a:pt x="89884" y="11499"/>
                  </a:lnTo>
                  <a:lnTo>
                    <a:pt x="89756" y="11372"/>
                  </a:lnTo>
                  <a:lnTo>
                    <a:pt x="89628" y="11244"/>
                  </a:lnTo>
                  <a:lnTo>
                    <a:pt x="89437" y="11116"/>
                  </a:lnTo>
                  <a:lnTo>
                    <a:pt x="89245" y="11052"/>
                  </a:lnTo>
                  <a:lnTo>
                    <a:pt x="88989" y="11052"/>
                  </a:lnTo>
                  <a:lnTo>
                    <a:pt x="88989" y="11052"/>
                  </a:lnTo>
                  <a:lnTo>
                    <a:pt x="88798" y="11052"/>
                  </a:lnTo>
                  <a:lnTo>
                    <a:pt x="88606" y="11116"/>
                  </a:lnTo>
                  <a:lnTo>
                    <a:pt x="88287" y="11308"/>
                  </a:lnTo>
                  <a:lnTo>
                    <a:pt x="88031" y="11627"/>
                  </a:lnTo>
                  <a:lnTo>
                    <a:pt x="87967" y="12011"/>
                  </a:lnTo>
                  <a:lnTo>
                    <a:pt x="77363" y="12011"/>
                  </a:lnTo>
                  <a:lnTo>
                    <a:pt x="77363" y="12011"/>
                  </a:lnTo>
                  <a:lnTo>
                    <a:pt x="77235" y="11627"/>
                  </a:lnTo>
                  <a:lnTo>
                    <a:pt x="77043" y="11308"/>
                  </a:lnTo>
                  <a:lnTo>
                    <a:pt x="76660" y="11116"/>
                  </a:lnTo>
                  <a:lnTo>
                    <a:pt x="76468" y="11052"/>
                  </a:lnTo>
                  <a:lnTo>
                    <a:pt x="76277" y="11052"/>
                  </a:lnTo>
                  <a:lnTo>
                    <a:pt x="76277" y="11052"/>
                  </a:lnTo>
                  <a:lnTo>
                    <a:pt x="76085" y="11052"/>
                  </a:lnTo>
                  <a:lnTo>
                    <a:pt x="75829" y="11116"/>
                  </a:lnTo>
                  <a:lnTo>
                    <a:pt x="70527" y="1981"/>
                  </a:lnTo>
                  <a:lnTo>
                    <a:pt x="70527" y="1981"/>
                  </a:lnTo>
                  <a:lnTo>
                    <a:pt x="70719" y="1789"/>
                  </a:lnTo>
                  <a:lnTo>
                    <a:pt x="70910" y="1598"/>
                  </a:lnTo>
                  <a:lnTo>
                    <a:pt x="70974" y="1342"/>
                  </a:lnTo>
                  <a:lnTo>
                    <a:pt x="71038" y="1087"/>
                  </a:lnTo>
                  <a:lnTo>
                    <a:pt x="71038" y="1087"/>
                  </a:lnTo>
                  <a:lnTo>
                    <a:pt x="70974" y="895"/>
                  </a:lnTo>
                  <a:lnTo>
                    <a:pt x="70910" y="703"/>
                  </a:lnTo>
                  <a:lnTo>
                    <a:pt x="70847" y="512"/>
                  </a:lnTo>
                  <a:lnTo>
                    <a:pt x="70719" y="320"/>
                  </a:lnTo>
                  <a:lnTo>
                    <a:pt x="70527" y="192"/>
                  </a:lnTo>
                  <a:lnTo>
                    <a:pt x="70336" y="128"/>
                  </a:lnTo>
                  <a:lnTo>
                    <a:pt x="70144" y="64"/>
                  </a:lnTo>
                  <a:lnTo>
                    <a:pt x="69952"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043492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C60E6-D3A2-3652-0044-8A12FA63FA8A}"/>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CDE4FAC8-7D5A-FA5F-B5CC-03FDCFFA9B54}"/>
              </a:ext>
            </a:extLst>
          </p:cNvPr>
          <p:cNvSpPr txBox="1"/>
          <p:nvPr/>
        </p:nvSpPr>
        <p:spPr>
          <a:xfrm>
            <a:off x="415121" y="766590"/>
            <a:ext cx="8135957" cy="4109330"/>
          </a:xfrm>
          <a:prstGeom prst="rect">
            <a:avLst/>
          </a:prstGeom>
          <a:noFill/>
        </p:spPr>
        <p:txBody>
          <a:bodyPr wrap="square" rtlCol="0">
            <a:spAutoFit/>
          </a:bodyPr>
          <a:lstStyle/>
          <a:p>
            <a:pPr>
              <a:lnSpc>
                <a:spcPct val="150000"/>
              </a:lnSpc>
            </a:pPr>
            <a:r>
              <a:rPr lang="fr-FR" sz="1600" dirty="0"/>
              <a:t>Volume </a:t>
            </a:r>
            <a:r>
              <a:rPr lang="fr-FR" sz="1600" b="1" dirty="0"/>
              <a:t>important et continu</a:t>
            </a:r>
            <a:r>
              <a:rPr lang="fr-FR" sz="1600" dirty="0"/>
              <a:t> de données générées sur les réseaux sociaux</a:t>
            </a:r>
          </a:p>
          <a:p>
            <a:pPr>
              <a:lnSpc>
                <a:spcPct val="150000"/>
              </a:lnSpc>
            </a:pPr>
            <a:r>
              <a:rPr lang="fr-FR" altLang="fr-FR" sz="1600" dirty="0">
                <a:solidFill>
                  <a:schemeClr val="tx1"/>
                </a:solidFill>
                <a:latin typeface="Arial" panose="020B0604020202020204" pitchFamily="34" charset="0"/>
              </a:rPr>
              <a:t>Données </a:t>
            </a:r>
            <a:r>
              <a:rPr lang="fr-FR" altLang="fr-FR" sz="1600" b="1" dirty="0">
                <a:solidFill>
                  <a:schemeClr val="tx1"/>
                </a:solidFill>
                <a:latin typeface="Arial" panose="020B0604020202020204" pitchFamily="34" charset="0"/>
              </a:rPr>
              <a:t>non structurées</a:t>
            </a:r>
            <a:r>
              <a:rPr lang="fr-FR" altLang="fr-FR" sz="1600" dirty="0">
                <a:solidFill>
                  <a:schemeClr val="tx1"/>
                </a:solidFill>
                <a:latin typeface="Arial" panose="020B0604020202020204" pitchFamily="34" charset="0"/>
              </a:rPr>
              <a:t> et hétérogènes (textes, interactions, métadonnées)</a:t>
            </a:r>
          </a:p>
          <a:p>
            <a:pPr lvl="0" eaLnBrk="0" fontAlgn="base" hangingPunct="0">
              <a:lnSpc>
                <a:spcPct val="150000"/>
              </a:lnSpc>
              <a:spcBef>
                <a:spcPct val="0"/>
              </a:spcBef>
              <a:spcAft>
                <a:spcPct val="0"/>
              </a:spcAft>
              <a:buClrTx/>
            </a:pPr>
            <a:r>
              <a:rPr lang="fr-FR" altLang="fr-FR" sz="1600" dirty="0">
                <a:solidFill>
                  <a:schemeClr val="tx1"/>
                </a:solidFill>
                <a:latin typeface="Arial" panose="020B0604020202020204" pitchFamily="34" charset="0"/>
              </a:rPr>
              <a:t>Difficulté à :</a:t>
            </a:r>
          </a:p>
          <a:p>
            <a:pPr lvl="8" eaLnBrk="0" fontAlgn="base" hangingPunct="0">
              <a:lnSpc>
                <a:spcPct val="150000"/>
              </a:lnSpc>
              <a:spcBef>
                <a:spcPct val="0"/>
              </a:spcBef>
              <a:spcAft>
                <a:spcPct val="0"/>
              </a:spcAft>
              <a:buClrTx/>
            </a:pPr>
            <a:r>
              <a:rPr lang="fr-FR" altLang="fr-FR" sz="1600" dirty="0">
                <a:solidFill>
                  <a:schemeClr val="tx1"/>
                </a:solidFill>
                <a:latin typeface="Arial" panose="020B0604020202020204" pitchFamily="34" charset="0"/>
              </a:rPr>
              <a:t>    Collecter les données </a:t>
            </a:r>
            <a:r>
              <a:rPr lang="fr-FR" altLang="fr-FR" sz="1600" b="1" dirty="0">
                <a:solidFill>
                  <a:schemeClr val="tx1"/>
                </a:solidFill>
                <a:latin typeface="Arial" panose="020B0604020202020204" pitchFamily="34" charset="0"/>
              </a:rPr>
              <a:t>en temps réel.</a:t>
            </a:r>
            <a:endParaRPr lang="fr-FR" altLang="fr-FR" sz="1600" dirty="0">
              <a:solidFill>
                <a:schemeClr val="tx1"/>
              </a:solidFill>
              <a:latin typeface="Arial" panose="020B0604020202020204" pitchFamily="34" charset="0"/>
            </a:endParaRPr>
          </a:p>
          <a:p>
            <a:pPr lvl="0" eaLnBrk="0" fontAlgn="base" hangingPunct="0">
              <a:lnSpc>
                <a:spcPct val="150000"/>
              </a:lnSpc>
              <a:spcBef>
                <a:spcPct val="0"/>
              </a:spcBef>
              <a:spcAft>
                <a:spcPct val="0"/>
              </a:spcAft>
              <a:buClrTx/>
            </a:pPr>
            <a:r>
              <a:rPr lang="fr-FR" altLang="fr-FR" sz="1600" dirty="0">
                <a:solidFill>
                  <a:schemeClr val="tx1"/>
                </a:solidFill>
                <a:latin typeface="Arial" panose="020B0604020202020204" pitchFamily="34" charset="0"/>
              </a:rPr>
              <a:t>    Traiter et analyser les flux à </a:t>
            </a:r>
            <a:r>
              <a:rPr lang="fr-FR" altLang="fr-FR" sz="1600" b="1" dirty="0">
                <a:solidFill>
                  <a:schemeClr val="tx1"/>
                </a:solidFill>
                <a:latin typeface="Arial" panose="020B0604020202020204" pitchFamily="34" charset="0"/>
              </a:rPr>
              <a:t>grande échelle.</a:t>
            </a:r>
            <a:endParaRPr lang="fr-FR" altLang="fr-FR" sz="1600" dirty="0">
              <a:solidFill>
                <a:schemeClr val="tx1"/>
              </a:solidFill>
              <a:latin typeface="Arial" panose="020B0604020202020204" pitchFamily="34" charset="0"/>
            </a:endParaRPr>
          </a:p>
          <a:p>
            <a:pPr lvl="0" eaLnBrk="0" fontAlgn="base" hangingPunct="0">
              <a:lnSpc>
                <a:spcPct val="150000"/>
              </a:lnSpc>
              <a:spcBef>
                <a:spcPct val="0"/>
              </a:spcBef>
              <a:spcAft>
                <a:spcPct val="0"/>
              </a:spcAft>
              <a:buClrTx/>
            </a:pPr>
            <a:r>
              <a:rPr lang="fr-FR" altLang="fr-FR" sz="1600" dirty="0">
                <a:solidFill>
                  <a:schemeClr val="tx1"/>
                </a:solidFill>
                <a:latin typeface="Arial" panose="020B0604020202020204" pitchFamily="34" charset="0"/>
              </a:rPr>
              <a:t>Manque d’outils adaptés pour :</a:t>
            </a:r>
          </a:p>
          <a:p>
            <a:pPr lvl="0" eaLnBrk="0" fontAlgn="base" hangingPunct="0">
              <a:lnSpc>
                <a:spcPct val="150000"/>
              </a:lnSpc>
              <a:spcBef>
                <a:spcPct val="0"/>
              </a:spcBef>
              <a:spcAft>
                <a:spcPct val="0"/>
              </a:spcAft>
              <a:buClrTx/>
            </a:pPr>
            <a:r>
              <a:rPr lang="fr-FR" altLang="fr-FR" sz="1600" dirty="0">
                <a:solidFill>
                  <a:schemeClr val="tx1"/>
                </a:solidFill>
                <a:latin typeface="Arial" panose="020B0604020202020204" pitchFamily="34" charset="0"/>
              </a:rPr>
              <a:t>    Identifier les </a:t>
            </a:r>
            <a:r>
              <a:rPr lang="fr-FR" altLang="fr-FR" sz="1600" b="1" dirty="0">
                <a:solidFill>
                  <a:schemeClr val="tx1"/>
                </a:solidFill>
                <a:latin typeface="Arial" panose="020B0604020202020204" pitchFamily="34" charset="0"/>
              </a:rPr>
              <a:t>sujets émergents.</a:t>
            </a:r>
            <a:endParaRPr lang="fr-FR" altLang="fr-FR" sz="1600" dirty="0">
              <a:solidFill>
                <a:schemeClr val="tx1"/>
              </a:solidFill>
              <a:latin typeface="Arial" panose="020B0604020202020204" pitchFamily="34" charset="0"/>
            </a:endParaRPr>
          </a:p>
          <a:p>
            <a:pPr lvl="0" eaLnBrk="0" fontAlgn="base" hangingPunct="0">
              <a:lnSpc>
                <a:spcPct val="150000"/>
              </a:lnSpc>
              <a:spcBef>
                <a:spcPct val="0"/>
              </a:spcBef>
              <a:spcAft>
                <a:spcPct val="0"/>
              </a:spcAft>
              <a:buClrTx/>
            </a:pPr>
            <a:r>
              <a:rPr lang="fr-FR" altLang="fr-FR" sz="1600" dirty="0">
                <a:solidFill>
                  <a:schemeClr val="tx1"/>
                </a:solidFill>
                <a:latin typeface="Arial" panose="020B0604020202020204" pitchFamily="34" charset="0"/>
              </a:rPr>
              <a:t>    Comprendre les </a:t>
            </a:r>
            <a:r>
              <a:rPr lang="fr-FR" altLang="fr-FR" sz="1600" b="1" dirty="0">
                <a:solidFill>
                  <a:schemeClr val="tx1"/>
                </a:solidFill>
                <a:latin typeface="Arial" panose="020B0604020202020204" pitchFamily="34" charset="0"/>
              </a:rPr>
              <a:t>interactions entre utilisateurs.</a:t>
            </a:r>
            <a:endParaRPr lang="fr-FR" altLang="fr-FR" sz="1600" dirty="0">
              <a:solidFill>
                <a:schemeClr val="tx1"/>
              </a:solidFill>
              <a:latin typeface="Arial" panose="020B0604020202020204" pitchFamily="34" charset="0"/>
            </a:endParaRPr>
          </a:p>
          <a:p>
            <a:pPr lvl="0" eaLnBrk="0" fontAlgn="base" hangingPunct="0">
              <a:lnSpc>
                <a:spcPct val="150000"/>
              </a:lnSpc>
              <a:spcBef>
                <a:spcPct val="0"/>
              </a:spcBef>
              <a:spcAft>
                <a:spcPct val="0"/>
              </a:spcAft>
              <a:buClrTx/>
            </a:pPr>
            <a:r>
              <a:rPr lang="fr-FR" altLang="fr-FR" sz="1600" dirty="0">
                <a:solidFill>
                  <a:schemeClr val="tx1"/>
                </a:solidFill>
                <a:latin typeface="Arial" panose="020B0604020202020204" pitchFamily="34" charset="0"/>
              </a:rPr>
              <a:t>    Détecter les </a:t>
            </a:r>
            <a:r>
              <a:rPr lang="fr-FR" altLang="fr-FR" sz="1600" b="1" dirty="0">
                <a:solidFill>
                  <a:schemeClr val="tx1"/>
                </a:solidFill>
                <a:latin typeface="Arial" panose="020B0604020202020204" pitchFamily="34" charset="0"/>
              </a:rPr>
              <a:t>communautés</a:t>
            </a:r>
            <a:r>
              <a:rPr lang="fr-FR" altLang="fr-FR" sz="1600" dirty="0">
                <a:solidFill>
                  <a:schemeClr val="tx1"/>
                </a:solidFill>
                <a:latin typeface="Arial" panose="020B0604020202020204" pitchFamily="34" charset="0"/>
              </a:rPr>
              <a:t> et les </a:t>
            </a:r>
            <a:r>
              <a:rPr lang="fr-FR" altLang="fr-FR" sz="1600" b="1" dirty="0">
                <a:solidFill>
                  <a:schemeClr val="tx1"/>
                </a:solidFill>
                <a:latin typeface="Arial" panose="020B0604020202020204" pitchFamily="34" charset="0"/>
              </a:rPr>
              <a:t>utilisateurs influents.</a:t>
            </a:r>
            <a:endParaRPr lang="fr-FR" altLang="fr-FR" sz="1600" dirty="0">
              <a:solidFill>
                <a:schemeClr val="tx1"/>
              </a:solidFill>
              <a:latin typeface="Arial" panose="020B0604020202020204" pitchFamily="34" charset="0"/>
            </a:endParaRPr>
          </a:p>
          <a:p>
            <a:pPr lvl="0" eaLnBrk="0" fontAlgn="base" hangingPunct="0">
              <a:lnSpc>
                <a:spcPct val="150000"/>
              </a:lnSpc>
              <a:spcBef>
                <a:spcPct val="0"/>
              </a:spcBef>
              <a:spcAft>
                <a:spcPct val="0"/>
              </a:spcAft>
              <a:buClrTx/>
            </a:pPr>
            <a:r>
              <a:rPr lang="fr-FR" altLang="fr-FR" sz="1600" dirty="0">
                <a:solidFill>
                  <a:schemeClr val="tx1"/>
                </a:solidFill>
                <a:latin typeface="Arial" panose="020B0604020202020204" pitchFamily="34" charset="0"/>
              </a:rPr>
              <a:t>    Nécessité d’une </a:t>
            </a:r>
            <a:r>
              <a:rPr lang="fr-FR" altLang="fr-FR" sz="1600" b="1" dirty="0">
                <a:solidFill>
                  <a:schemeClr val="tx1"/>
                </a:solidFill>
                <a:latin typeface="Arial" panose="020B0604020202020204" pitchFamily="34" charset="0"/>
              </a:rPr>
              <a:t>architecture Big Data robuste et scalable.</a:t>
            </a:r>
            <a:endParaRPr lang="fr-FR" altLang="fr-FR" sz="1600" dirty="0">
              <a:solidFill>
                <a:schemeClr val="tx1"/>
              </a:solidFill>
              <a:latin typeface="Arial" panose="020B0604020202020204" pitchFamily="34" charset="0"/>
            </a:endParaRPr>
          </a:p>
          <a:p>
            <a:pPr>
              <a:lnSpc>
                <a:spcPct val="150000"/>
              </a:lnSpc>
            </a:pPr>
            <a:endParaRPr lang="fr-FR" sz="1600" b="1" dirty="0"/>
          </a:p>
        </p:txBody>
      </p:sp>
    </p:spTree>
    <p:extLst>
      <p:ext uri="{BB962C8B-B14F-4D97-AF65-F5344CB8AC3E}">
        <p14:creationId xmlns:p14="http://schemas.microsoft.com/office/powerpoint/2010/main" val="10140243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60">
          <a:extLst>
            <a:ext uri="{FF2B5EF4-FFF2-40B4-BE49-F238E27FC236}">
              <a16:creationId xmlns:a16="http://schemas.microsoft.com/office/drawing/2014/main" id="{36316100-A627-EE66-9FA6-EAF2C6478E7C}"/>
            </a:ext>
          </a:extLst>
        </p:cNvPr>
        <p:cNvGrpSpPr/>
        <p:nvPr/>
      </p:nvGrpSpPr>
      <p:grpSpPr>
        <a:xfrm>
          <a:off x="0" y="0"/>
          <a:ext cx="0" cy="0"/>
          <a:chOff x="0" y="0"/>
          <a:chExt cx="0" cy="0"/>
        </a:xfrm>
      </p:grpSpPr>
      <p:sp>
        <p:nvSpPr>
          <p:cNvPr id="2361" name="Google Shape;2361;p39">
            <a:extLst>
              <a:ext uri="{FF2B5EF4-FFF2-40B4-BE49-F238E27FC236}">
                <a16:creationId xmlns:a16="http://schemas.microsoft.com/office/drawing/2014/main" id="{11302455-DCCA-E136-D7FA-8BC6115C35B9}"/>
              </a:ext>
            </a:extLst>
          </p:cNvPr>
          <p:cNvSpPr txBox="1">
            <a:spLocks noGrp="1"/>
          </p:cNvSpPr>
          <p:nvPr>
            <p:ph type="title"/>
          </p:nvPr>
        </p:nvSpPr>
        <p:spPr>
          <a:xfrm>
            <a:off x="709605" y="2763975"/>
            <a:ext cx="6539494" cy="1050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Objectifs du projet</a:t>
            </a:r>
            <a:endParaRPr dirty="0"/>
          </a:p>
        </p:txBody>
      </p:sp>
      <p:sp>
        <p:nvSpPr>
          <p:cNvPr id="2362" name="Google Shape;2362;p39">
            <a:extLst>
              <a:ext uri="{FF2B5EF4-FFF2-40B4-BE49-F238E27FC236}">
                <a16:creationId xmlns:a16="http://schemas.microsoft.com/office/drawing/2014/main" id="{C3D01084-F602-3BA9-814B-99BB372DF680}"/>
              </a:ext>
            </a:extLst>
          </p:cNvPr>
          <p:cNvSpPr txBox="1">
            <a:spLocks noGrp="1"/>
          </p:cNvSpPr>
          <p:nvPr>
            <p:ph type="title" idx="2"/>
          </p:nvPr>
        </p:nvSpPr>
        <p:spPr>
          <a:xfrm>
            <a:off x="709618" y="1328925"/>
            <a:ext cx="1626600" cy="1286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03</a:t>
            </a:r>
            <a:endParaRPr dirty="0"/>
          </a:p>
        </p:txBody>
      </p:sp>
      <p:cxnSp>
        <p:nvCxnSpPr>
          <p:cNvPr id="2363" name="Google Shape;2363;p39">
            <a:extLst>
              <a:ext uri="{FF2B5EF4-FFF2-40B4-BE49-F238E27FC236}">
                <a16:creationId xmlns:a16="http://schemas.microsoft.com/office/drawing/2014/main" id="{B3B8C91D-7CB9-4C41-7B0F-A2C4C5092120}"/>
              </a:ext>
            </a:extLst>
          </p:cNvPr>
          <p:cNvCxnSpPr/>
          <p:nvPr/>
        </p:nvCxnSpPr>
        <p:spPr>
          <a:xfrm rot="10800000">
            <a:off x="-866282" y="2763975"/>
            <a:ext cx="2389200" cy="0"/>
          </a:xfrm>
          <a:prstGeom prst="straightConnector1">
            <a:avLst/>
          </a:prstGeom>
          <a:noFill/>
          <a:ln w="9525" cap="flat" cmpd="sng">
            <a:solidFill>
              <a:schemeClr val="dk1"/>
            </a:solidFill>
            <a:prstDash val="solid"/>
            <a:round/>
            <a:headEnd type="none" w="med" len="med"/>
            <a:tailEnd type="none" w="med" len="med"/>
          </a:ln>
        </p:spPr>
      </p:cxnSp>
      <p:grpSp>
        <p:nvGrpSpPr>
          <p:cNvPr id="2365" name="Google Shape;2365;p39">
            <a:extLst>
              <a:ext uri="{FF2B5EF4-FFF2-40B4-BE49-F238E27FC236}">
                <a16:creationId xmlns:a16="http://schemas.microsoft.com/office/drawing/2014/main" id="{24DAE4CA-421E-A4F6-C272-ABE8D68B5DD9}"/>
              </a:ext>
            </a:extLst>
          </p:cNvPr>
          <p:cNvGrpSpPr/>
          <p:nvPr/>
        </p:nvGrpSpPr>
        <p:grpSpPr>
          <a:xfrm rot="5400000">
            <a:off x="1814964" y="-1292741"/>
            <a:ext cx="3689134" cy="3227984"/>
            <a:chOff x="1067625" y="-1658125"/>
            <a:chExt cx="2887550" cy="2526600"/>
          </a:xfrm>
        </p:grpSpPr>
        <p:sp>
          <p:nvSpPr>
            <p:cNvPr id="2366" name="Google Shape;2366;p39">
              <a:extLst>
                <a:ext uri="{FF2B5EF4-FFF2-40B4-BE49-F238E27FC236}">
                  <a16:creationId xmlns:a16="http://schemas.microsoft.com/office/drawing/2014/main" id="{15150514-22DD-17FC-4F0F-2BA5E56C0138}"/>
                </a:ext>
              </a:extLst>
            </p:cNvPr>
            <p:cNvSpPr/>
            <p:nvPr/>
          </p:nvSpPr>
          <p:spPr>
            <a:xfrm>
              <a:off x="1067625" y="-1658125"/>
              <a:ext cx="2887550" cy="2526600"/>
            </a:xfrm>
            <a:custGeom>
              <a:avLst/>
              <a:gdLst/>
              <a:ahLst/>
              <a:cxnLst/>
              <a:rect l="l" t="t" r="r" b="b"/>
              <a:pathLst>
                <a:path w="115502" h="101064" extrusionOk="0">
                  <a:moveTo>
                    <a:pt x="49765" y="12202"/>
                  </a:moveTo>
                  <a:lnTo>
                    <a:pt x="49893" y="12585"/>
                  </a:lnTo>
                  <a:lnTo>
                    <a:pt x="50148" y="12905"/>
                  </a:lnTo>
                  <a:lnTo>
                    <a:pt x="50468" y="13097"/>
                  </a:lnTo>
                  <a:lnTo>
                    <a:pt x="50659" y="13160"/>
                  </a:lnTo>
                  <a:lnTo>
                    <a:pt x="50851" y="13224"/>
                  </a:lnTo>
                  <a:lnTo>
                    <a:pt x="51107" y="13160"/>
                  </a:lnTo>
                  <a:lnTo>
                    <a:pt x="51298" y="13097"/>
                  </a:lnTo>
                  <a:lnTo>
                    <a:pt x="56601" y="22232"/>
                  </a:lnTo>
                  <a:lnTo>
                    <a:pt x="56409" y="22423"/>
                  </a:lnTo>
                  <a:lnTo>
                    <a:pt x="56281" y="22615"/>
                  </a:lnTo>
                  <a:lnTo>
                    <a:pt x="56153" y="22871"/>
                  </a:lnTo>
                  <a:lnTo>
                    <a:pt x="56153" y="23126"/>
                  </a:lnTo>
                  <a:lnTo>
                    <a:pt x="56153" y="23382"/>
                  </a:lnTo>
                  <a:lnTo>
                    <a:pt x="56281" y="23637"/>
                  </a:lnTo>
                  <a:lnTo>
                    <a:pt x="56409" y="23829"/>
                  </a:lnTo>
                  <a:lnTo>
                    <a:pt x="56601" y="24021"/>
                  </a:lnTo>
                  <a:lnTo>
                    <a:pt x="51298" y="33156"/>
                  </a:lnTo>
                  <a:lnTo>
                    <a:pt x="51107" y="33092"/>
                  </a:lnTo>
                  <a:lnTo>
                    <a:pt x="50659" y="33092"/>
                  </a:lnTo>
                  <a:lnTo>
                    <a:pt x="50468" y="33156"/>
                  </a:lnTo>
                  <a:lnTo>
                    <a:pt x="50148" y="33347"/>
                  </a:lnTo>
                  <a:lnTo>
                    <a:pt x="49893" y="33667"/>
                  </a:lnTo>
                  <a:lnTo>
                    <a:pt x="49765" y="34050"/>
                  </a:lnTo>
                  <a:lnTo>
                    <a:pt x="39224" y="34050"/>
                  </a:lnTo>
                  <a:lnTo>
                    <a:pt x="39097" y="33667"/>
                  </a:lnTo>
                  <a:lnTo>
                    <a:pt x="38841" y="33347"/>
                  </a:lnTo>
                  <a:lnTo>
                    <a:pt x="38522" y="33156"/>
                  </a:lnTo>
                  <a:lnTo>
                    <a:pt x="38330" y="33092"/>
                  </a:lnTo>
                  <a:lnTo>
                    <a:pt x="37883" y="33092"/>
                  </a:lnTo>
                  <a:lnTo>
                    <a:pt x="37691" y="33156"/>
                  </a:lnTo>
                  <a:lnTo>
                    <a:pt x="32261" y="23765"/>
                  </a:lnTo>
                  <a:lnTo>
                    <a:pt x="32517" y="23637"/>
                  </a:lnTo>
                  <a:lnTo>
                    <a:pt x="32708" y="23382"/>
                  </a:lnTo>
                  <a:lnTo>
                    <a:pt x="32836" y="23126"/>
                  </a:lnTo>
                  <a:lnTo>
                    <a:pt x="32836" y="22807"/>
                  </a:lnTo>
                  <a:lnTo>
                    <a:pt x="32836" y="22615"/>
                  </a:lnTo>
                  <a:lnTo>
                    <a:pt x="32772" y="22360"/>
                  </a:lnTo>
                  <a:lnTo>
                    <a:pt x="32644" y="22168"/>
                  </a:lnTo>
                  <a:lnTo>
                    <a:pt x="32517" y="22040"/>
                  </a:lnTo>
                  <a:lnTo>
                    <a:pt x="37691" y="13097"/>
                  </a:lnTo>
                  <a:lnTo>
                    <a:pt x="37883" y="13160"/>
                  </a:lnTo>
                  <a:lnTo>
                    <a:pt x="38138" y="13224"/>
                  </a:lnTo>
                  <a:lnTo>
                    <a:pt x="38330" y="13160"/>
                  </a:lnTo>
                  <a:lnTo>
                    <a:pt x="38522" y="13097"/>
                  </a:lnTo>
                  <a:lnTo>
                    <a:pt x="38841" y="12905"/>
                  </a:lnTo>
                  <a:lnTo>
                    <a:pt x="39097" y="12585"/>
                  </a:lnTo>
                  <a:lnTo>
                    <a:pt x="39224" y="12202"/>
                  </a:lnTo>
                  <a:close/>
                  <a:moveTo>
                    <a:pt x="87967" y="12202"/>
                  </a:moveTo>
                  <a:lnTo>
                    <a:pt x="88031" y="12585"/>
                  </a:lnTo>
                  <a:lnTo>
                    <a:pt x="88287" y="12905"/>
                  </a:lnTo>
                  <a:lnTo>
                    <a:pt x="88606" y="13097"/>
                  </a:lnTo>
                  <a:lnTo>
                    <a:pt x="88798" y="13160"/>
                  </a:lnTo>
                  <a:lnTo>
                    <a:pt x="88989" y="13224"/>
                  </a:lnTo>
                  <a:lnTo>
                    <a:pt x="89245" y="13160"/>
                  </a:lnTo>
                  <a:lnTo>
                    <a:pt x="89437" y="13097"/>
                  </a:lnTo>
                  <a:lnTo>
                    <a:pt x="94803" y="22360"/>
                  </a:lnTo>
                  <a:lnTo>
                    <a:pt x="94675" y="22487"/>
                  </a:lnTo>
                  <a:lnTo>
                    <a:pt x="94547" y="22679"/>
                  </a:lnTo>
                  <a:lnTo>
                    <a:pt x="94483" y="22934"/>
                  </a:lnTo>
                  <a:lnTo>
                    <a:pt x="94483" y="23126"/>
                  </a:lnTo>
                  <a:lnTo>
                    <a:pt x="94483" y="23382"/>
                  </a:lnTo>
                  <a:lnTo>
                    <a:pt x="94547" y="23573"/>
                  </a:lnTo>
                  <a:lnTo>
                    <a:pt x="94675" y="23765"/>
                  </a:lnTo>
                  <a:lnTo>
                    <a:pt x="94803" y="23893"/>
                  </a:lnTo>
                  <a:lnTo>
                    <a:pt x="91864" y="29003"/>
                  </a:lnTo>
                  <a:lnTo>
                    <a:pt x="89437" y="33156"/>
                  </a:lnTo>
                  <a:lnTo>
                    <a:pt x="89245" y="33092"/>
                  </a:lnTo>
                  <a:lnTo>
                    <a:pt x="88798" y="33092"/>
                  </a:lnTo>
                  <a:lnTo>
                    <a:pt x="88606" y="33156"/>
                  </a:lnTo>
                  <a:lnTo>
                    <a:pt x="88287" y="33347"/>
                  </a:lnTo>
                  <a:lnTo>
                    <a:pt x="88031" y="33667"/>
                  </a:lnTo>
                  <a:lnTo>
                    <a:pt x="87967" y="34050"/>
                  </a:lnTo>
                  <a:lnTo>
                    <a:pt x="77363" y="34050"/>
                  </a:lnTo>
                  <a:lnTo>
                    <a:pt x="77235" y="33667"/>
                  </a:lnTo>
                  <a:lnTo>
                    <a:pt x="77043" y="33347"/>
                  </a:lnTo>
                  <a:lnTo>
                    <a:pt x="76660" y="33156"/>
                  </a:lnTo>
                  <a:lnTo>
                    <a:pt x="76468" y="33092"/>
                  </a:lnTo>
                  <a:lnTo>
                    <a:pt x="76085" y="33092"/>
                  </a:lnTo>
                  <a:lnTo>
                    <a:pt x="75829" y="33156"/>
                  </a:lnTo>
                  <a:lnTo>
                    <a:pt x="70527" y="24021"/>
                  </a:lnTo>
                  <a:lnTo>
                    <a:pt x="70719" y="23829"/>
                  </a:lnTo>
                  <a:lnTo>
                    <a:pt x="70910" y="23637"/>
                  </a:lnTo>
                  <a:lnTo>
                    <a:pt x="70974" y="23382"/>
                  </a:lnTo>
                  <a:lnTo>
                    <a:pt x="71038" y="23126"/>
                  </a:lnTo>
                  <a:lnTo>
                    <a:pt x="70974" y="22871"/>
                  </a:lnTo>
                  <a:lnTo>
                    <a:pt x="70910" y="22615"/>
                  </a:lnTo>
                  <a:lnTo>
                    <a:pt x="70719" y="22423"/>
                  </a:lnTo>
                  <a:lnTo>
                    <a:pt x="70527" y="22232"/>
                  </a:lnTo>
                  <a:lnTo>
                    <a:pt x="75702" y="13352"/>
                  </a:lnTo>
                  <a:lnTo>
                    <a:pt x="75829" y="13097"/>
                  </a:lnTo>
                  <a:lnTo>
                    <a:pt x="76085" y="13160"/>
                  </a:lnTo>
                  <a:lnTo>
                    <a:pt x="76277" y="13224"/>
                  </a:lnTo>
                  <a:lnTo>
                    <a:pt x="76468" y="13160"/>
                  </a:lnTo>
                  <a:lnTo>
                    <a:pt x="76660" y="13097"/>
                  </a:lnTo>
                  <a:lnTo>
                    <a:pt x="77043" y="12905"/>
                  </a:lnTo>
                  <a:lnTo>
                    <a:pt x="77235" y="12585"/>
                  </a:lnTo>
                  <a:lnTo>
                    <a:pt x="77363" y="12202"/>
                  </a:lnTo>
                  <a:close/>
                  <a:moveTo>
                    <a:pt x="68866" y="23254"/>
                  </a:moveTo>
                  <a:lnTo>
                    <a:pt x="68994" y="23637"/>
                  </a:lnTo>
                  <a:lnTo>
                    <a:pt x="69186" y="23957"/>
                  </a:lnTo>
                  <a:lnTo>
                    <a:pt x="69569" y="24148"/>
                  </a:lnTo>
                  <a:lnTo>
                    <a:pt x="69761" y="24212"/>
                  </a:lnTo>
                  <a:lnTo>
                    <a:pt x="70144" y="24212"/>
                  </a:lnTo>
                  <a:lnTo>
                    <a:pt x="70399" y="24084"/>
                  </a:lnTo>
                  <a:lnTo>
                    <a:pt x="75702" y="33284"/>
                  </a:lnTo>
                  <a:lnTo>
                    <a:pt x="75510" y="33411"/>
                  </a:lnTo>
                  <a:lnTo>
                    <a:pt x="75318" y="33667"/>
                  </a:lnTo>
                  <a:lnTo>
                    <a:pt x="75255" y="33858"/>
                  </a:lnTo>
                  <a:lnTo>
                    <a:pt x="75191" y="34178"/>
                  </a:lnTo>
                  <a:lnTo>
                    <a:pt x="75255" y="34433"/>
                  </a:lnTo>
                  <a:lnTo>
                    <a:pt x="75318" y="34625"/>
                  </a:lnTo>
                  <a:lnTo>
                    <a:pt x="75510" y="34881"/>
                  </a:lnTo>
                  <a:lnTo>
                    <a:pt x="75702" y="35008"/>
                  </a:lnTo>
                  <a:lnTo>
                    <a:pt x="75446" y="35392"/>
                  </a:lnTo>
                  <a:lnTo>
                    <a:pt x="70463" y="44080"/>
                  </a:lnTo>
                  <a:lnTo>
                    <a:pt x="70080" y="44080"/>
                  </a:lnTo>
                  <a:lnTo>
                    <a:pt x="69888" y="44144"/>
                  </a:lnTo>
                  <a:lnTo>
                    <a:pt x="69505" y="44335"/>
                  </a:lnTo>
                  <a:lnTo>
                    <a:pt x="69313" y="44655"/>
                  </a:lnTo>
                  <a:lnTo>
                    <a:pt x="69186" y="45038"/>
                  </a:lnTo>
                  <a:lnTo>
                    <a:pt x="58325" y="45038"/>
                  </a:lnTo>
                  <a:lnTo>
                    <a:pt x="58198" y="44655"/>
                  </a:lnTo>
                  <a:lnTo>
                    <a:pt x="57942" y="44335"/>
                  </a:lnTo>
                  <a:lnTo>
                    <a:pt x="57623" y="44144"/>
                  </a:lnTo>
                  <a:lnTo>
                    <a:pt x="57431" y="44080"/>
                  </a:lnTo>
                  <a:lnTo>
                    <a:pt x="56984" y="44080"/>
                  </a:lnTo>
                  <a:lnTo>
                    <a:pt x="56792" y="44208"/>
                  </a:lnTo>
                  <a:lnTo>
                    <a:pt x="51490" y="35008"/>
                  </a:lnTo>
                  <a:lnTo>
                    <a:pt x="51682" y="34881"/>
                  </a:lnTo>
                  <a:lnTo>
                    <a:pt x="51809" y="34625"/>
                  </a:lnTo>
                  <a:lnTo>
                    <a:pt x="51873" y="34433"/>
                  </a:lnTo>
                  <a:lnTo>
                    <a:pt x="51937" y="34178"/>
                  </a:lnTo>
                  <a:lnTo>
                    <a:pt x="51873" y="33858"/>
                  </a:lnTo>
                  <a:lnTo>
                    <a:pt x="51809" y="33667"/>
                  </a:lnTo>
                  <a:lnTo>
                    <a:pt x="51682" y="33411"/>
                  </a:lnTo>
                  <a:lnTo>
                    <a:pt x="51490" y="33284"/>
                  </a:lnTo>
                  <a:lnTo>
                    <a:pt x="56792" y="24084"/>
                  </a:lnTo>
                  <a:lnTo>
                    <a:pt x="56984" y="24148"/>
                  </a:lnTo>
                  <a:lnTo>
                    <a:pt x="57239" y="24212"/>
                  </a:lnTo>
                  <a:lnTo>
                    <a:pt x="57431" y="24148"/>
                  </a:lnTo>
                  <a:lnTo>
                    <a:pt x="57623" y="24148"/>
                  </a:lnTo>
                  <a:lnTo>
                    <a:pt x="57942" y="23893"/>
                  </a:lnTo>
                  <a:lnTo>
                    <a:pt x="58198" y="23637"/>
                  </a:lnTo>
                  <a:lnTo>
                    <a:pt x="58262" y="23254"/>
                  </a:lnTo>
                  <a:close/>
                  <a:moveTo>
                    <a:pt x="87967" y="34242"/>
                  </a:moveTo>
                  <a:lnTo>
                    <a:pt x="88031" y="34625"/>
                  </a:lnTo>
                  <a:lnTo>
                    <a:pt x="88287" y="34944"/>
                  </a:lnTo>
                  <a:lnTo>
                    <a:pt x="88606" y="35136"/>
                  </a:lnTo>
                  <a:lnTo>
                    <a:pt x="88798" y="35200"/>
                  </a:lnTo>
                  <a:lnTo>
                    <a:pt x="89245" y="35200"/>
                  </a:lnTo>
                  <a:lnTo>
                    <a:pt x="89437" y="35136"/>
                  </a:lnTo>
                  <a:lnTo>
                    <a:pt x="91034" y="37819"/>
                  </a:lnTo>
                  <a:lnTo>
                    <a:pt x="94803" y="44399"/>
                  </a:lnTo>
                  <a:lnTo>
                    <a:pt x="94675" y="44527"/>
                  </a:lnTo>
                  <a:lnTo>
                    <a:pt x="94547" y="44719"/>
                  </a:lnTo>
                  <a:lnTo>
                    <a:pt x="94483" y="44910"/>
                  </a:lnTo>
                  <a:lnTo>
                    <a:pt x="94483" y="45166"/>
                  </a:lnTo>
                  <a:lnTo>
                    <a:pt x="94483" y="45357"/>
                  </a:lnTo>
                  <a:lnTo>
                    <a:pt x="94547" y="45613"/>
                  </a:lnTo>
                  <a:lnTo>
                    <a:pt x="94675" y="45805"/>
                  </a:lnTo>
                  <a:lnTo>
                    <a:pt x="94803" y="45932"/>
                  </a:lnTo>
                  <a:lnTo>
                    <a:pt x="89437" y="55195"/>
                  </a:lnTo>
                  <a:lnTo>
                    <a:pt x="89245" y="55132"/>
                  </a:lnTo>
                  <a:lnTo>
                    <a:pt x="88989" y="55068"/>
                  </a:lnTo>
                  <a:lnTo>
                    <a:pt x="88798" y="55132"/>
                  </a:lnTo>
                  <a:lnTo>
                    <a:pt x="88606" y="55195"/>
                  </a:lnTo>
                  <a:lnTo>
                    <a:pt x="88287" y="55387"/>
                  </a:lnTo>
                  <a:lnTo>
                    <a:pt x="88031" y="55706"/>
                  </a:lnTo>
                  <a:lnTo>
                    <a:pt x="87967" y="56090"/>
                  </a:lnTo>
                  <a:lnTo>
                    <a:pt x="77363" y="56090"/>
                  </a:lnTo>
                  <a:lnTo>
                    <a:pt x="77235" y="55706"/>
                  </a:lnTo>
                  <a:lnTo>
                    <a:pt x="77043" y="55387"/>
                  </a:lnTo>
                  <a:lnTo>
                    <a:pt x="76660" y="55195"/>
                  </a:lnTo>
                  <a:lnTo>
                    <a:pt x="76468" y="55132"/>
                  </a:lnTo>
                  <a:lnTo>
                    <a:pt x="76277" y="55068"/>
                  </a:lnTo>
                  <a:lnTo>
                    <a:pt x="76085" y="55132"/>
                  </a:lnTo>
                  <a:lnTo>
                    <a:pt x="75893" y="55195"/>
                  </a:lnTo>
                  <a:lnTo>
                    <a:pt x="75702" y="55259"/>
                  </a:lnTo>
                  <a:lnTo>
                    <a:pt x="75510" y="55387"/>
                  </a:lnTo>
                  <a:lnTo>
                    <a:pt x="75382" y="55579"/>
                  </a:lnTo>
                  <a:lnTo>
                    <a:pt x="75318" y="55770"/>
                  </a:lnTo>
                  <a:lnTo>
                    <a:pt x="75255" y="55962"/>
                  </a:lnTo>
                  <a:lnTo>
                    <a:pt x="75191" y="56154"/>
                  </a:lnTo>
                  <a:lnTo>
                    <a:pt x="75255" y="56409"/>
                  </a:lnTo>
                  <a:lnTo>
                    <a:pt x="75318" y="56665"/>
                  </a:lnTo>
                  <a:lnTo>
                    <a:pt x="75510" y="56920"/>
                  </a:lnTo>
                  <a:lnTo>
                    <a:pt x="75702" y="57048"/>
                  </a:lnTo>
                  <a:lnTo>
                    <a:pt x="70336" y="66311"/>
                  </a:lnTo>
                  <a:lnTo>
                    <a:pt x="70144" y="66247"/>
                  </a:lnTo>
                  <a:lnTo>
                    <a:pt x="69888" y="66247"/>
                  </a:lnTo>
                  <a:lnTo>
                    <a:pt x="69505" y="66311"/>
                  </a:lnTo>
                  <a:lnTo>
                    <a:pt x="69186" y="66503"/>
                  </a:lnTo>
                  <a:lnTo>
                    <a:pt x="68994" y="66758"/>
                  </a:lnTo>
                  <a:lnTo>
                    <a:pt x="68866" y="67078"/>
                  </a:lnTo>
                  <a:lnTo>
                    <a:pt x="58325" y="67078"/>
                  </a:lnTo>
                  <a:lnTo>
                    <a:pt x="58198" y="66758"/>
                  </a:lnTo>
                  <a:lnTo>
                    <a:pt x="57942" y="66503"/>
                  </a:lnTo>
                  <a:lnTo>
                    <a:pt x="57623" y="66311"/>
                  </a:lnTo>
                  <a:lnTo>
                    <a:pt x="57303" y="66247"/>
                  </a:lnTo>
                  <a:lnTo>
                    <a:pt x="57048" y="66247"/>
                  </a:lnTo>
                  <a:lnTo>
                    <a:pt x="56856" y="66311"/>
                  </a:lnTo>
                  <a:lnTo>
                    <a:pt x="56664" y="66439"/>
                  </a:lnTo>
                  <a:lnTo>
                    <a:pt x="56537" y="66567"/>
                  </a:lnTo>
                  <a:lnTo>
                    <a:pt x="56409" y="66694"/>
                  </a:lnTo>
                  <a:lnTo>
                    <a:pt x="56281" y="66886"/>
                  </a:lnTo>
                  <a:lnTo>
                    <a:pt x="56217" y="67078"/>
                  </a:lnTo>
                  <a:lnTo>
                    <a:pt x="56217" y="67333"/>
                  </a:lnTo>
                  <a:lnTo>
                    <a:pt x="56217" y="67525"/>
                  </a:lnTo>
                  <a:lnTo>
                    <a:pt x="56281" y="67780"/>
                  </a:lnTo>
                  <a:lnTo>
                    <a:pt x="56409" y="67972"/>
                  </a:lnTo>
                  <a:lnTo>
                    <a:pt x="56537" y="68100"/>
                  </a:lnTo>
                  <a:lnTo>
                    <a:pt x="53534" y="73402"/>
                  </a:lnTo>
                  <a:lnTo>
                    <a:pt x="51298" y="77235"/>
                  </a:lnTo>
                  <a:lnTo>
                    <a:pt x="51107" y="77171"/>
                  </a:lnTo>
                  <a:lnTo>
                    <a:pt x="50851" y="77107"/>
                  </a:lnTo>
                  <a:lnTo>
                    <a:pt x="50659" y="77171"/>
                  </a:lnTo>
                  <a:lnTo>
                    <a:pt x="50468" y="77171"/>
                  </a:lnTo>
                  <a:lnTo>
                    <a:pt x="50148" y="77427"/>
                  </a:lnTo>
                  <a:lnTo>
                    <a:pt x="49893" y="77682"/>
                  </a:lnTo>
                  <a:lnTo>
                    <a:pt x="49765" y="78065"/>
                  </a:lnTo>
                  <a:lnTo>
                    <a:pt x="39224" y="78065"/>
                  </a:lnTo>
                  <a:lnTo>
                    <a:pt x="39160" y="77682"/>
                  </a:lnTo>
                  <a:lnTo>
                    <a:pt x="38905" y="77427"/>
                  </a:lnTo>
                  <a:lnTo>
                    <a:pt x="38586" y="77171"/>
                  </a:lnTo>
                  <a:lnTo>
                    <a:pt x="38394" y="77171"/>
                  </a:lnTo>
                  <a:lnTo>
                    <a:pt x="38202" y="77107"/>
                  </a:lnTo>
                  <a:lnTo>
                    <a:pt x="37947" y="77171"/>
                  </a:lnTo>
                  <a:lnTo>
                    <a:pt x="37691" y="77235"/>
                  </a:lnTo>
                  <a:lnTo>
                    <a:pt x="32389" y="68036"/>
                  </a:lnTo>
                  <a:lnTo>
                    <a:pt x="32580" y="67908"/>
                  </a:lnTo>
                  <a:lnTo>
                    <a:pt x="32708" y="67716"/>
                  </a:lnTo>
                  <a:lnTo>
                    <a:pt x="32836" y="67461"/>
                  </a:lnTo>
                  <a:lnTo>
                    <a:pt x="32836" y="67205"/>
                  </a:lnTo>
                  <a:lnTo>
                    <a:pt x="32836" y="66950"/>
                  </a:lnTo>
                  <a:lnTo>
                    <a:pt x="32708" y="66694"/>
                  </a:lnTo>
                  <a:lnTo>
                    <a:pt x="32580" y="66503"/>
                  </a:lnTo>
                  <a:lnTo>
                    <a:pt x="32389" y="66311"/>
                  </a:lnTo>
                  <a:lnTo>
                    <a:pt x="37691" y="57176"/>
                  </a:lnTo>
                  <a:lnTo>
                    <a:pt x="37883" y="57240"/>
                  </a:lnTo>
                  <a:lnTo>
                    <a:pt x="38330" y="57240"/>
                  </a:lnTo>
                  <a:lnTo>
                    <a:pt x="38586" y="57176"/>
                  </a:lnTo>
                  <a:lnTo>
                    <a:pt x="38713" y="57048"/>
                  </a:lnTo>
                  <a:lnTo>
                    <a:pt x="38905" y="56920"/>
                  </a:lnTo>
                  <a:lnTo>
                    <a:pt x="39033" y="56792"/>
                  </a:lnTo>
                  <a:lnTo>
                    <a:pt x="39160" y="56601"/>
                  </a:lnTo>
                  <a:lnTo>
                    <a:pt x="39224" y="56409"/>
                  </a:lnTo>
                  <a:lnTo>
                    <a:pt x="39224" y="56154"/>
                  </a:lnTo>
                  <a:lnTo>
                    <a:pt x="39224" y="55962"/>
                  </a:lnTo>
                  <a:lnTo>
                    <a:pt x="39160" y="55770"/>
                  </a:lnTo>
                  <a:lnTo>
                    <a:pt x="39033" y="55579"/>
                  </a:lnTo>
                  <a:lnTo>
                    <a:pt x="38905" y="55387"/>
                  </a:lnTo>
                  <a:lnTo>
                    <a:pt x="38713" y="55259"/>
                  </a:lnTo>
                  <a:lnTo>
                    <a:pt x="38586" y="55195"/>
                  </a:lnTo>
                  <a:lnTo>
                    <a:pt x="38330" y="55132"/>
                  </a:lnTo>
                  <a:lnTo>
                    <a:pt x="38138" y="55068"/>
                  </a:lnTo>
                  <a:lnTo>
                    <a:pt x="37947" y="55132"/>
                  </a:lnTo>
                  <a:lnTo>
                    <a:pt x="37691" y="55195"/>
                  </a:lnTo>
                  <a:lnTo>
                    <a:pt x="37563" y="55259"/>
                  </a:lnTo>
                  <a:lnTo>
                    <a:pt x="37372" y="55387"/>
                  </a:lnTo>
                  <a:lnTo>
                    <a:pt x="37244" y="55579"/>
                  </a:lnTo>
                  <a:lnTo>
                    <a:pt x="37116" y="55770"/>
                  </a:lnTo>
                  <a:lnTo>
                    <a:pt x="37052" y="55962"/>
                  </a:lnTo>
                  <a:lnTo>
                    <a:pt x="37052" y="56154"/>
                  </a:lnTo>
                  <a:lnTo>
                    <a:pt x="37116" y="56409"/>
                  </a:lnTo>
                  <a:lnTo>
                    <a:pt x="37180" y="56665"/>
                  </a:lnTo>
                  <a:lnTo>
                    <a:pt x="37308" y="56856"/>
                  </a:lnTo>
                  <a:lnTo>
                    <a:pt x="37499" y="57048"/>
                  </a:lnTo>
                  <a:lnTo>
                    <a:pt x="32197" y="66183"/>
                  </a:lnTo>
                  <a:lnTo>
                    <a:pt x="32006" y="66119"/>
                  </a:lnTo>
                  <a:lnTo>
                    <a:pt x="31558" y="66119"/>
                  </a:lnTo>
                  <a:lnTo>
                    <a:pt x="31367" y="66183"/>
                  </a:lnTo>
                  <a:lnTo>
                    <a:pt x="31047" y="66375"/>
                  </a:lnTo>
                  <a:lnTo>
                    <a:pt x="30792" y="66694"/>
                  </a:lnTo>
                  <a:lnTo>
                    <a:pt x="30728" y="67078"/>
                  </a:lnTo>
                  <a:lnTo>
                    <a:pt x="20187" y="67078"/>
                  </a:lnTo>
                  <a:lnTo>
                    <a:pt x="20059" y="66694"/>
                  </a:lnTo>
                  <a:lnTo>
                    <a:pt x="19804" y="66375"/>
                  </a:lnTo>
                  <a:lnTo>
                    <a:pt x="19484" y="66183"/>
                  </a:lnTo>
                  <a:lnTo>
                    <a:pt x="19293" y="66119"/>
                  </a:lnTo>
                  <a:lnTo>
                    <a:pt x="18846" y="66119"/>
                  </a:lnTo>
                  <a:lnTo>
                    <a:pt x="18590" y="66247"/>
                  </a:lnTo>
                  <a:lnTo>
                    <a:pt x="13288" y="57048"/>
                  </a:lnTo>
                  <a:lnTo>
                    <a:pt x="13543" y="56856"/>
                  </a:lnTo>
                  <a:lnTo>
                    <a:pt x="13735" y="56601"/>
                  </a:lnTo>
                  <a:lnTo>
                    <a:pt x="13863" y="56345"/>
                  </a:lnTo>
                  <a:lnTo>
                    <a:pt x="13927" y="56026"/>
                  </a:lnTo>
                  <a:lnTo>
                    <a:pt x="13927" y="55770"/>
                  </a:lnTo>
                  <a:lnTo>
                    <a:pt x="13799" y="55515"/>
                  </a:lnTo>
                  <a:lnTo>
                    <a:pt x="13607" y="55259"/>
                  </a:lnTo>
                  <a:lnTo>
                    <a:pt x="13415" y="55132"/>
                  </a:lnTo>
                  <a:lnTo>
                    <a:pt x="18654" y="46060"/>
                  </a:lnTo>
                  <a:lnTo>
                    <a:pt x="18973" y="46124"/>
                  </a:lnTo>
                  <a:lnTo>
                    <a:pt x="19357" y="46060"/>
                  </a:lnTo>
                  <a:lnTo>
                    <a:pt x="19676" y="45868"/>
                  </a:lnTo>
                  <a:lnTo>
                    <a:pt x="19932" y="45613"/>
                  </a:lnTo>
                  <a:lnTo>
                    <a:pt x="20059" y="45230"/>
                  </a:lnTo>
                  <a:lnTo>
                    <a:pt x="30728" y="45230"/>
                  </a:lnTo>
                  <a:lnTo>
                    <a:pt x="30792" y="45613"/>
                  </a:lnTo>
                  <a:lnTo>
                    <a:pt x="31047" y="45932"/>
                  </a:lnTo>
                  <a:lnTo>
                    <a:pt x="31367" y="46124"/>
                  </a:lnTo>
                  <a:lnTo>
                    <a:pt x="31558" y="46188"/>
                  </a:lnTo>
                  <a:lnTo>
                    <a:pt x="31750" y="46252"/>
                  </a:lnTo>
                  <a:lnTo>
                    <a:pt x="32006" y="46188"/>
                  </a:lnTo>
                  <a:lnTo>
                    <a:pt x="32197" y="46124"/>
                  </a:lnTo>
                  <a:lnTo>
                    <a:pt x="32389" y="46060"/>
                  </a:lnTo>
                  <a:lnTo>
                    <a:pt x="32517" y="45932"/>
                  </a:lnTo>
                  <a:lnTo>
                    <a:pt x="32644" y="45741"/>
                  </a:lnTo>
                  <a:lnTo>
                    <a:pt x="32772" y="45549"/>
                  </a:lnTo>
                  <a:lnTo>
                    <a:pt x="32836" y="45357"/>
                  </a:lnTo>
                  <a:lnTo>
                    <a:pt x="32836" y="45166"/>
                  </a:lnTo>
                  <a:lnTo>
                    <a:pt x="32836" y="44910"/>
                  </a:lnTo>
                  <a:lnTo>
                    <a:pt x="32708" y="44655"/>
                  </a:lnTo>
                  <a:lnTo>
                    <a:pt x="32580" y="44463"/>
                  </a:lnTo>
                  <a:lnTo>
                    <a:pt x="32389" y="44271"/>
                  </a:lnTo>
                  <a:lnTo>
                    <a:pt x="37372" y="35647"/>
                  </a:lnTo>
                  <a:lnTo>
                    <a:pt x="37691" y="35136"/>
                  </a:lnTo>
                  <a:lnTo>
                    <a:pt x="37883" y="35200"/>
                  </a:lnTo>
                  <a:lnTo>
                    <a:pt x="38330" y="35200"/>
                  </a:lnTo>
                  <a:lnTo>
                    <a:pt x="38522" y="35136"/>
                  </a:lnTo>
                  <a:lnTo>
                    <a:pt x="38841" y="34944"/>
                  </a:lnTo>
                  <a:lnTo>
                    <a:pt x="39097" y="34625"/>
                  </a:lnTo>
                  <a:lnTo>
                    <a:pt x="39224" y="34242"/>
                  </a:lnTo>
                  <a:lnTo>
                    <a:pt x="49765" y="34242"/>
                  </a:lnTo>
                  <a:lnTo>
                    <a:pt x="49893" y="34625"/>
                  </a:lnTo>
                  <a:lnTo>
                    <a:pt x="50148" y="34944"/>
                  </a:lnTo>
                  <a:lnTo>
                    <a:pt x="50468" y="35136"/>
                  </a:lnTo>
                  <a:lnTo>
                    <a:pt x="50659" y="35200"/>
                  </a:lnTo>
                  <a:lnTo>
                    <a:pt x="51107" y="35200"/>
                  </a:lnTo>
                  <a:lnTo>
                    <a:pt x="51298" y="35136"/>
                  </a:lnTo>
                  <a:lnTo>
                    <a:pt x="56601" y="44271"/>
                  </a:lnTo>
                  <a:lnTo>
                    <a:pt x="56409" y="44463"/>
                  </a:lnTo>
                  <a:lnTo>
                    <a:pt x="56281" y="44655"/>
                  </a:lnTo>
                  <a:lnTo>
                    <a:pt x="56153" y="44910"/>
                  </a:lnTo>
                  <a:lnTo>
                    <a:pt x="56153" y="45166"/>
                  </a:lnTo>
                  <a:lnTo>
                    <a:pt x="56153" y="45357"/>
                  </a:lnTo>
                  <a:lnTo>
                    <a:pt x="56217" y="45613"/>
                  </a:lnTo>
                  <a:lnTo>
                    <a:pt x="56345" y="45741"/>
                  </a:lnTo>
                  <a:lnTo>
                    <a:pt x="56473" y="45932"/>
                  </a:lnTo>
                  <a:lnTo>
                    <a:pt x="56601" y="46060"/>
                  </a:lnTo>
                  <a:lnTo>
                    <a:pt x="56792" y="46188"/>
                  </a:lnTo>
                  <a:lnTo>
                    <a:pt x="56984" y="46252"/>
                  </a:lnTo>
                  <a:lnTo>
                    <a:pt x="57431" y="46252"/>
                  </a:lnTo>
                  <a:lnTo>
                    <a:pt x="57623" y="46188"/>
                  </a:lnTo>
                  <a:lnTo>
                    <a:pt x="57942" y="45932"/>
                  </a:lnTo>
                  <a:lnTo>
                    <a:pt x="58198" y="45677"/>
                  </a:lnTo>
                  <a:lnTo>
                    <a:pt x="58325" y="45230"/>
                  </a:lnTo>
                  <a:lnTo>
                    <a:pt x="69186" y="45230"/>
                  </a:lnTo>
                  <a:lnTo>
                    <a:pt x="69313" y="45677"/>
                  </a:lnTo>
                  <a:lnTo>
                    <a:pt x="69505" y="45932"/>
                  </a:lnTo>
                  <a:lnTo>
                    <a:pt x="69888" y="46188"/>
                  </a:lnTo>
                  <a:lnTo>
                    <a:pt x="70080" y="46252"/>
                  </a:lnTo>
                  <a:lnTo>
                    <a:pt x="70463" y="46252"/>
                  </a:lnTo>
                  <a:lnTo>
                    <a:pt x="70655" y="46188"/>
                  </a:lnTo>
                  <a:lnTo>
                    <a:pt x="70847" y="46060"/>
                  </a:lnTo>
                  <a:lnTo>
                    <a:pt x="71038" y="45932"/>
                  </a:lnTo>
                  <a:lnTo>
                    <a:pt x="71166" y="45741"/>
                  </a:lnTo>
                  <a:lnTo>
                    <a:pt x="71230" y="45613"/>
                  </a:lnTo>
                  <a:lnTo>
                    <a:pt x="71294" y="45357"/>
                  </a:lnTo>
                  <a:lnTo>
                    <a:pt x="71358" y="45166"/>
                  </a:lnTo>
                  <a:lnTo>
                    <a:pt x="71294" y="44846"/>
                  </a:lnTo>
                  <a:lnTo>
                    <a:pt x="71166" y="44527"/>
                  </a:lnTo>
                  <a:lnTo>
                    <a:pt x="70910" y="44335"/>
                  </a:lnTo>
                  <a:lnTo>
                    <a:pt x="70655" y="44144"/>
                  </a:lnTo>
                  <a:lnTo>
                    <a:pt x="71294" y="43058"/>
                  </a:lnTo>
                  <a:lnTo>
                    <a:pt x="75829" y="35136"/>
                  </a:lnTo>
                  <a:lnTo>
                    <a:pt x="76085" y="35200"/>
                  </a:lnTo>
                  <a:lnTo>
                    <a:pt x="76468" y="35200"/>
                  </a:lnTo>
                  <a:lnTo>
                    <a:pt x="76660" y="35136"/>
                  </a:lnTo>
                  <a:lnTo>
                    <a:pt x="77043" y="34944"/>
                  </a:lnTo>
                  <a:lnTo>
                    <a:pt x="77235" y="34625"/>
                  </a:lnTo>
                  <a:lnTo>
                    <a:pt x="77363" y="34242"/>
                  </a:lnTo>
                  <a:close/>
                  <a:moveTo>
                    <a:pt x="69952" y="1"/>
                  </a:moveTo>
                  <a:lnTo>
                    <a:pt x="69761" y="64"/>
                  </a:lnTo>
                  <a:lnTo>
                    <a:pt x="69569" y="128"/>
                  </a:lnTo>
                  <a:lnTo>
                    <a:pt x="69186" y="320"/>
                  </a:lnTo>
                  <a:lnTo>
                    <a:pt x="68994" y="639"/>
                  </a:lnTo>
                  <a:lnTo>
                    <a:pt x="68866" y="1023"/>
                  </a:lnTo>
                  <a:lnTo>
                    <a:pt x="57239" y="1023"/>
                  </a:lnTo>
                  <a:lnTo>
                    <a:pt x="57239" y="1214"/>
                  </a:lnTo>
                  <a:lnTo>
                    <a:pt x="68866" y="1214"/>
                  </a:lnTo>
                  <a:lnTo>
                    <a:pt x="68994" y="1598"/>
                  </a:lnTo>
                  <a:lnTo>
                    <a:pt x="69186" y="1917"/>
                  </a:lnTo>
                  <a:lnTo>
                    <a:pt x="69569" y="2109"/>
                  </a:lnTo>
                  <a:lnTo>
                    <a:pt x="69761" y="2173"/>
                  </a:lnTo>
                  <a:lnTo>
                    <a:pt x="70144" y="2173"/>
                  </a:lnTo>
                  <a:lnTo>
                    <a:pt x="70399" y="2109"/>
                  </a:lnTo>
                  <a:lnTo>
                    <a:pt x="75702" y="11244"/>
                  </a:lnTo>
                  <a:lnTo>
                    <a:pt x="75510" y="11436"/>
                  </a:lnTo>
                  <a:lnTo>
                    <a:pt x="75318" y="11627"/>
                  </a:lnTo>
                  <a:lnTo>
                    <a:pt x="75255" y="11883"/>
                  </a:lnTo>
                  <a:lnTo>
                    <a:pt x="75191" y="12138"/>
                  </a:lnTo>
                  <a:lnTo>
                    <a:pt x="75255" y="12394"/>
                  </a:lnTo>
                  <a:lnTo>
                    <a:pt x="75318" y="12649"/>
                  </a:lnTo>
                  <a:lnTo>
                    <a:pt x="75510" y="12841"/>
                  </a:lnTo>
                  <a:lnTo>
                    <a:pt x="75702" y="12969"/>
                  </a:lnTo>
                  <a:lnTo>
                    <a:pt x="73019" y="17568"/>
                  </a:lnTo>
                  <a:lnTo>
                    <a:pt x="70399" y="22168"/>
                  </a:lnTo>
                  <a:lnTo>
                    <a:pt x="70144" y="22104"/>
                  </a:lnTo>
                  <a:lnTo>
                    <a:pt x="69952" y="22040"/>
                  </a:lnTo>
                  <a:lnTo>
                    <a:pt x="69761" y="22040"/>
                  </a:lnTo>
                  <a:lnTo>
                    <a:pt x="69505" y="22104"/>
                  </a:lnTo>
                  <a:lnTo>
                    <a:pt x="69186" y="22360"/>
                  </a:lnTo>
                  <a:lnTo>
                    <a:pt x="68994" y="22679"/>
                  </a:lnTo>
                  <a:lnTo>
                    <a:pt x="68866" y="23062"/>
                  </a:lnTo>
                  <a:lnTo>
                    <a:pt x="58262" y="23062"/>
                  </a:lnTo>
                  <a:lnTo>
                    <a:pt x="58262" y="22807"/>
                  </a:lnTo>
                  <a:lnTo>
                    <a:pt x="58198" y="22615"/>
                  </a:lnTo>
                  <a:lnTo>
                    <a:pt x="57942" y="22296"/>
                  </a:lnTo>
                  <a:lnTo>
                    <a:pt x="57623" y="22104"/>
                  </a:lnTo>
                  <a:lnTo>
                    <a:pt x="57431" y="22040"/>
                  </a:lnTo>
                  <a:lnTo>
                    <a:pt x="56984" y="22040"/>
                  </a:lnTo>
                  <a:lnTo>
                    <a:pt x="56728" y="22168"/>
                  </a:lnTo>
                  <a:lnTo>
                    <a:pt x="55706" y="20379"/>
                  </a:lnTo>
                  <a:lnTo>
                    <a:pt x="51490" y="12969"/>
                  </a:lnTo>
                  <a:lnTo>
                    <a:pt x="51682" y="12841"/>
                  </a:lnTo>
                  <a:lnTo>
                    <a:pt x="51809" y="12649"/>
                  </a:lnTo>
                  <a:lnTo>
                    <a:pt x="51873" y="12394"/>
                  </a:lnTo>
                  <a:lnTo>
                    <a:pt x="51937" y="12138"/>
                  </a:lnTo>
                  <a:lnTo>
                    <a:pt x="51937" y="11883"/>
                  </a:lnTo>
                  <a:lnTo>
                    <a:pt x="51873" y="11691"/>
                  </a:lnTo>
                  <a:lnTo>
                    <a:pt x="51745" y="11499"/>
                  </a:lnTo>
                  <a:lnTo>
                    <a:pt x="51618" y="11372"/>
                  </a:lnTo>
                  <a:lnTo>
                    <a:pt x="51490" y="11244"/>
                  </a:lnTo>
                  <a:lnTo>
                    <a:pt x="51298" y="11116"/>
                  </a:lnTo>
                  <a:lnTo>
                    <a:pt x="51043" y="11052"/>
                  </a:lnTo>
                  <a:lnTo>
                    <a:pt x="50659" y="11052"/>
                  </a:lnTo>
                  <a:lnTo>
                    <a:pt x="50468" y="11116"/>
                  </a:lnTo>
                  <a:lnTo>
                    <a:pt x="50148" y="11308"/>
                  </a:lnTo>
                  <a:lnTo>
                    <a:pt x="49893" y="11627"/>
                  </a:lnTo>
                  <a:lnTo>
                    <a:pt x="49765" y="12011"/>
                  </a:lnTo>
                  <a:lnTo>
                    <a:pt x="39224" y="12011"/>
                  </a:lnTo>
                  <a:lnTo>
                    <a:pt x="39097" y="11627"/>
                  </a:lnTo>
                  <a:lnTo>
                    <a:pt x="38841" y="11308"/>
                  </a:lnTo>
                  <a:lnTo>
                    <a:pt x="38522" y="11116"/>
                  </a:lnTo>
                  <a:lnTo>
                    <a:pt x="38330" y="11052"/>
                  </a:lnTo>
                  <a:lnTo>
                    <a:pt x="37883" y="11052"/>
                  </a:lnTo>
                  <a:lnTo>
                    <a:pt x="37691" y="11116"/>
                  </a:lnTo>
                  <a:lnTo>
                    <a:pt x="31878" y="1023"/>
                  </a:lnTo>
                  <a:lnTo>
                    <a:pt x="31686" y="1150"/>
                  </a:lnTo>
                  <a:lnTo>
                    <a:pt x="37499" y="11244"/>
                  </a:lnTo>
                  <a:lnTo>
                    <a:pt x="37308" y="11436"/>
                  </a:lnTo>
                  <a:lnTo>
                    <a:pt x="37180" y="11627"/>
                  </a:lnTo>
                  <a:lnTo>
                    <a:pt x="37116" y="11883"/>
                  </a:lnTo>
                  <a:lnTo>
                    <a:pt x="37052" y="12138"/>
                  </a:lnTo>
                  <a:lnTo>
                    <a:pt x="37116" y="12394"/>
                  </a:lnTo>
                  <a:lnTo>
                    <a:pt x="37180" y="12649"/>
                  </a:lnTo>
                  <a:lnTo>
                    <a:pt x="37308" y="12841"/>
                  </a:lnTo>
                  <a:lnTo>
                    <a:pt x="37499" y="12969"/>
                  </a:lnTo>
                  <a:lnTo>
                    <a:pt x="32389" y="21912"/>
                  </a:lnTo>
                  <a:lnTo>
                    <a:pt x="32069" y="21785"/>
                  </a:lnTo>
                  <a:lnTo>
                    <a:pt x="31750" y="21721"/>
                  </a:lnTo>
                  <a:lnTo>
                    <a:pt x="31558" y="21721"/>
                  </a:lnTo>
                  <a:lnTo>
                    <a:pt x="31367" y="21785"/>
                  </a:lnTo>
                  <a:lnTo>
                    <a:pt x="31175" y="21912"/>
                  </a:lnTo>
                  <a:lnTo>
                    <a:pt x="30983" y="22040"/>
                  </a:lnTo>
                  <a:lnTo>
                    <a:pt x="30856" y="22232"/>
                  </a:lnTo>
                  <a:lnTo>
                    <a:pt x="30792" y="22360"/>
                  </a:lnTo>
                  <a:lnTo>
                    <a:pt x="30728" y="22615"/>
                  </a:lnTo>
                  <a:lnTo>
                    <a:pt x="30728" y="22807"/>
                  </a:lnTo>
                  <a:lnTo>
                    <a:pt x="30728" y="23062"/>
                  </a:lnTo>
                  <a:lnTo>
                    <a:pt x="19037" y="23062"/>
                  </a:lnTo>
                  <a:lnTo>
                    <a:pt x="19037" y="23254"/>
                  </a:lnTo>
                  <a:lnTo>
                    <a:pt x="30792" y="23254"/>
                  </a:lnTo>
                  <a:lnTo>
                    <a:pt x="30920" y="23509"/>
                  </a:lnTo>
                  <a:lnTo>
                    <a:pt x="31175" y="23701"/>
                  </a:lnTo>
                  <a:lnTo>
                    <a:pt x="31431" y="23829"/>
                  </a:lnTo>
                  <a:lnTo>
                    <a:pt x="31750" y="23893"/>
                  </a:lnTo>
                  <a:lnTo>
                    <a:pt x="32069" y="23829"/>
                  </a:lnTo>
                  <a:lnTo>
                    <a:pt x="37499" y="33284"/>
                  </a:lnTo>
                  <a:lnTo>
                    <a:pt x="37308" y="33411"/>
                  </a:lnTo>
                  <a:lnTo>
                    <a:pt x="37180" y="33667"/>
                  </a:lnTo>
                  <a:lnTo>
                    <a:pt x="37116" y="33858"/>
                  </a:lnTo>
                  <a:lnTo>
                    <a:pt x="37052" y="34178"/>
                  </a:lnTo>
                  <a:lnTo>
                    <a:pt x="37116" y="34433"/>
                  </a:lnTo>
                  <a:lnTo>
                    <a:pt x="37180" y="34625"/>
                  </a:lnTo>
                  <a:lnTo>
                    <a:pt x="37308" y="34881"/>
                  </a:lnTo>
                  <a:lnTo>
                    <a:pt x="37499" y="35008"/>
                  </a:lnTo>
                  <a:lnTo>
                    <a:pt x="32580" y="43633"/>
                  </a:lnTo>
                  <a:lnTo>
                    <a:pt x="32261" y="44144"/>
                  </a:lnTo>
                  <a:lnTo>
                    <a:pt x="32006" y="44080"/>
                  </a:lnTo>
                  <a:lnTo>
                    <a:pt x="31558" y="44080"/>
                  </a:lnTo>
                  <a:lnTo>
                    <a:pt x="31367" y="44144"/>
                  </a:lnTo>
                  <a:lnTo>
                    <a:pt x="31047" y="44335"/>
                  </a:lnTo>
                  <a:lnTo>
                    <a:pt x="30792" y="44655"/>
                  </a:lnTo>
                  <a:lnTo>
                    <a:pt x="30728" y="45038"/>
                  </a:lnTo>
                  <a:lnTo>
                    <a:pt x="20059" y="45038"/>
                  </a:lnTo>
                  <a:lnTo>
                    <a:pt x="20059" y="44846"/>
                  </a:lnTo>
                  <a:lnTo>
                    <a:pt x="19995" y="44655"/>
                  </a:lnTo>
                  <a:lnTo>
                    <a:pt x="19868" y="44463"/>
                  </a:lnTo>
                  <a:lnTo>
                    <a:pt x="19740" y="44271"/>
                  </a:lnTo>
                  <a:lnTo>
                    <a:pt x="19612" y="44144"/>
                  </a:lnTo>
                  <a:lnTo>
                    <a:pt x="19421" y="44080"/>
                  </a:lnTo>
                  <a:lnTo>
                    <a:pt x="19229" y="44016"/>
                  </a:lnTo>
                  <a:lnTo>
                    <a:pt x="18973" y="43952"/>
                  </a:lnTo>
                  <a:lnTo>
                    <a:pt x="18782" y="44016"/>
                  </a:lnTo>
                  <a:lnTo>
                    <a:pt x="18526" y="44080"/>
                  </a:lnTo>
                  <a:lnTo>
                    <a:pt x="12777" y="34114"/>
                  </a:lnTo>
                  <a:lnTo>
                    <a:pt x="12585" y="34178"/>
                  </a:lnTo>
                  <a:lnTo>
                    <a:pt x="18398" y="44144"/>
                  </a:lnTo>
                  <a:lnTo>
                    <a:pt x="18207" y="44335"/>
                  </a:lnTo>
                  <a:lnTo>
                    <a:pt x="18015" y="44527"/>
                  </a:lnTo>
                  <a:lnTo>
                    <a:pt x="17951" y="44782"/>
                  </a:lnTo>
                  <a:lnTo>
                    <a:pt x="17887" y="45038"/>
                  </a:lnTo>
                  <a:lnTo>
                    <a:pt x="17951" y="45357"/>
                  </a:lnTo>
                  <a:lnTo>
                    <a:pt x="18079" y="45613"/>
                  </a:lnTo>
                  <a:lnTo>
                    <a:pt x="18207" y="45805"/>
                  </a:lnTo>
                  <a:lnTo>
                    <a:pt x="18462" y="45996"/>
                  </a:lnTo>
                  <a:lnTo>
                    <a:pt x="13224" y="55004"/>
                  </a:lnTo>
                  <a:lnTo>
                    <a:pt x="12841" y="54940"/>
                  </a:lnTo>
                  <a:lnTo>
                    <a:pt x="12649" y="55004"/>
                  </a:lnTo>
                  <a:lnTo>
                    <a:pt x="12457" y="55068"/>
                  </a:lnTo>
                  <a:lnTo>
                    <a:pt x="12266" y="55132"/>
                  </a:lnTo>
                  <a:lnTo>
                    <a:pt x="12074" y="55259"/>
                  </a:lnTo>
                  <a:lnTo>
                    <a:pt x="11946" y="55451"/>
                  </a:lnTo>
                  <a:lnTo>
                    <a:pt x="11882" y="55643"/>
                  </a:lnTo>
                  <a:lnTo>
                    <a:pt x="11818" y="55834"/>
                  </a:lnTo>
                  <a:lnTo>
                    <a:pt x="11755" y="56026"/>
                  </a:lnTo>
                  <a:lnTo>
                    <a:pt x="11755" y="56090"/>
                  </a:lnTo>
                  <a:lnTo>
                    <a:pt x="0" y="56090"/>
                  </a:lnTo>
                  <a:lnTo>
                    <a:pt x="0" y="56281"/>
                  </a:lnTo>
                  <a:lnTo>
                    <a:pt x="11818" y="56281"/>
                  </a:lnTo>
                  <a:lnTo>
                    <a:pt x="11946" y="56601"/>
                  </a:lnTo>
                  <a:lnTo>
                    <a:pt x="12138" y="56856"/>
                  </a:lnTo>
                  <a:lnTo>
                    <a:pt x="12457" y="57048"/>
                  </a:lnTo>
                  <a:lnTo>
                    <a:pt x="12841" y="57112"/>
                  </a:lnTo>
                  <a:lnTo>
                    <a:pt x="13096" y="57112"/>
                  </a:lnTo>
                  <a:lnTo>
                    <a:pt x="18462" y="66311"/>
                  </a:lnTo>
                  <a:lnTo>
                    <a:pt x="18271" y="66503"/>
                  </a:lnTo>
                  <a:lnTo>
                    <a:pt x="18143" y="66694"/>
                  </a:lnTo>
                  <a:lnTo>
                    <a:pt x="18015" y="66950"/>
                  </a:lnTo>
                  <a:lnTo>
                    <a:pt x="18015" y="67205"/>
                  </a:lnTo>
                  <a:lnTo>
                    <a:pt x="18015" y="67397"/>
                  </a:lnTo>
                  <a:lnTo>
                    <a:pt x="18079" y="67589"/>
                  </a:lnTo>
                  <a:lnTo>
                    <a:pt x="18207" y="67780"/>
                  </a:lnTo>
                  <a:lnTo>
                    <a:pt x="18335" y="67972"/>
                  </a:lnTo>
                  <a:lnTo>
                    <a:pt x="18462" y="68100"/>
                  </a:lnTo>
                  <a:lnTo>
                    <a:pt x="18654" y="68164"/>
                  </a:lnTo>
                  <a:lnTo>
                    <a:pt x="18846" y="68228"/>
                  </a:lnTo>
                  <a:lnTo>
                    <a:pt x="19101" y="68291"/>
                  </a:lnTo>
                  <a:lnTo>
                    <a:pt x="19293" y="68228"/>
                  </a:lnTo>
                  <a:lnTo>
                    <a:pt x="19484" y="68228"/>
                  </a:lnTo>
                  <a:lnTo>
                    <a:pt x="19804" y="67972"/>
                  </a:lnTo>
                  <a:lnTo>
                    <a:pt x="20059" y="67653"/>
                  </a:lnTo>
                  <a:lnTo>
                    <a:pt x="20187" y="67269"/>
                  </a:lnTo>
                  <a:lnTo>
                    <a:pt x="30728" y="67269"/>
                  </a:lnTo>
                  <a:lnTo>
                    <a:pt x="30792" y="67653"/>
                  </a:lnTo>
                  <a:lnTo>
                    <a:pt x="31047" y="67972"/>
                  </a:lnTo>
                  <a:lnTo>
                    <a:pt x="31367" y="68228"/>
                  </a:lnTo>
                  <a:lnTo>
                    <a:pt x="31558" y="68228"/>
                  </a:lnTo>
                  <a:lnTo>
                    <a:pt x="31750" y="68291"/>
                  </a:lnTo>
                  <a:lnTo>
                    <a:pt x="32006" y="68228"/>
                  </a:lnTo>
                  <a:lnTo>
                    <a:pt x="32197" y="68164"/>
                  </a:lnTo>
                  <a:lnTo>
                    <a:pt x="37499" y="77363"/>
                  </a:lnTo>
                  <a:lnTo>
                    <a:pt x="37372" y="77491"/>
                  </a:lnTo>
                  <a:lnTo>
                    <a:pt x="37244" y="77746"/>
                  </a:lnTo>
                  <a:lnTo>
                    <a:pt x="37116" y="77938"/>
                  </a:lnTo>
                  <a:lnTo>
                    <a:pt x="37116" y="78193"/>
                  </a:lnTo>
                  <a:lnTo>
                    <a:pt x="37116" y="78449"/>
                  </a:lnTo>
                  <a:lnTo>
                    <a:pt x="37244" y="78704"/>
                  </a:lnTo>
                  <a:lnTo>
                    <a:pt x="37372" y="78896"/>
                  </a:lnTo>
                  <a:lnTo>
                    <a:pt x="37499" y="79088"/>
                  </a:lnTo>
                  <a:lnTo>
                    <a:pt x="35072" y="83240"/>
                  </a:lnTo>
                  <a:lnTo>
                    <a:pt x="31750" y="89117"/>
                  </a:lnTo>
                  <a:lnTo>
                    <a:pt x="19037" y="89117"/>
                  </a:lnTo>
                  <a:lnTo>
                    <a:pt x="19037" y="89309"/>
                  </a:lnTo>
                  <a:lnTo>
                    <a:pt x="31750" y="89309"/>
                  </a:lnTo>
                  <a:lnTo>
                    <a:pt x="37436" y="99211"/>
                  </a:lnTo>
                  <a:lnTo>
                    <a:pt x="37308" y="99339"/>
                  </a:lnTo>
                  <a:lnTo>
                    <a:pt x="37180" y="99530"/>
                  </a:lnTo>
                  <a:lnTo>
                    <a:pt x="37116" y="99722"/>
                  </a:lnTo>
                  <a:lnTo>
                    <a:pt x="37116" y="99977"/>
                  </a:lnTo>
                  <a:lnTo>
                    <a:pt x="37116" y="100169"/>
                  </a:lnTo>
                  <a:lnTo>
                    <a:pt x="37180" y="100361"/>
                  </a:lnTo>
                  <a:lnTo>
                    <a:pt x="37308" y="100552"/>
                  </a:lnTo>
                  <a:lnTo>
                    <a:pt x="37436" y="100744"/>
                  </a:lnTo>
                  <a:lnTo>
                    <a:pt x="37563" y="100872"/>
                  </a:lnTo>
                  <a:lnTo>
                    <a:pt x="37755" y="100936"/>
                  </a:lnTo>
                  <a:lnTo>
                    <a:pt x="37947" y="100999"/>
                  </a:lnTo>
                  <a:lnTo>
                    <a:pt x="38202" y="101063"/>
                  </a:lnTo>
                  <a:lnTo>
                    <a:pt x="38394" y="100999"/>
                  </a:lnTo>
                  <a:lnTo>
                    <a:pt x="38586" y="100936"/>
                  </a:lnTo>
                  <a:lnTo>
                    <a:pt x="38777" y="100872"/>
                  </a:lnTo>
                  <a:lnTo>
                    <a:pt x="38969" y="100744"/>
                  </a:lnTo>
                  <a:lnTo>
                    <a:pt x="39097" y="100552"/>
                  </a:lnTo>
                  <a:lnTo>
                    <a:pt x="39160" y="100361"/>
                  </a:lnTo>
                  <a:lnTo>
                    <a:pt x="39224" y="100169"/>
                  </a:lnTo>
                  <a:lnTo>
                    <a:pt x="39288" y="99977"/>
                  </a:lnTo>
                  <a:lnTo>
                    <a:pt x="39224" y="99722"/>
                  </a:lnTo>
                  <a:lnTo>
                    <a:pt x="39160" y="99530"/>
                  </a:lnTo>
                  <a:lnTo>
                    <a:pt x="39097" y="99339"/>
                  </a:lnTo>
                  <a:lnTo>
                    <a:pt x="38969" y="99211"/>
                  </a:lnTo>
                  <a:lnTo>
                    <a:pt x="38777" y="99083"/>
                  </a:lnTo>
                  <a:lnTo>
                    <a:pt x="38586" y="98955"/>
                  </a:lnTo>
                  <a:lnTo>
                    <a:pt x="38394" y="98891"/>
                  </a:lnTo>
                  <a:lnTo>
                    <a:pt x="38202" y="98891"/>
                  </a:lnTo>
                  <a:lnTo>
                    <a:pt x="37883" y="98955"/>
                  </a:lnTo>
                  <a:lnTo>
                    <a:pt x="37563" y="99083"/>
                  </a:lnTo>
                  <a:lnTo>
                    <a:pt x="31878" y="89181"/>
                  </a:lnTo>
                  <a:lnTo>
                    <a:pt x="34689" y="84326"/>
                  </a:lnTo>
                  <a:lnTo>
                    <a:pt x="37691" y="79151"/>
                  </a:lnTo>
                  <a:lnTo>
                    <a:pt x="37947" y="79279"/>
                  </a:lnTo>
                  <a:lnTo>
                    <a:pt x="38394" y="79279"/>
                  </a:lnTo>
                  <a:lnTo>
                    <a:pt x="38586" y="79215"/>
                  </a:lnTo>
                  <a:lnTo>
                    <a:pt x="38905" y="79024"/>
                  </a:lnTo>
                  <a:lnTo>
                    <a:pt x="39160" y="78704"/>
                  </a:lnTo>
                  <a:lnTo>
                    <a:pt x="39224" y="78321"/>
                  </a:lnTo>
                  <a:lnTo>
                    <a:pt x="49765" y="78321"/>
                  </a:lnTo>
                  <a:lnTo>
                    <a:pt x="49893" y="78704"/>
                  </a:lnTo>
                  <a:lnTo>
                    <a:pt x="50148" y="79024"/>
                  </a:lnTo>
                  <a:lnTo>
                    <a:pt x="50468" y="79215"/>
                  </a:lnTo>
                  <a:lnTo>
                    <a:pt x="50659" y="79279"/>
                  </a:lnTo>
                  <a:lnTo>
                    <a:pt x="51107" y="79279"/>
                  </a:lnTo>
                  <a:lnTo>
                    <a:pt x="51298" y="79151"/>
                  </a:lnTo>
                  <a:lnTo>
                    <a:pt x="56601" y="88415"/>
                  </a:lnTo>
                  <a:lnTo>
                    <a:pt x="56473" y="88542"/>
                  </a:lnTo>
                  <a:lnTo>
                    <a:pt x="56345" y="88734"/>
                  </a:lnTo>
                  <a:lnTo>
                    <a:pt x="56217" y="88989"/>
                  </a:lnTo>
                  <a:lnTo>
                    <a:pt x="56217" y="89245"/>
                  </a:lnTo>
                  <a:lnTo>
                    <a:pt x="56217" y="89437"/>
                  </a:lnTo>
                  <a:lnTo>
                    <a:pt x="56281" y="89692"/>
                  </a:lnTo>
                  <a:lnTo>
                    <a:pt x="56409" y="89820"/>
                  </a:lnTo>
                  <a:lnTo>
                    <a:pt x="56537" y="90012"/>
                  </a:lnTo>
                  <a:lnTo>
                    <a:pt x="56664" y="90139"/>
                  </a:lnTo>
                  <a:lnTo>
                    <a:pt x="56856" y="90267"/>
                  </a:lnTo>
                  <a:lnTo>
                    <a:pt x="57048" y="90331"/>
                  </a:lnTo>
                  <a:lnTo>
                    <a:pt x="57495" y="90331"/>
                  </a:lnTo>
                  <a:lnTo>
                    <a:pt x="57687" y="90267"/>
                  </a:lnTo>
                  <a:lnTo>
                    <a:pt x="57878" y="90139"/>
                  </a:lnTo>
                  <a:lnTo>
                    <a:pt x="58070" y="90012"/>
                  </a:lnTo>
                  <a:lnTo>
                    <a:pt x="58198" y="89820"/>
                  </a:lnTo>
                  <a:lnTo>
                    <a:pt x="58262" y="89692"/>
                  </a:lnTo>
                  <a:lnTo>
                    <a:pt x="58325" y="89437"/>
                  </a:lnTo>
                  <a:lnTo>
                    <a:pt x="58389" y="89245"/>
                  </a:lnTo>
                  <a:lnTo>
                    <a:pt x="58325" y="89053"/>
                  </a:lnTo>
                  <a:lnTo>
                    <a:pt x="58262" y="88798"/>
                  </a:lnTo>
                  <a:lnTo>
                    <a:pt x="58198" y="88670"/>
                  </a:lnTo>
                  <a:lnTo>
                    <a:pt x="58070" y="88478"/>
                  </a:lnTo>
                  <a:lnTo>
                    <a:pt x="57878" y="88351"/>
                  </a:lnTo>
                  <a:lnTo>
                    <a:pt x="57687" y="88223"/>
                  </a:lnTo>
                  <a:lnTo>
                    <a:pt x="57495" y="88159"/>
                  </a:lnTo>
                  <a:lnTo>
                    <a:pt x="57303" y="88159"/>
                  </a:lnTo>
                  <a:lnTo>
                    <a:pt x="57048" y="88223"/>
                  </a:lnTo>
                  <a:lnTo>
                    <a:pt x="56792" y="88287"/>
                  </a:lnTo>
                  <a:lnTo>
                    <a:pt x="51490" y="79088"/>
                  </a:lnTo>
                  <a:lnTo>
                    <a:pt x="51682" y="78896"/>
                  </a:lnTo>
                  <a:lnTo>
                    <a:pt x="51809" y="78704"/>
                  </a:lnTo>
                  <a:lnTo>
                    <a:pt x="51873" y="78449"/>
                  </a:lnTo>
                  <a:lnTo>
                    <a:pt x="51937" y="78193"/>
                  </a:lnTo>
                  <a:lnTo>
                    <a:pt x="51873" y="77938"/>
                  </a:lnTo>
                  <a:lnTo>
                    <a:pt x="51809" y="77682"/>
                  </a:lnTo>
                  <a:lnTo>
                    <a:pt x="51682" y="77491"/>
                  </a:lnTo>
                  <a:lnTo>
                    <a:pt x="51490" y="77299"/>
                  </a:lnTo>
                  <a:lnTo>
                    <a:pt x="56728" y="68228"/>
                  </a:lnTo>
                  <a:lnTo>
                    <a:pt x="56984" y="68355"/>
                  </a:lnTo>
                  <a:lnTo>
                    <a:pt x="57303" y="68419"/>
                  </a:lnTo>
                  <a:lnTo>
                    <a:pt x="57495" y="68355"/>
                  </a:lnTo>
                  <a:lnTo>
                    <a:pt x="57687" y="68291"/>
                  </a:lnTo>
                  <a:lnTo>
                    <a:pt x="57878" y="68228"/>
                  </a:lnTo>
                  <a:lnTo>
                    <a:pt x="58070" y="68100"/>
                  </a:lnTo>
                  <a:lnTo>
                    <a:pt x="58198" y="67908"/>
                  </a:lnTo>
                  <a:lnTo>
                    <a:pt x="58262" y="67716"/>
                  </a:lnTo>
                  <a:lnTo>
                    <a:pt x="58325" y="67525"/>
                  </a:lnTo>
                  <a:lnTo>
                    <a:pt x="58389" y="67333"/>
                  </a:lnTo>
                  <a:lnTo>
                    <a:pt x="58389" y="67269"/>
                  </a:lnTo>
                  <a:lnTo>
                    <a:pt x="68802" y="67269"/>
                  </a:lnTo>
                  <a:lnTo>
                    <a:pt x="68802" y="67333"/>
                  </a:lnTo>
                  <a:lnTo>
                    <a:pt x="68802" y="67525"/>
                  </a:lnTo>
                  <a:lnTo>
                    <a:pt x="68866" y="67716"/>
                  </a:lnTo>
                  <a:lnTo>
                    <a:pt x="68994" y="67908"/>
                  </a:lnTo>
                  <a:lnTo>
                    <a:pt x="69122" y="68100"/>
                  </a:lnTo>
                  <a:lnTo>
                    <a:pt x="69313" y="68228"/>
                  </a:lnTo>
                  <a:lnTo>
                    <a:pt x="69441" y="68291"/>
                  </a:lnTo>
                  <a:lnTo>
                    <a:pt x="69697" y="68355"/>
                  </a:lnTo>
                  <a:lnTo>
                    <a:pt x="69888" y="68419"/>
                  </a:lnTo>
                  <a:lnTo>
                    <a:pt x="70208" y="68355"/>
                  </a:lnTo>
                  <a:lnTo>
                    <a:pt x="70463" y="68228"/>
                  </a:lnTo>
                  <a:lnTo>
                    <a:pt x="75638" y="77235"/>
                  </a:lnTo>
                  <a:lnTo>
                    <a:pt x="75318" y="77363"/>
                  </a:lnTo>
                  <a:lnTo>
                    <a:pt x="75127" y="77618"/>
                  </a:lnTo>
                  <a:lnTo>
                    <a:pt x="74999" y="77874"/>
                  </a:lnTo>
                  <a:lnTo>
                    <a:pt x="74935" y="78193"/>
                  </a:lnTo>
                  <a:lnTo>
                    <a:pt x="74999" y="78513"/>
                  </a:lnTo>
                  <a:lnTo>
                    <a:pt x="75127" y="78832"/>
                  </a:lnTo>
                  <a:lnTo>
                    <a:pt x="75318" y="79024"/>
                  </a:lnTo>
                  <a:lnTo>
                    <a:pt x="75574" y="79215"/>
                  </a:lnTo>
                  <a:lnTo>
                    <a:pt x="70399" y="88223"/>
                  </a:lnTo>
                  <a:lnTo>
                    <a:pt x="70144" y="88159"/>
                  </a:lnTo>
                  <a:lnTo>
                    <a:pt x="69888" y="88159"/>
                  </a:lnTo>
                  <a:lnTo>
                    <a:pt x="69697" y="88223"/>
                  </a:lnTo>
                  <a:lnTo>
                    <a:pt x="69505" y="88351"/>
                  </a:lnTo>
                  <a:lnTo>
                    <a:pt x="69377" y="88478"/>
                  </a:lnTo>
                  <a:lnTo>
                    <a:pt x="69186" y="88670"/>
                  </a:lnTo>
                  <a:lnTo>
                    <a:pt x="69122" y="88798"/>
                  </a:lnTo>
                  <a:lnTo>
                    <a:pt x="69058" y="89053"/>
                  </a:lnTo>
                  <a:lnTo>
                    <a:pt x="69058" y="89245"/>
                  </a:lnTo>
                  <a:lnTo>
                    <a:pt x="69058" y="89437"/>
                  </a:lnTo>
                  <a:lnTo>
                    <a:pt x="69122" y="89692"/>
                  </a:lnTo>
                  <a:lnTo>
                    <a:pt x="69186" y="89820"/>
                  </a:lnTo>
                  <a:lnTo>
                    <a:pt x="69377" y="90012"/>
                  </a:lnTo>
                  <a:lnTo>
                    <a:pt x="69505" y="90139"/>
                  </a:lnTo>
                  <a:lnTo>
                    <a:pt x="69697" y="90267"/>
                  </a:lnTo>
                  <a:lnTo>
                    <a:pt x="69888" y="90331"/>
                  </a:lnTo>
                  <a:lnTo>
                    <a:pt x="70336" y="90331"/>
                  </a:lnTo>
                  <a:lnTo>
                    <a:pt x="70527" y="90267"/>
                  </a:lnTo>
                  <a:lnTo>
                    <a:pt x="70719" y="90139"/>
                  </a:lnTo>
                  <a:lnTo>
                    <a:pt x="70847" y="90012"/>
                  </a:lnTo>
                  <a:lnTo>
                    <a:pt x="71038" y="89820"/>
                  </a:lnTo>
                  <a:lnTo>
                    <a:pt x="71102" y="89692"/>
                  </a:lnTo>
                  <a:lnTo>
                    <a:pt x="71166" y="89437"/>
                  </a:lnTo>
                  <a:lnTo>
                    <a:pt x="71166" y="89245"/>
                  </a:lnTo>
                  <a:lnTo>
                    <a:pt x="71166" y="88926"/>
                  </a:lnTo>
                  <a:lnTo>
                    <a:pt x="71038" y="88670"/>
                  </a:lnTo>
                  <a:lnTo>
                    <a:pt x="70847" y="88415"/>
                  </a:lnTo>
                  <a:lnTo>
                    <a:pt x="70591" y="88287"/>
                  </a:lnTo>
                  <a:lnTo>
                    <a:pt x="75766" y="79279"/>
                  </a:lnTo>
                  <a:lnTo>
                    <a:pt x="76277" y="79279"/>
                  </a:lnTo>
                  <a:lnTo>
                    <a:pt x="76468" y="79215"/>
                  </a:lnTo>
                  <a:lnTo>
                    <a:pt x="76660" y="79088"/>
                  </a:lnTo>
                  <a:lnTo>
                    <a:pt x="76788" y="78960"/>
                  </a:lnTo>
                  <a:lnTo>
                    <a:pt x="76915" y="78832"/>
                  </a:lnTo>
                  <a:lnTo>
                    <a:pt x="77043" y="78640"/>
                  </a:lnTo>
                  <a:lnTo>
                    <a:pt x="77107" y="78449"/>
                  </a:lnTo>
                  <a:lnTo>
                    <a:pt x="77107" y="78193"/>
                  </a:lnTo>
                  <a:lnTo>
                    <a:pt x="77107" y="78002"/>
                  </a:lnTo>
                  <a:lnTo>
                    <a:pt x="77043" y="77810"/>
                  </a:lnTo>
                  <a:lnTo>
                    <a:pt x="76915" y="77618"/>
                  </a:lnTo>
                  <a:lnTo>
                    <a:pt x="76788" y="77427"/>
                  </a:lnTo>
                  <a:lnTo>
                    <a:pt x="76660" y="77299"/>
                  </a:lnTo>
                  <a:lnTo>
                    <a:pt x="76468" y="77235"/>
                  </a:lnTo>
                  <a:lnTo>
                    <a:pt x="76277" y="77171"/>
                  </a:lnTo>
                  <a:lnTo>
                    <a:pt x="76021" y="77107"/>
                  </a:lnTo>
                  <a:lnTo>
                    <a:pt x="75829" y="77171"/>
                  </a:lnTo>
                  <a:lnTo>
                    <a:pt x="70591" y="68164"/>
                  </a:lnTo>
                  <a:lnTo>
                    <a:pt x="70783" y="67972"/>
                  </a:lnTo>
                  <a:lnTo>
                    <a:pt x="70847" y="67780"/>
                  </a:lnTo>
                  <a:lnTo>
                    <a:pt x="70974" y="67589"/>
                  </a:lnTo>
                  <a:lnTo>
                    <a:pt x="70974" y="67333"/>
                  </a:lnTo>
                  <a:lnTo>
                    <a:pt x="70910" y="67078"/>
                  </a:lnTo>
                  <a:lnTo>
                    <a:pt x="70847" y="66822"/>
                  </a:lnTo>
                  <a:lnTo>
                    <a:pt x="70719" y="66567"/>
                  </a:lnTo>
                  <a:lnTo>
                    <a:pt x="70463" y="66439"/>
                  </a:lnTo>
                  <a:lnTo>
                    <a:pt x="75829" y="57176"/>
                  </a:lnTo>
                  <a:lnTo>
                    <a:pt x="76085" y="57240"/>
                  </a:lnTo>
                  <a:lnTo>
                    <a:pt x="76468" y="57240"/>
                  </a:lnTo>
                  <a:lnTo>
                    <a:pt x="76660" y="57176"/>
                  </a:lnTo>
                  <a:lnTo>
                    <a:pt x="77043" y="56984"/>
                  </a:lnTo>
                  <a:lnTo>
                    <a:pt x="77235" y="56665"/>
                  </a:lnTo>
                  <a:lnTo>
                    <a:pt x="77363" y="56281"/>
                  </a:lnTo>
                  <a:lnTo>
                    <a:pt x="87967" y="56281"/>
                  </a:lnTo>
                  <a:lnTo>
                    <a:pt x="88031" y="56665"/>
                  </a:lnTo>
                  <a:lnTo>
                    <a:pt x="88287" y="56984"/>
                  </a:lnTo>
                  <a:lnTo>
                    <a:pt x="88606" y="57176"/>
                  </a:lnTo>
                  <a:lnTo>
                    <a:pt x="88798" y="57240"/>
                  </a:lnTo>
                  <a:lnTo>
                    <a:pt x="89245" y="57240"/>
                  </a:lnTo>
                  <a:lnTo>
                    <a:pt x="89437" y="57176"/>
                  </a:lnTo>
                  <a:lnTo>
                    <a:pt x="89628" y="57048"/>
                  </a:lnTo>
                  <a:lnTo>
                    <a:pt x="89756" y="56920"/>
                  </a:lnTo>
                  <a:lnTo>
                    <a:pt x="89884" y="56792"/>
                  </a:lnTo>
                  <a:lnTo>
                    <a:pt x="90012" y="56601"/>
                  </a:lnTo>
                  <a:lnTo>
                    <a:pt x="90075" y="56409"/>
                  </a:lnTo>
                  <a:lnTo>
                    <a:pt x="90075" y="56154"/>
                  </a:lnTo>
                  <a:lnTo>
                    <a:pt x="90075" y="55898"/>
                  </a:lnTo>
                  <a:lnTo>
                    <a:pt x="89948" y="55643"/>
                  </a:lnTo>
                  <a:lnTo>
                    <a:pt x="89820" y="55451"/>
                  </a:lnTo>
                  <a:lnTo>
                    <a:pt x="89628" y="55323"/>
                  </a:lnTo>
                  <a:lnTo>
                    <a:pt x="94931" y="46060"/>
                  </a:lnTo>
                  <a:lnTo>
                    <a:pt x="95250" y="46188"/>
                  </a:lnTo>
                  <a:lnTo>
                    <a:pt x="95569" y="46252"/>
                  </a:lnTo>
                  <a:lnTo>
                    <a:pt x="95761" y="46252"/>
                  </a:lnTo>
                  <a:lnTo>
                    <a:pt x="95953" y="46188"/>
                  </a:lnTo>
                  <a:lnTo>
                    <a:pt x="96272" y="45932"/>
                  </a:lnTo>
                  <a:lnTo>
                    <a:pt x="96528" y="45677"/>
                  </a:lnTo>
                  <a:lnTo>
                    <a:pt x="96592" y="45230"/>
                  </a:lnTo>
                  <a:lnTo>
                    <a:pt x="106941" y="45230"/>
                  </a:lnTo>
                  <a:lnTo>
                    <a:pt x="107068" y="45677"/>
                  </a:lnTo>
                  <a:lnTo>
                    <a:pt x="107260" y="45932"/>
                  </a:lnTo>
                  <a:lnTo>
                    <a:pt x="107579" y="46188"/>
                  </a:lnTo>
                  <a:lnTo>
                    <a:pt x="107771" y="46252"/>
                  </a:lnTo>
                  <a:lnTo>
                    <a:pt x="108218" y="46252"/>
                  </a:lnTo>
                  <a:lnTo>
                    <a:pt x="108410" y="46188"/>
                  </a:lnTo>
                  <a:lnTo>
                    <a:pt x="108602" y="46060"/>
                  </a:lnTo>
                  <a:lnTo>
                    <a:pt x="108793" y="45932"/>
                  </a:lnTo>
                  <a:lnTo>
                    <a:pt x="108921" y="45741"/>
                  </a:lnTo>
                  <a:lnTo>
                    <a:pt x="108985" y="45613"/>
                  </a:lnTo>
                  <a:lnTo>
                    <a:pt x="109049" y="45357"/>
                  </a:lnTo>
                  <a:lnTo>
                    <a:pt x="109113" y="45166"/>
                  </a:lnTo>
                  <a:lnTo>
                    <a:pt x="109049" y="44974"/>
                  </a:lnTo>
                  <a:lnTo>
                    <a:pt x="108985" y="44719"/>
                  </a:lnTo>
                  <a:lnTo>
                    <a:pt x="108921" y="44527"/>
                  </a:lnTo>
                  <a:lnTo>
                    <a:pt x="108793" y="44399"/>
                  </a:lnTo>
                  <a:lnTo>
                    <a:pt x="108602" y="44271"/>
                  </a:lnTo>
                  <a:lnTo>
                    <a:pt x="108410" y="44144"/>
                  </a:lnTo>
                  <a:lnTo>
                    <a:pt x="108218" y="44080"/>
                  </a:lnTo>
                  <a:lnTo>
                    <a:pt x="107771" y="44080"/>
                  </a:lnTo>
                  <a:lnTo>
                    <a:pt x="107579" y="44144"/>
                  </a:lnTo>
                  <a:lnTo>
                    <a:pt x="107260" y="44335"/>
                  </a:lnTo>
                  <a:lnTo>
                    <a:pt x="107068" y="44655"/>
                  </a:lnTo>
                  <a:lnTo>
                    <a:pt x="106941" y="45038"/>
                  </a:lnTo>
                  <a:lnTo>
                    <a:pt x="96592" y="45038"/>
                  </a:lnTo>
                  <a:lnTo>
                    <a:pt x="96528" y="44655"/>
                  </a:lnTo>
                  <a:lnTo>
                    <a:pt x="96272" y="44335"/>
                  </a:lnTo>
                  <a:lnTo>
                    <a:pt x="95953" y="44144"/>
                  </a:lnTo>
                  <a:lnTo>
                    <a:pt x="95761" y="44080"/>
                  </a:lnTo>
                  <a:lnTo>
                    <a:pt x="95569" y="44080"/>
                  </a:lnTo>
                  <a:lnTo>
                    <a:pt x="95250" y="44144"/>
                  </a:lnTo>
                  <a:lnTo>
                    <a:pt x="94931" y="44271"/>
                  </a:lnTo>
                  <a:lnTo>
                    <a:pt x="89628" y="35008"/>
                  </a:lnTo>
                  <a:lnTo>
                    <a:pt x="89820" y="34881"/>
                  </a:lnTo>
                  <a:lnTo>
                    <a:pt x="89948" y="34625"/>
                  </a:lnTo>
                  <a:lnTo>
                    <a:pt x="90075" y="34433"/>
                  </a:lnTo>
                  <a:lnTo>
                    <a:pt x="90075" y="34178"/>
                  </a:lnTo>
                  <a:lnTo>
                    <a:pt x="90075" y="33858"/>
                  </a:lnTo>
                  <a:lnTo>
                    <a:pt x="89948" y="33667"/>
                  </a:lnTo>
                  <a:lnTo>
                    <a:pt x="89820" y="33411"/>
                  </a:lnTo>
                  <a:lnTo>
                    <a:pt x="89628" y="33284"/>
                  </a:lnTo>
                  <a:lnTo>
                    <a:pt x="90395" y="31942"/>
                  </a:lnTo>
                  <a:lnTo>
                    <a:pt x="94931" y="24021"/>
                  </a:lnTo>
                  <a:lnTo>
                    <a:pt x="95250" y="24148"/>
                  </a:lnTo>
                  <a:lnTo>
                    <a:pt x="95569" y="24212"/>
                  </a:lnTo>
                  <a:lnTo>
                    <a:pt x="95761" y="24212"/>
                  </a:lnTo>
                  <a:lnTo>
                    <a:pt x="95953" y="24148"/>
                  </a:lnTo>
                  <a:lnTo>
                    <a:pt x="96272" y="23957"/>
                  </a:lnTo>
                  <a:lnTo>
                    <a:pt x="96528" y="23637"/>
                  </a:lnTo>
                  <a:lnTo>
                    <a:pt x="96592" y="23254"/>
                  </a:lnTo>
                  <a:lnTo>
                    <a:pt x="108027" y="23254"/>
                  </a:lnTo>
                  <a:lnTo>
                    <a:pt x="113840" y="33284"/>
                  </a:lnTo>
                  <a:lnTo>
                    <a:pt x="113648" y="33411"/>
                  </a:lnTo>
                  <a:lnTo>
                    <a:pt x="113521" y="33667"/>
                  </a:lnTo>
                  <a:lnTo>
                    <a:pt x="113393" y="33858"/>
                  </a:lnTo>
                  <a:lnTo>
                    <a:pt x="113393" y="34178"/>
                  </a:lnTo>
                  <a:lnTo>
                    <a:pt x="113393" y="34370"/>
                  </a:lnTo>
                  <a:lnTo>
                    <a:pt x="113457" y="34561"/>
                  </a:lnTo>
                  <a:lnTo>
                    <a:pt x="113585" y="34753"/>
                  </a:lnTo>
                  <a:lnTo>
                    <a:pt x="113712" y="34881"/>
                  </a:lnTo>
                  <a:lnTo>
                    <a:pt x="113840" y="35072"/>
                  </a:lnTo>
                  <a:lnTo>
                    <a:pt x="114032" y="35136"/>
                  </a:lnTo>
                  <a:lnTo>
                    <a:pt x="114223" y="35200"/>
                  </a:lnTo>
                  <a:lnTo>
                    <a:pt x="114671" y="35200"/>
                  </a:lnTo>
                  <a:lnTo>
                    <a:pt x="114862" y="35136"/>
                  </a:lnTo>
                  <a:lnTo>
                    <a:pt x="115054" y="35072"/>
                  </a:lnTo>
                  <a:lnTo>
                    <a:pt x="115245" y="34881"/>
                  </a:lnTo>
                  <a:lnTo>
                    <a:pt x="115373" y="34753"/>
                  </a:lnTo>
                  <a:lnTo>
                    <a:pt x="115437" y="34561"/>
                  </a:lnTo>
                  <a:lnTo>
                    <a:pt x="115501" y="34370"/>
                  </a:lnTo>
                  <a:lnTo>
                    <a:pt x="115501" y="34178"/>
                  </a:lnTo>
                  <a:lnTo>
                    <a:pt x="115501" y="33922"/>
                  </a:lnTo>
                  <a:lnTo>
                    <a:pt x="115437" y="33731"/>
                  </a:lnTo>
                  <a:lnTo>
                    <a:pt x="115373" y="33539"/>
                  </a:lnTo>
                  <a:lnTo>
                    <a:pt x="115245" y="33411"/>
                  </a:lnTo>
                  <a:lnTo>
                    <a:pt x="115054" y="33220"/>
                  </a:lnTo>
                  <a:lnTo>
                    <a:pt x="114862" y="33156"/>
                  </a:lnTo>
                  <a:lnTo>
                    <a:pt x="114671" y="33092"/>
                  </a:lnTo>
                  <a:lnTo>
                    <a:pt x="114223" y="33092"/>
                  </a:lnTo>
                  <a:lnTo>
                    <a:pt x="113968" y="33156"/>
                  </a:lnTo>
                  <a:lnTo>
                    <a:pt x="108154" y="23062"/>
                  </a:lnTo>
                  <a:lnTo>
                    <a:pt x="96592" y="23062"/>
                  </a:lnTo>
                  <a:lnTo>
                    <a:pt x="96528" y="22679"/>
                  </a:lnTo>
                  <a:lnTo>
                    <a:pt x="96272" y="22360"/>
                  </a:lnTo>
                  <a:lnTo>
                    <a:pt x="95953" y="22104"/>
                  </a:lnTo>
                  <a:lnTo>
                    <a:pt x="95761" y="22040"/>
                  </a:lnTo>
                  <a:lnTo>
                    <a:pt x="95569" y="22040"/>
                  </a:lnTo>
                  <a:lnTo>
                    <a:pt x="95250" y="22104"/>
                  </a:lnTo>
                  <a:lnTo>
                    <a:pt x="94931" y="22232"/>
                  </a:lnTo>
                  <a:lnTo>
                    <a:pt x="89628" y="12969"/>
                  </a:lnTo>
                  <a:lnTo>
                    <a:pt x="89820" y="12841"/>
                  </a:lnTo>
                  <a:lnTo>
                    <a:pt x="89948" y="12649"/>
                  </a:lnTo>
                  <a:lnTo>
                    <a:pt x="90075" y="12394"/>
                  </a:lnTo>
                  <a:lnTo>
                    <a:pt x="90075" y="12138"/>
                  </a:lnTo>
                  <a:lnTo>
                    <a:pt x="90075" y="11883"/>
                  </a:lnTo>
                  <a:lnTo>
                    <a:pt x="90012" y="11691"/>
                  </a:lnTo>
                  <a:lnTo>
                    <a:pt x="89884" y="11499"/>
                  </a:lnTo>
                  <a:lnTo>
                    <a:pt x="89756" y="11372"/>
                  </a:lnTo>
                  <a:lnTo>
                    <a:pt x="89628" y="11244"/>
                  </a:lnTo>
                  <a:lnTo>
                    <a:pt x="89437" y="11116"/>
                  </a:lnTo>
                  <a:lnTo>
                    <a:pt x="89245" y="11052"/>
                  </a:lnTo>
                  <a:lnTo>
                    <a:pt x="88798" y="11052"/>
                  </a:lnTo>
                  <a:lnTo>
                    <a:pt x="88606" y="11116"/>
                  </a:lnTo>
                  <a:lnTo>
                    <a:pt x="88287" y="11308"/>
                  </a:lnTo>
                  <a:lnTo>
                    <a:pt x="88031" y="11627"/>
                  </a:lnTo>
                  <a:lnTo>
                    <a:pt x="87967" y="12011"/>
                  </a:lnTo>
                  <a:lnTo>
                    <a:pt x="77363" y="12011"/>
                  </a:lnTo>
                  <a:lnTo>
                    <a:pt x="77235" y="11627"/>
                  </a:lnTo>
                  <a:lnTo>
                    <a:pt x="77043" y="11308"/>
                  </a:lnTo>
                  <a:lnTo>
                    <a:pt x="76660" y="11116"/>
                  </a:lnTo>
                  <a:lnTo>
                    <a:pt x="76468" y="11052"/>
                  </a:lnTo>
                  <a:lnTo>
                    <a:pt x="76085" y="11052"/>
                  </a:lnTo>
                  <a:lnTo>
                    <a:pt x="75829" y="11116"/>
                  </a:lnTo>
                  <a:lnTo>
                    <a:pt x="70527" y="1981"/>
                  </a:lnTo>
                  <a:lnTo>
                    <a:pt x="70719" y="1789"/>
                  </a:lnTo>
                  <a:lnTo>
                    <a:pt x="70910" y="1598"/>
                  </a:lnTo>
                  <a:lnTo>
                    <a:pt x="70974" y="1342"/>
                  </a:lnTo>
                  <a:lnTo>
                    <a:pt x="71038" y="1087"/>
                  </a:lnTo>
                  <a:lnTo>
                    <a:pt x="70974" y="895"/>
                  </a:lnTo>
                  <a:lnTo>
                    <a:pt x="70910" y="703"/>
                  </a:lnTo>
                  <a:lnTo>
                    <a:pt x="70847" y="512"/>
                  </a:lnTo>
                  <a:lnTo>
                    <a:pt x="70719" y="320"/>
                  </a:lnTo>
                  <a:lnTo>
                    <a:pt x="70527" y="192"/>
                  </a:lnTo>
                  <a:lnTo>
                    <a:pt x="70336" y="128"/>
                  </a:lnTo>
                  <a:lnTo>
                    <a:pt x="70144" y="64"/>
                  </a:lnTo>
                  <a:lnTo>
                    <a:pt x="69952"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39">
              <a:extLst>
                <a:ext uri="{FF2B5EF4-FFF2-40B4-BE49-F238E27FC236}">
                  <a16:creationId xmlns:a16="http://schemas.microsoft.com/office/drawing/2014/main" id="{AFEC01A0-0348-76FA-0DE8-4CBDB9480864}"/>
                </a:ext>
              </a:extLst>
            </p:cNvPr>
            <p:cNvSpPr/>
            <p:nvPr/>
          </p:nvSpPr>
          <p:spPr>
            <a:xfrm>
              <a:off x="1399800" y="-802100"/>
              <a:ext cx="2037900" cy="1095625"/>
            </a:xfrm>
            <a:custGeom>
              <a:avLst/>
              <a:gdLst/>
              <a:ahLst/>
              <a:cxnLst/>
              <a:rect l="l" t="t" r="r" b="b"/>
              <a:pathLst>
                <a:path w="81516" h="43825" fill="none" extrusionOk="0">
                  <a:moveTo>
                    <a:pt x="62990" y="959"/>
                  </a:moveTo>
                  <a:lnTo>
                    <a:pt x="62990" y="959"/>
                  </a:lnTo>
                  <a:lnTo>
                    <a:pt x="63181" y="959"/>
                  </a:lnTo>
                  <a:lnTo>
                    <a:pt x="63373" y="895"/>
                  </a:lnTo>
                  <a:lnTo>
                    <a:pt x="63756" y="703"/>
                  </a:lnTo>
                  <a:lnTo>
                    <a:pt x="63948" y="384"/>
                  </a:lnTo>
                  <a:lnTo>
                    <a:pt x="64076" y="1"/>
                  </a:lnTo>
                  <a:lnTo>
                    <a:pt x="74680" y="1"/>
                  </a:lnTo>
                  <a:lnTo>
                    <a:pt x="74680" y="1"/>
                  </a:lnTo>
                  <a:lnTo>
                    <a:pt x="74744" y="384"/>
                  </a:lnTo>
                  <a:lnTo>
                    <a:pt x="75000" y="703"/>
                  </a:lnTo>
                  <a:lnTo>
                    <a:pt x="75319" y="895"/>
                  </a:lnTo>
                  <a:lnTo>
                    <a:pt x="75511" y="959"/>
                  </a:lnTo>
                  <a:lnTo>
                    <a:pt x="75702" y="959"/>
                  </a:lnTo>
                  <a:lnTo>
                    <a:pt x="75702" y="959"/>
                  </a:lnTo>
                  <a:lnTo>
                    <a:pt x="75958" y="959"/>
                  </a:lnTo>
                  <a:lnTo>
                    <a:pt x="76150" y="895"/>
                  </a:lnTo>
                  <a:lnTo>
                    <a:pt x="77747" y="3578"/>
                  </a:lnTo>
                  <a:lnTo>
                    <a:pt x="81516" y="10158"/>
                  </a:lnTo>
                  <a:lnTo>
                    <a:pt x="81516" y="10158"/>
                  </a:lnTo>
                  <a:lnTo>
                    <a:pt x="81388" y="10286"/>
                  </a:lnTo>
                  <a:lnTo>
                    <a:pt x="81260" y="10478"/>
                  </a:lnTo>
                  <a:lnTo>
                    <a:pt x="81196" y="10669"/>
                  </a:lnTo>
                  <a:lnTo>
                    <a:pt x="81196" y="10925"/>
                  </a:lnTo>
                  <a:lnTo>
                    <a:pt x="81196" y="10925"/>
                  </a:lnTo>
                  <a:lnTo>
                    <a:pt x="81196" y="11116"/>
                  </a:lnTo>
                  <a:lnTo>
                    <a:pt x="81260" y="11372"/>
                  </a:lnTo>
                  <a:lnTo>
                    <a:pt x="81388" y="11564"/>
                  </a:lnTo>
                  <a:lnTo>
                    <a:pt x="81516" y="11691"/>
                  </a:lnTo>
                  <a:lnTo>
                    <a:pt x="76150" y="20954"/>
                  </a:lnTo>
                  <a:lnTo>
                    <a:pt x="76150" y="20954"/>
                  </a:lnTo>
                  <a:lnTo>
                    <a:pt x="75958" y="20891"/>
                  </a:lnTo>
                  <a:lnTo>
                    <a:pt x="75702" y="20827"/>
                  </a:lnTo>
                  <a:lnTo>
                    <a:pt x="75702" y="20827"/>
                  </a:lnTo>
                  <a:lnTo>
                    <a:pt x="75511" y="20891"/>
                  </a:lnTo>
                  <a:lnTo>
                    <a:pt x="75319" y="20954"/>
                  </a:lnTo>
                  <a:lnTo>
                    <a:pt x="75000" y="21146"/>
                  </a:lnTo>
                  <a:lnTo>
                    <a:pt x="74744" y="21465"/>
                  </a:lnTo>
                  <a:lnTo>
                    <a:pt x="74680" y="21849"/>
                  </a:lnTo>
                  <a:lnTo>
                    <a:pt x="64076" y="21849"/>
                  </a:lnTo>
                  <a:lnTo>
                    <a:pt x="64076" y="21849"/>
                  </a:lnTo>
                  <a:lnTo>
                    <a:pt x="63948" y="21465"/>
                  </a:lnTo>
                  <a:lnTo>
                    <a:pt x="63756" y="21146"/>
                  </a:lnTo>
                  <a:lnTo>
                    <a:pt x="63373" y="20954"/>
                  </a:lnTo>
                  <a:lnTo>
                    <a:pt x="63181" y="20891"/>
                  </a:lnTo>
                  <a:lnTo>
                    <a:pt x="62990" y="20827"/>
                  </a:lnTo>
                  <a:lnTo>
                    <a:pt x="62990" y="20827"/>
                  </a:lnTo>
                  <a:lnTo>
                    <a:pt x="62798" y="20891"/>
                  </a:lnTo>
                  <a:lnTo>
                    <a:pt x="62606" y="20954"/>
                  </a:lnTo>
                  <a:lnTo>
                    <a:pt x="62415" y="21018"/>
                  </a:lnTo>
                  <a:lnTo>
                    <a:pt x="62223" y="21146"/>
                  </a:lnTo>
                  <a:lnTo>
                    <a:pt x="62095" y="21338"/>
                  </a:lnTo>
                  <a:lnTo>
                    <a:pt x="62031" y="21529"/>
                  </a:lnTo>
                  <a:lnTo>
                    <a:pt x="61968" y="21721"/>
                  </a:lnTo>
                  <a:lnTo>
                    <a:pt x="61904" y="21913"/>
                  </a:lnTo>
                  <a:lnTo>
                    <a:pt x="61904" y="21913"/>
                  </a:lnTo>
                  <a:lnTo>
                    <a:pt x="61968" y="22168"/>
                  </a:lnTo>
                  <a:lnTo>
                    <a:pt x="62031" y="22424"/>
                  </a:lnTo>
                  <a:lnTo>
                    <a:pt x="62223" y="22679"/>
                  </a:lnTo>
                  <a:lnTo>
                    <a:pt x="62415" y="22807"/>
                  </a:lnTo>
                  <a:lnTo>
                    <a:pt x="57049" y="32070"/>
                  </a:lnTo>
                  <a:lnTo>
                    <a:pt x="57049" y="32070"/>
                  </a:lnTo>
                  <a:lnTo>
                    <a:pt x="56857" y="32006"/>
                  </a:lnTo>
                  <a:lnTo>
                    <a:pt x="56601" y="32006"/>
                  </a:lnTo>
                  <a:lnTo>
                    <a:pt x="56601" y="32006"/>
                  </a:lnTo>
                  <a:lnTo>
                    <a:pt x="56218" y="32070"/>
                  </a:lnTo>
                  <a:lnTo>
                    <a:pt x="55899" y="32262"/>
                  </a:lnTo>
                  <a:lnTo>
                    <a:pt x="55707" y="32517"/>
                  </a:lnTo>
                  <a:lnTo>
                    <a:pt x="55579" y="32837"/>
                  </a:lnTo>
                  <a:lnTo>
                    <a:pt x="45038" y="32837"/>
                  </a:lnTo>
                  <a:lnTo>
                    <a:pt x="45038" y="32837"/>
                  </a:lnTo>
                  <a:lnTo>
                    <a:pt x="44911" y="32517"/>
                  </a:lnTo>
                  <a:lnTo>
                    <a:pt x="44655" y="32262"/>
                  </a:lnTo>
                  <a:lnTo>
                    <a:pt x="44336" y="32070"/>
                  </a:lnTo>
                  <a:lnTo>
                    <a:pt x="44016" y="32006"/>
                  </a:lnTo>
                  <a:lnTo>
                    <a:pt x="44016" y="32006"/>
                  </a:lnTo>
                  <a:lnTo>
                    <a:pt x="43761" y="32006"/>
                  </a:lnTo>
                  <a:lnTo>
                    <a:pt x="43569" y="32070"/>
                  </a:lnTo>
                  <a:lnTo>
                    <a:pt x="43377" y="32198"/>
                  </a:lnTo>
                  <a:lnTo>
                    <a:pt x="43250" y="32326"/>
                  </a:lnTo>
                  <a:lnTo>
                    <a:pt x="43122" y="32453"/>
                  </a:lnTo>
                  <a:lnTo>
                    <a:pt x="42994" y="32645"/>
                  </a:lnTo>
                  <a:lnTo>
                    <a:pt x="42930" y="32837"/>
                  </a:lnTo>
                  <a:lnTo>
                    <a:pt x="42930" y="33092"/>
                  </a:lnTo>
                  <a:lnTo>
                    <a:pt x="42930" y="33092"/>
                  </a:lnTo>
                  <a:lnTo>
                    <a:pt x="42930" y="33284"/>
                  </a:lnTo>
                  <a:lnTo>
                    <a:pt x="42994" y="33539"/>
                  </a:lnTo>
                  <a:lnTo>
                    <a:pt x="43122" y="33731"/>
                  </a:lnTo>
                  <a:lnTo>
                    <a:pt x="43250" y="33859"/>
                  </a:lnTo>
                  <a:lnTo>
                    <a:pt x="40247" y="39161"/>
                  </a:lnTo>
                  <a:lnTo>
                    <a:pt x="38011" y="42994"/>
                  </a:lnTo>
                  <a:lnTo>
                    <a:pt x="38011" y="42994"/>
                  </a:lnTo>
                  <a:lnTo>
                    <a:pt x="37820" y="42930"/>
                  </a:lnTo>
                  <a:lnTo>
                    <a:pt x="37564" y="42866"/>
                  </a:lnTo>
                  <a:lnTo>
                    <a:pt x="37564" y="42866"/>
                  </a:lnTo>
                  <a:lnTo>
                    <a:pt x="37372" y="42930"/>
                  </a:lnTo>
                  <a:lnTo>
                    <a:pt x="37181" y="42930"/>
                  </a:lnTo>
                  <a:lnTo>
                    <a:pt x="36861" y="43186"/>
                  </a:lnTo>
                  <a:lnTo>
                    <a:pt x="36606" y="43441"/>
                  </a:lnTo>
                  <a:lnTo>
                    <a:pt x="36478" y="43824"/>
                  </a:lnTo>
                  <a:lnTo>
                    <a:pt x="25937" y="43824"/>
                  </a:lnTo>
                  <a:lnTo>
                    <a:pt x="25937" y="43824"/>
                  </a:lnTo>
                  <a:lnTo>
                    <a:pt x="25873" y="43441"/>
                  </a:lnTo>
                  <a:lnTo>
                    <a:pt x="25618" y="43186"/>
                  </a:lnTo>
                  <a:lnTo>
                    <a:pt x="25299" y="42930"/>
                  </a:lnTo>
                  <a:lnTo>
                    <a:pt x="25107" y="42930"/>
                  </a:lnTo>
                  <a:lnTo>
                    <a:pt x="24915" y="42866"/>
                  </a:lnTo>
                  <a:lnTo>
                    <a:pt x="24915" y="42866"/>
                  </a:lnTo>
                  <a:lnTo>
                    <a:pt x="24660" y="42930"/>
                  </a:lnTo>
                  <a:lnTo>
                    <a:pt x="24404" y="42994"/>
                  </a:lnTo>
                  <a:lnTo>
                    <a:pt x="19102" y="33795"/>
                  </a:lnTo>
                  <a:lnTo>
                    <a:pt x="19102" y="33795"/>
                  </a:lnTo>
                  <a:lnTo>
                    <a:pt x="19293" y="33667"/>
                  </a:lnTo>
                  <a:lnTo>
                    <a:pt x="19421" y="33475"/>
                  </a:lnTo>
                  <a:lnTo>
                    <a:pt x="19549" y="33220"/>
                  </a:lnTo>
                  <a:lnTo>
                    <a:pt x="19549" y="32964"/>
                  </a:lnTo>
                  <a:lnTo>
                    <a:pt x="19549" y="32964"/>
                  </a:lnTo>
                  <a:lnTo>
                    <a:pt x="19549" y="32709"/>
                  </a:lnTo>
                  <a:lnTo>
                    <a:pt x="19421" y="32453"/>
                  </a:lnTo>
                  <a:lnTo>
                    <a:pt x="19293" y="32262"/>
                  </a:lnTo>
                  <a:lnTo>
                    <a:pt x="19102" y="32070"/>
                  </a:lnTo>
                  <a:lnTo>
                    <a:pt x="24404" y="22935"/>
                  </a:lnTo>
                  <a:lnTo>
                    <a:pt x="24404" y="22935"/>
                  </a:lnTo>
                  <a:lnTo>
                    <a:pt x="24596" y="22999"/>
                  </a:lnTo>
                  <a:lnTo>
                    <a:pt x="24851" y="22999"/>
                  </a:lnTo>
                  <a:lnTo>
                    <a:pt x="24851" y="22999"/>
                  </a:lnTo>
                  <a:lnTo>
                    <a:pt x="25043" y="22999"/>
                  </a:lnTo>
                  <a:lnTo>
                    <a:pt x="25299" y="22935"/>
                  </a:lnTo>
                  <a:lnTo>
                    <a:pt x="25426" y="22807"/>
                  </a:lnTo>
                  <a:lnTo>
                    <a:pt x="25618" y="22679"/>
                  </a:lnTo>
                  <a:lnTo>
                    <a:pt x="25746" y="22551"/>
                  </a:lnTo>
                  <a:lnTo>
                    <a:pt x="25873" y="22360"/>
                  </a:lnTo>
                  <a:lnTo>
                    <a:pt x="25937" y="22168"/>
                  </a:lnTo>
                  <a:lnTo>
                    <a:pt x="25937" y="21913"/>
                  </a:lnTo>
                  <a:lnTo>
                    <a:pt x="25937" y="21913"/>
                  </a:lnTo>
                  <a:lnTo>
                    <a:pt x="25937" y="21721"/>
                  </a:lnTo>
                  <a:lnTo>
                    <a:pt x="25873" y="21529"/>
                  </a:lnTo>
                  <a:lnTo>
                    <a:pt x="25746" y="21338"/>
                  </a:lnTo>
                  <a:lnTo>
                    <a:pt x="25618" y="21146"/>
                  </a:lnTo>
                  <a:lnTo>
                    <a:pt x="25426" y="21018"/>
                  </a:lnTo>
                  <a:lnTo>
                    <a:pt x="25299" y="20954"/>
                  </a:lnTo>
                  <a:lnTo>
                    <a:pt x="25043" y="20891"/>
                  </a:lnTo>
                  <a:lnTo>
                    <a:pt x="24851" y="20827"/>
                  </a:lnTo>
                  <a:lnTo>
                    <a:pt x="24851" y="20827"/>
                  </a:lnTo>
                  <a:lnTo>
                    <a:pt x="24660" y="20891"/>
                  </a:lnTo>
                  <a:lnTo>
                    <a:pt x="24404" y="20954"/>
                  </a:lnTo>
                  <a:lnTo>
                    <a:pt x="24276" y="21018"/>
                  </a:lnTo>
                  <a:lnTo>
                    <a:pt x="24085" y="21146"/>
                  </a:lnTo>
                  <a:lnTo>
                    <a:pt x="23957" y="21338"/>
                  </a:lnTo>
                  <a:lnTo>
                    <a:pt x="23829" y="21529"/>
                  </a:lnTo>
                  <a:lnTo>
                    <a:pt x="23765" y="21721"/>
                  </a:lnTo>
                  <a:lnTo>
                    <a:pt x="23765" y="21913"/>
                  </a:lnTo>
                  <a:lnTo>
                    <a:pt x="23765" y="21913"/>
                  </a:lnTo>
                  <a:lnTo>
                    <a:pt x="23829" y="22168"/>
                  </a:lnTo>
                  <a:lnTo>
                    <a:pt x="23893" y="22424"/>
                  </a:lnTo>
                  <a:lnTo>
                    <a:pt x="24021" y="22615"/>
                  </a:lnTo>
                  <a:lnTo>
                    <a:pt x="24212" y="22807"/>
                  </a:lnTo>
                  <a:lnTo>
                    <a:pt x="18910" y="31942"/>
                  </a:lnTo>
                  <a:lnTo>
                    <a:pt x="18910" y="31942"/>
                  </a:lnTo>
                  <a:lnTo>
                    <a:pt x="18719" y="31878"/>
                  </a:lnTo>
                  <a:lnTo>
                    <a:pt x="18463" y="31878"/>
                  </a:lnTo>
                  <a:lnTo>
                    <a:pt x="18463" y="31878"/>
                  </a:lnTo>
                  <a:lnTo>
                    <a:pt x="18271" y="31878"/>
                  </a:lnTo>
                  <a:lnTo>
                    <a:pt x="18080" y="31942"/>
                  </a:lnTo>
                  <a:lnTo>
                    <a:pt x="17760" y="32134"/>
                  </a:lnTo>
                  <a:lnTo>
                    <a:pt x="17505" y="32453"/>
                  </a:lnTo>
                  <a:lnTo>
                    <a:pt x="17441" y="32837"/>
                  </a:lnTo>
                  <a:lnTo>
                    <a:pt x="6900" y="32837"/>
                  </a:lnTo>
                  <a:lnTo>
                    <a:pt x="6900" y="32837"/>
                  </a:lnTo>
                  <a:lnTo>
                    <a:pt x="6772" y="32453"/>
                  </a:lnTo>
                  <a:lnTo>
                    <a:pt x="6517" y="32134"/>
                  </a:lnTo>
                  <a:lnTo>
                    <a:pt x="6197" y="31942"/>
                  </a:lnTo>
                  <a:lnTo>
                    <a:pt x="6006" y="31878"/>
                  </a:lnTo>
                  <a:lnTo>
                    <a:pt x="5814" y="31878"/>
                  </a:lnTo>
                  <a:lnTo>
                    <a:pt x="5814" y="31878"/>
                  </a:lnTo>
                  <a:lnTo>
                    <a:pt x="5559" y="31878"/>
                  </a:lnTo>
                  <a:lnTo>
                    <a:pt x="5303" y="32006"/>
                  </a:lnTo>
                  <a:lnTo>
                    <a:pt x="1" y="22807"/>
                  </a:lnTo>
                  <a:lnTo>
                    <a:pt x="1" y="22807"/>
                  </a:lnTo>
                  <a:lnTo>
                    <a:pt x="256" y="22615"/>
                  </a:lnTo>
                  <a:lnTo>
                    <a:pt x="448" y="22360"/>
                  </a:lnTo>
                  <a:lnTo>
                    <a:pt x="576" y="22104"/>
                  </a:lnTo>
                  <a:lnTo>
                    <a:pt x="640" y="21785"/>
                  </a:lnTo>
                  <a:lnTo>
                    <a:pt x="640" y="21785"/>
                  </a:lnTo>
                  <a:lnTo>
                    <a:pt x="640" y="21529"/>
                  </a:lnTo>
                  <a:lnTo>
                    <a:pt x="512" y="21274"/>
                  </a:lnTo>
                  <a:lnTo>
                    <a:pt x="320" y="21018"/>
                  </a:lnTo>
                  <a:lnTo>
                    <a:pt x="128" y="20891"/>
                  </a:lnTo>
                  <a:lnTo>
                    <a:pt x="5367" y="11819"/>
                  </a:lnTo>
                  <a:lnTo>
                    <a:pt x="5367" y="11819"/>
                  </a:lnTo>
                  <a:lnTo>
                    <a:pt x="5686" y="11883"/>
                  </a:lnTo>
                  <a:lnTo>
                    <a:pt x="5686" y="11883"/>
                  </a:lnTo>
                  <a:lnTo>
                    <a:pt x="6070" y="11819"/>
                  </a:lnTo>
                  <a:lnTo>
                    <a:pt x="6389" y="11627"/>
                  </a:lnTo>
                  <a:lnTo>
                    <a:pt x="6645" y="11372"/>
                  </a:lnTo>
                  <a:lnTo>
                    <a:pt x="6772" y="10989"/>
                  </a:lnTo>
                  <a:lnTo>
                    <a:pt x="17441" y="10989"/>
                  </a:lnTo>
                  <a:lnTo>
                    <a:pt x="17441" y="10989"/>
                  </a:lnTo>
                  <a:lnTo>
                    <a:pt x="17505" y="11372"/>
                  </a:lnTo>
                  <a:lnTo>
                    <a:pt x="17760" y="11691"/>
                  </a:lnTo>
                  <a:lnTo>
                    <a:pt x="18080" y="11883"/>
                  </a:lnTo>
                  <a:lnTo>
                    <a:pt x="18271" y="11947"/>
                  </a:lnTo>
                  <a:lnTo>
                    <a:pt x="18463" y="12011"/>
                  </a:lnTo>
                  <a:lnTo>
                    <a:pt x="18463" y="12011"/>
                  </a:lnTo>
                  <a:lnTo>
                    <a:pt x="18719" y="11947"/>
                  </a:lnTo>
                  <a:lnTo>
                    <a:pt x="18910" y="11883"/>
                  </a:lnTo>
                  <a:lnTo>
                    <a:pt x="19102" y="11819"/>
                  </a:lnTo>
                  <a:lnTo>
                    <a:pt x="19230" y="11691"/>
                  </a:lnTo>
                  <a:lnTo>
                    <a:pt x="19357" y="11500"/>
                  </a:lnTo>
                  <a:lnTo>
                    <a:pt x="19485" y="11308"/>
                  </a:lnTo>
                  <a:lnTo>
                    <a:pt x="19549" y="11116"/>
                  </a:lnTo>
                  <a:lnTo>
                    <a:pt x="19549" y="10925"/>
                  </a:lnTo>
                  <a:lnTo>
                    <a:pt x="19549" y="10925"/>
                  </a:lnTo>
                  <a:lnTo>
                    <a:pt x="19549" y="10669"/>
                  </a:lnTo>
                  <a:lnTo>
                    <a:pt x="19421" y="10414"/>
                  </a:lnTo>
                  <a:lnTo>
                    <a:pt x="19293" y="10222"/>
                  </a:lnTo>
                  <a:lnTo>
                    <a:pt x="19102" y="10030"/>
                  </a:lnTo>
                  <a:lnTo>
                    <a:pt x="24085" y="1406"/>
                  </a:lnTo>
                  <a:lnTo>
                    <a:pt x="24404" y="895"/>
                  </a:lnTo>
                  <a:lnTo>
                    <a:pt x="24404" y="895"/>
                  </a:lnTo>
                  <a:lnTo>
                    <a:pt x="24596" y="959"/>
                  </a:lnTo>
                  <a:lnTo>
                    <a:pt x="24851" y="959"/>
                  </a:lnTo>
                  <a:lnTo>
                    <a:pt x="24851" y="959"/>
                  </a:lnTo>
                  <a:lnTo>
                    <a:pt x="25043" y="959"/>
                  </a:lnTo>
                  <a:lnTo>
                    <a:pt x="25235" y="895"/>
                  </a:lnTo>
                  <a:lnTo>
                    <a:pt x="25554" y="703"/>
                  </a:lnTo>
                  <a:lnTo>
                    <a:pt x="25810" y="384"/>
                  </a:lnTo>
                  <a:lnTo>
                    <a:pt x="25937" y="1"/>
                  </a:lnTo>
                  <a:lnTo>
                    <a:pt x="36478" y="1"/>
                  </a:lnTo>
                  <a:lnTo>
                    <a:pt x="36478" y="1"/>
                  </a:lnTo>
                  <a:lnTo>
                    <a:pt x="36606" y="384"/>
                  </a:lnTo>
                  <a:lnTo>
                    <a:pt x="36861" y="703"/>
                  </a:lnTo>
                  <a:lnTo>
                    <a:pt x="37181" y="895"/>
                  </a:lnTo>
                  <a:lnTo>
                    <a:pt x="37372" y="959"/>
                  </a:lnTo>
                  <a:lnTo>
                    <a:pt x="37564" y="959"/>
                  </a:lnTo>
                  <a:lnTo>
                    <a:pt x="37564" y="959"/>
                  </a:lnTo>
                  <a:lnTo>
                    <a:pt x="37820" y="959"/>
                  </a:lnTo>
                  <a:lnTo>
                    <a:pt x="38011" y="895"/>
                  </a:lnTo>
                  <a:lnTo>
                    <a:pt x="43314" y="10030"/>
                  </a:lnTo>
                  <a:lnTo>
                    <a:pt x="43314" y="10030"/>
                  </a:lnTo>
                  <a:lnTo>
                    <a:pt x="43122" y="10222"/>
                  </a:lnTo>
                  <a:lnTo>
                    <a:pt x="42994" y="10414"/>
                  </a:lnTo>
                  <a:lnTo>
                    <a:pt x="42866" y="10669"/>
                  </a:lnTo>
                  <a:lnTo>
                    <a:pt x="42866" y="10925"/>
                  </a:lnTo>
                  <a:lnTo>
                    <a:pt x="42866" y="10925"/>
                  </a:lnTo>
                  <a:lnTo>
                    <a:pt x="42866" y="11116"/>
                  </a:lnTo>
                  <a:lnTo>
                    <a:pt x="42930" y="11372"/>
                  </a:lnTo>
                  <a:lnTo>
                    <a:pt x="43058" y="11500"/>
                  </a:lnTo>
                  <a:lnTo>
                    <a:pt x="43186" y="11691"/>
                  </a:lnTo>
                  <a:lnTo>
                    <a:pt x="43314" y="11819"/>
                  </a:lnTo>
                  <a:lnTo>
                    <a:pt x="43505" y="11947"/>
                  </a:lnTo>
                  <a:lnTo>
                    <a:pt x="43697" y="12011"/>
                  </a:lnTo>
                  <a:lnTo>
                    <a:pt x="43952" y="12011"/>
                  </a:lnTo>
                  <a:lnTo>
                    <a:pt x="43952" y="12011"/>
                  </a:lnTo>
                  <a:lnTo>
                    <a:pt x="44144" y="12011"/>
                  </a:lnTo>
                  <a:lnTo>
                    <a:pt x="44336" y="11947"/>
                  </a:lnTo>
                  <a:lnTo>
                    <a:pt x="44655" y="11691"/>
                  </a:lnTo>
                  <a:lnTo>
                    <a:pt x="44911" y="11436"/>
                  </a:lnTo>
                  <a:lnTo>
                    <a:pt x="45038" y="10989"/>
                  </a:lnTo>
                  <a:lnTo>
                    <a:pt x="55899" y="10989"/>
                  </a:lnTo>
                  <a:lnTo>
                    <a:pt x="55899" y="10989"/>
                  </a:lnTo>
                  <a:lnTo>
                    <a:pt x="56026" y="11436"/>
                  </a:lnTo>
                  <a:lnTo>
                    <a:pt x="56218" y="11691"/>
                  </a:lnTo>
                  <a:lnTo>
                    <a:pt x="56601" y="11947"/>
                  </a:lnTo>
                  <a:lnTo>
                    <a:pt x="56793" y="12011"/>
                  </a:lnTo>
                  <a:lnTo>
                    <a:pt x="56985" y="12011"/>
                  </a:lnTo>
                  <a:lnTo>
                    <a:pt x="56985" y="12011"/>
                  </a:lnTo>
                  <a:lnTo>
                    <a:pt x="57176" y="12011"/>
                  </a:lnTo>
                  <a:lnTo>
                    <a:pt x="57368" y="11947"/>
                  </a:lnTo>
                  <a:lnTo>
                    <a:pt x="57560" y="11819"/>
                  </a:lnTo>
                  <a:lnTo>
                    <a:pt x="57751" y="11691"/>
                  </a:lnTo>
                  <a:lnTo>
                    <a:pt x="57879" y="11500"/>
                  </a:lnTo>
                  <a:lnTo>
                    <a:pt x="57943" y="11372"/>
                  </a:lnTo>
                  <a:lnTo>
                    <a:pt x="58007" y="11116"/>
                  </a:lnTo>
                  <a:lnTo>
                    <a:pt x="58071" y="10925"/>
                  </a:lnTo>
                  <a:lnTo>
                    <a:pt x="58071" y="10925"/>
                  </a:lnTo>
                  <a:lnTo>
                    <a:pt x="58007" y="10605"/>
                  </a:lnTo>
                  <a:lnTo>
                    <a:pt x="57879" y="10286"/>
                  </a:lnTo>
                  <a:lnTo>
                    <a:pt x="57623" y="10094"/>
                  </a:lnTo>
                  <a:lnTo>
                    <a:pt x="57368" y="9903"/>
                  </a:lnTo>
                  <a:lnTo>
                    <a:pt x="58007" y="8817"/>
                  </a:lnTo>
                  <a:lnTo>
                    <a:pt x="62542" y="895"/>
                  </a:lnTo>
                  <a:lnTo>
                    <a:pt x="62542" y="895"/>
                  </a:lnTo>
                  <a:lnTo>
                    <a:pt x="62798" y="959"/>
                  </a:lnTo>
                  <a:lnTo>
                    <a:pt x="62990" y="959"/>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39">
              <a:extLst>
                <a:ext uri="{FF2B5EF4-FFF2-40B4-BE49-F238E27FC236}">
                  <a16:creationId xmlns:a16="http://schemas.microsoft.com/office/drawing/2014/main" id="{6C422F84-BF15-D092-B023-882E289DD454}"/>
                </a:ext>
              </a:extLst>
            </p:cNvPr>
            <p:cNvSpPr/>
            <p:nvPr/>
          </p:nvSpPr>
          <p:spPr>
            <a:xfrm>
              <a:off x="2354850" y="-1076800"/>
              <a:ext cx="605325" cy="544625"/>
            </a:xfrm>
            <a:custGeom>
              <a:avLst/>
              <a:gdLst/>
              <a:ahLst/>
              <a:cxnLst/>
              <a:rect l="l" t="t" r="r" b="b"/>
              <a:pathLst>
                <a:path w="24213" h="21785" fill="none" extrusionOk="0">
                  <a:moveTo>
                    <a:pt x="5750" y="959"/>
                  </a:moveTo>
                  <a:lnTo>
                    <a:pt x="5750" y="959"/>
                  </a:lnTo>
                  <a:lnTo>
                    <a:pt x="5942" y="895"/>
                  </a:lnTo>
                  <a:lnTo>
                    <a:pt x="6134" y="895"/>
                  </a:lnTo>
                  <a:lnTo>
                    <a:pt x="6453" y="640"/>
                  </a:lnTo>
                  <a:lnTo>
                    <a:pt x="6709" y="384"/>
                  </a:lnTo>
                  <a:lnTo>
                    <a:pt x="6773" y="1"/>
                  </a:lnTo>
                  <a:lnTo>
                    <a:pt x="17377" y="1"/>
                  </a:lnTo>
                  <a:lnTo>
                    <a:pt x="17377" y="1"/>
                  </a:lnTo>
                  <a:lnTo>
                    <a:pt x="17505" y="384"/>
                  </a:lnTo>
                  <a:lnTo>
                    <a:pt x="17697" y="704"/>
                  </a:lnTo>
                  <a:lnTo>
                    <a:pt x="18080" y="895"/>
                  </a:lnTo>
                  <a:lnTo>
                    <a:pt x="18272" y="959"/>
                  </a:lnTo>
                  <a:lnTo>
                    <a:pt x="18463" y="959"/>
                  </a:lnTo>
                  <a:lnTo>
                    <a:pt x="18463" y="959"/>
                  </a:lnTo>
                  <a:lnTo>
                    <a:pt x="18655" y="959"/>
                  </a:lnTo>
                  <a:lnTo>
                    <a:pt x="18910" y="831"/>
                  </a:lnTo>
                  <a:lnTo>
                    <a:pt x="24213" y="10031"/>
                  </a:lnTo>
                  <a:lnTo>
                    <a:pt x="24213" y="10031"/>
                  </a:lnTo>
                  <a:lnTo>
                    <a:pt x="24021" y="10158"/>
                  </a:lnTo>
                  <a:lnTo>
                    <a:pt x="23829" y="10414"/>
                  </a:lnTo>
                  <a:lnTo>
                    <a:pt x="23766" y="10605"/>
                  </a:lnTo>
                  <a:lnTo>
                    <a:pt x="23702" y="10925"/>
                  </a:lnTo>
                  <a:lnTo>
                    <a:pt x="23702" y="10925"/>
                  </a:lnTo>
                  <a:lnTo>
                    <a:pt x="23766" y="11180"/>
                  </a:lnTo>
                  <a:lnTo>
                    <a:pt x="23829" y="11372"/>
                  </a:lnTo>
                  <a:lnTo>
                    <a:pt x="24021" y="11628"/>
                  </a:lnTo>
                  <a:lnTo>
                    <a:pt x="24213" y="11755"/>
                  </a:lnTo>
                  <a:lnTo>
                    <a:pt x="23957" y="12139"/>
                  </a:lnTo>
                  <a:lnTo>
                    <a:pt x="18974" y="20827"/>
                  </a:lnTo>
                  <a:lnTo>
                    <a:pt x="18974" y="20827"/>
                  </a:lnTo>
                  <a:lnTo>
                    <a:pt x="18783" y="20827"/>
                  </a:lnTo>
                  <a:lnTo>
                    <a:pt x="18783" y="20827"/>
                  </a:lnTo>
                  <a:lnTo>
                    <a:pt x="18591" y="20827"/>
                  </a:lnTo>
                  <a:lnTo>
                    <a:pt x="18399" y="20891"/>
                  </a:lnTo>
                  <a:lnTo>
                    <a:pt x="18016" y="21082"/>
                  </a:lnTo>
                  <a:lnTo>
                    <a:pt x="17824" y="21402"/>
                  </a:lnTo>
                  <a:lnTo>
                    <a:pt x="17697" y="21785"/>
                  </a:lnTo>
                  <a:lnTo>
                    <a:pt x="6836" y="21785"/>
                  </a:lnTo>
                  <a:lnTo>
                    <a:pt x="6836" y="21785"/>
                  </a:lnTo>
                  <a:lnTo>
                    <a:pt x="6709" y="21402"/>
                  </a:lnTo>
                  <a:lnTo>
                    <a:pt x="6453" y="21082"/>
                  </a:lnTo>
                  <a:lnTo>
                    <a:pt x="6134" y="20891"/>
                  </a:lnTo>
                  <a:lnTo>
                    <a:pt x="5942" y="20827"/>
                  </a:lnTo>
                  <a:lnTo>
                    <a:pt x="5750" y="20827"/>
                  </a:lnTo>
                  <a:lnTo>
                    <a:pt x="5750" y="20827"/>
                  </a:lnTo>
                  <a:lnTo>
                    <a:pt x="5495" y="20827"/>
                  </a:lnTo>
                  <a:lnTo>
                    <a:pt x="5303" y="20955"/>
                  </a:lnTo>
                  <a:lnTo>
                    <a:pt x="1" y="11755"/>
                  </a:lnTo>
                  <a:lnTo>
                    <a:pt x="1" y="11755"/>
                  </a:lnTo>
                  <a:lnTo>
                    <a:pt x="193" y="11628"/>
                  </a:lnTo>
                  <a:lnTo>
                    <a:pt x="320" y="11372"/>
                  </a:lnTo>
                  <a:lnTo>
                    <a:pt x="384" y="11180"/>
                  </a:lnTo>
                  <a:lnTo>
                    <a:pt x="448" y="10925"/>
                  </a:lnTo>
                  <a:lnTo>
                    <a:pt x="448" y="10925"/>
                  </a:lnTo>
                  <a:lnTo>
                    <a:pt x="384" y="10605"/>
                  </a:lnTo>
                  <a:lnTo>
                    <a:pt x="320" y="10414"/>
                  </a:lnTo>
                  <a:lnTo>
                    <a:pt x="193" y="10158"/>
                  </a:lnTo>
                  <a:lnTo>
                    <a:pt x="1" y="10031"/>
                  </a:lnTo>
                  <a:lnTo>
                    <a:pt x="5303" y="831"/>
                  </a:lnTo>
                  <a:lnTo>
                    <a:pt x="5303" y="831"/>
                  </a:lnTo>
                  <a:lnTo>
                    <a:pt x="5495" y="895"/>
                  </a:lnTo>
                  <a:lnTo>
                    <a:pt x="5750" y="959"/>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39">
              <a:extLst>
                <a:ext uri="{FF2B5EF4-FFF2-40B4-BE49-F238E27FC236}">
                  <a16:creationId xmlns:a16="http://schemas.microsoft.com/office/drawing/2014/main" id="{58DA6155-9972-F125-9D10-418808691333}"/>
                </a:ext>
              </a:extLst>
            </p:cNvPr>
            <p:cNvSpPr/>
            <p:nvPr/>
          </p:nvSpPr>
          <p:spPr>
            <a:xfrm>
              <a:off x="1874150" y="-1353075"/>
              <a:ext cx="608500" cy="546225"/>
            </a:xfrm>
            <a:custGeom>
              <a:avLst/>
              <a:gdLst/>
              <a:ahLst/>
              <a:cxnLst/>
              <a:rect l="l" t="t" r="r" b="b"/>
              <a:pathLst>
                <a:path w="24340" h="21849" fill="none" extrusionOk="0">
                  <a:moveTo>
                    <a:pt x="5877" y="1022"/>
                  </a:moveTo>
                  <a:lnTo>
                    <a:pt x="5877" y="1022"/>
                  </a:lnTo>
                  <a:lnTo>
                    <a:pt x="6069" y="958"/>
                  </a:lnTo>
                  <a:lnTo>
                    <a:pt x="6261" y="895"/>
                  </a:lnTo>
                  <a:lnTo>
                    <a:pt x="6580" y="703"/>
                  </a:lnTo>
                  <a:lnTo>
                    <a:pt x="6836" y="383"/>
                  </a:lnTo>
                  <a:lnTo>
                    <a:pt x="6963" y="0"/>
                  </a:lnTo>
                  <a:lnTo>
                    <a:pt x="17504" y="0"/>
                  </a:lnTo>
                  <a:lnTo>
                    <a:pt x="17504" y="0"/>
                  </a:lnTo>
                  <a:lnTo>
                    <a:pt x="17632" y="383"/>
                  </a:lnTo>
                  <a:lnTo>
                    <a:pt x="17887" y="703"/>
                  </a:lnTo>
                  <a:lnTo>
                    <a:pt x="18207" y="895"/>
                  </a:lnTo>
                  <a:lnTo>
                    <a:pt x="18398" y="958"/>
                  </a:lnTo>
                  <a:lnTo>
                    <a:pt x="18590" y="1022"/>
                  </a:lnTo>
                  <a:lnTo>
                    <a:pt x="18590" y="1022"/>
                  </a:lnTo>
                  <a:lnTo>
                    <a:pt x="18846" y="958"/>
                  </a:lnTo>
                  <a:lnTo>
                    <a:pt x="19037" y="895"/>
                  </a:lnTo>
                  <a:lnTo>
                    <a:pt x="24340" y="10030"/>
                  </a:lnTo>
                  <a:lnTo>
                    <a:pt x="24340" y="10030"/>
                  </a:lnTo>
                  <a:lnTo>
                    <a:pt x="24148" y="10221"/>
                  </a:lnTo>
                  <a:lnTo>
                    <a:pt x="24020" y="10413"/>
                  </a:lnTo>
                  <a:lnTo>
                    <a:pt x="23892" y="10669"/>
                  </a:lnTo>
                  <a:lnTo>
                    <a:pt x="23892" y="10924"/>
                  </a:lnTo>
                  <a:lnTo>
                    <a:pt x="23892" y="10924"/>
                  </a:lnTo>
                  <a:lnTo>
                    <a:pt x="23892" y="11180"/>
                  </a:lnTo>
                  <a:lnTo>
                    <a:pt x="24020" y="11435"/>
                  </a:lnTo>
                  <a:lnTo>
                    <a:pt x="24148" y="11627"/>
                  </a:lnTo>
                  <a:lnTo>
                    <a:pt x="24340" y="11819"/>
                  </a:lnTo>
                  <a:lnTo>
                    <a:pt x="19037" y="20954"/>
                  </a:lnTo>
                  <a:lnTo>
                    <a:pt x="19037" y="20954"/>
                  </a:lnTo>
                  <a:lnTo>
                    <a:pt x="18846" y="20890"/>
                  </a:lnTo>
                  <a:lnTo>
                    <a:pt x="18590" y="20890"/>
                  </a:lnTo>
                  <a:lnTo>
                    <a:pt x="18590" y="20890"/>
                  </a:lnTo>
                  <a:lnTo>
                    <a:pt x="18398" y="20890"/>
                  </a:lnTo>
                  <a:lnTo>
                    <a:pt x="18207" y="20954"/>
                  </a:lnTo>
                  <a:lnTo>
                    <a:pt x="17887" y="21145"/>
                  </a:lnTo>
                  <a:lnTo>
                    <a:pt x="17632" y="21465"/>
                  </a:lnTo>
                  <a:lnTo>
                    <a:pt x="17504" y="21848"/>
                  </a:lnTo>
                  <a:lnTo>
                    <a:pt x="6963" y="21848"/>
                  </a:lnTo>
                  <a:lnTo>
                    <a:pt x="6963" y="21848"/>
                  </a:lnTo>
                  <a:lnTo>
                    <a:pt x="6836" y="21465"/>
                  </a:lnTo>
                  <a:lnTo>
                    <a:pt x="6580" y="21145"/>
                  </a:lnTo>
                  <a:lnTo>
                    <a:pt x="6261" y="20954"/>
                  </a:lnTo>
                  <a:lnTo>
                    <a:pt x="6069" y="20890"/>
                  </a:lnTo>
                  <a:lnTo>
                    <a:pt x="5877" y="20890"/>
                  </a:lnTo>
                  <a:lnTo>
                    <a:pt x="5877" y="20890"/>
                  </a:lnTo>
                  <a:lnTo>
                    <a:pt x="5622" y="20890"/>
                  </a:lnTo>
                  <a:lnTo>
                    <a:pt x="5430" y="20954"/>
                  </a:lnTo>
                  <a:lnTo>
                    <a:pt x="0" y="11563"/>
                  </a:lnTo>
                  <a:lnTo>
                    <a:pt x="0" y="11563"/>
                  </a:lnTo>
                  <a:lnTo>
                    <a:pt x="256" y="11435"/>
                  </a:lnTo>
                  <a:lnTo>
                    <a:pt x="447" y="11180"/>
                  </a:lnTo>
                  <a:lnTo>
                    <a:pt x="575" y="10924"/>
                  </a:lnTo>
                  <a:lnTo>
                    <a:pt x="575" y="10605"/>
                  </a:lnTo>
                  <a:lnTo>
                    <a:pt x="575" y="10605"/>
                  </a:lnTo>
                  <a:lnTo>
                    <a:pt x="575" y="10413"/>
                  </a:lnTo>
                  <a:lnTo>
                    <a:pt x="511" y="10158"/>
                  </a:lnTo>
                  <a:lnTo>
                    <a:pt x="383" y="9966"/>
                  </a:lnTo>
                  <a:lnTo>
                    <a:pt x="256" y="9838"/>
                  </a:lnTo>
                  <a:lnTo>
                    <a:pt x="5430" y="895"/>
                  </a:lnTo>
                  <a:lnTo>
                    <a:pt x="5430" y="895"/>
                  </a:lnTo>
                  <a:lnTo>
                    <a:pt x="5622" y="958"/>
                  </a:lnTo>
                  <a:lnTo>
                    <a:pt x="5877" y="1022"/>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39">
              <a:extLst>
                <a:ext uri="{FF2B5EF4-FFF2-40B4-BE49-F238E27FC236}">
                  <a16:creationId xmlns:a16="http://schemas.microsoft.com/office/drawing/2014/main" id="{D65FBA2F-9172-2F31-EB48-8510897E0609}"/>
                </a:ext>
              </a:extLst>
            </p:cNvPr>
            <p:cNvSpPr/>
            <p:nvPr/>
          </p:nvSpPr>
          <p:spPr>
            <a:xfrm>
              <a:off x="2830800" y="-1353075"/>
              <a:ext cx="606900" cy="546225"/>
            </a:xfrm>
            <a:custGeom>
              <a:avLst/>
              <a:gdLst/>
              <a:ahLst/>
              <a:cxnLst/>
              <a:rect l="l" t="t" r="r" b="b"/>
              <a:pathLst>
                <a:path w="24276" h="21849" fill="none" extrusionOk="0">
                  <a:moveTo>
                    <a:pt x="5750" y="1022"/>
                  </a:moveTo>
                  <a:lnTo>
                    <a:pt x="5750" y="1022"/>
                  </a:lnTo>
                  <a:lnTo>
                    <a:pt x="5941" y="958"/>
                  </a:lnTo>
                  <a:lnTo>
                    <a:pt x="6133" y="895"/>
                  </a:lnTo>
                  <a:lnTo>
                    <a:pt x="6516" y="703"/>
                  </a:lnTo>
                  <a:lnTo>
                    <a:pt x="6708" y="383"/>
                  </a:lnTo>
                  <a:lnTo>
                    <a:pt x="6836" y="0"/>
                  </a:lnTo>
                  <a:lnTo>
                    <a:pt x="17440" y="0"/>
                  </a:lnTo>
                  <a:lnTo>
                    <a:pt x="17440" y="0"/>
                  </a:lnTo>
                  <a:lnTo>
                    <a:pt x="17504" y="383"/>
                  </a:lnTo>
                  <a:lnTo>
                    <a:pt x="17760" y="703"/>
                  </a:lnTo>
                  <a:lnTo>
                    <a:pt x="18079" y="895"/>
                  </a:lnTo>
                  <a:lnTo>
                    <a:pt x="18271" y="958"/>
                  </a:lnTo>
                  <a:lnTo>
                    <a:pt x="18462" y="1022"/>
                  </a:lnTo>
                  <a:lnTo>
                    <a:pt x="18462" y="1022"/>
                  </a:lnTo>
                  <a:lnTo>
                    <a:pt x="18718" y="958"/>
                  </a:lnTo>
                  <a:lnTo>
                    <a:pt x="18910" y="895"/>
                  </a:lnTo>
                  <a:lnTo>
                    <a:pt x="24276" y="10158"/>
                  </a:lnTo>
                  <a:lnTo>
                    <a:pt x="24276" y="10158"/>
                  </a:lnTo>
                  <a:lnTo>
                    <a:pt x="24148" y="10285"/>
                  </a:lnTo>
                  <a:lnTo>
                    <a:pt x="24020" y="10477"/>
                  </a:lnTo>
                  <a:lnTo>
                    <a:pt x="23956" y="10732"/>
                  </a:lnTo>
                  <a:lnTo>
                    <a:pt x="23956" y="10924"/>
                  </a:lnTo>
                  <a:lnTo>
                    <a:pt x="23956" y="10924"/>
                  </a:lnTo>
                  <a:lnTo>
                    <a:pt x="23956" y="11180"/>
                  </a:lnTo>
                  <a:lnTo>
                    <a:pt x="24020" y="11371"/>
                  </a:lnTo>
                  <a:lnTo>
                    <a:pt x="24148" y="11563"/>
                  </a:lnTo>
                  <a:lnTo>
                    <a:pt x="24276" y="11691"/>
                  </a:lnTo>
                  <a:lnTo>
                    <a:pt x="21337" y="16801"/>
                  </a:lnTo>
                  <a:lnTo>
                    <a:pt x="18910" y="20954"/>
                  </a:lnTo>
                  <a:lnTo>
                    <a:pt x="18910" y="20954"/>
                  </a:lnTo>
                  <a:lnTo>
                    <a:pt x="18718" y="20890"/>
                  </a:lnTo>
                  <a:lnTo>
                    <a:pt x="18462" y="20890"/>
                  </a:lnTo>
                  <a:lnTo>
                    <a:pt x="18462" y="20890"/>
                  </a:lnTo>
                  <a:lnTo>
                    <a:pt x="18271" y="20890"/>
                  </a:lnTo>
                  <a:lnTo>
                    <a:pt x="18079" y="20954"/>
                  </a:lnTo>
                  <a:lnTo>
                    <a:pt x="17760" y="21145"/>
                  </a:lnTo>
                  <a:lnTo>
                    <a:pt x="17504" y="21465"/>
                  </a:lnTo>
                  <a:lnTo>
                    <a:pt x="17440" y="21848"/>
                  </a:lnTo>
                  <a:lnTo>
                    <a:pt x="6836" y="21848"/>
                  </a:lnTo>
                  <a:lnTo>
                    <a:pt x="6836" y="21848"/>
                  </a:lnTo>
                  <a:lnTo>
                    <a:pt x="6708" y="21465"/>
                  </a:lnTo>
                  <a:lnTo>
                    <a:pt x="6516" y="21145"/>
                  </a:lnTo>
                  <a:lnTo>
                    <a:pt x="6133" y="20954"/>
                  </a:lnTo>
                  <a:lnTo>
                    <a:pt x="5941" y="20890"/>
                  </a:lnTo>
                  <a:lnTo>
                    <a:pt x="5750" y="20890"/>
                  </a:lnTo>
                  <a:lnTo>
                    <a:pt x="5750" y="20890"/>
                  </a:lnTo>
                  <a:lnTo>
                    <a:pt x="5558" y="20890"/>
                  </a:lnTo>
                  <a:lnTo>
                    <a:pt x="5302" y="20954"/>
                  </a:lnTo>
                  <a:lnTo>
                    <a:pt x="0" y="11819"/>
                  </a:lnTo>
                  <a:lnTo>
                    <a:pt x="0" y="11819"/>
                  </a:lnTo>
                  <a:lnTo>
                    <a:pt x="192" y="11627"/>
                  </a:lnTo>
                  <a:lnTo>
                    <a:pt x="383" y="11435"/>
                  </a:lnTo>
                  <a:lnTo>
                    <a:pt x="447" y="11180"/>
                  </a:lnTo>
                  <a:lnTo>
                    <a:pt x="511" y="10924"/>
                  </a:lnTo>
                  <a:lnTo>
                    <a:pt x="511" y="10924"/>
                  </a:lnTo>
                  <a:lnTo>
                    <a:pt x="447" y="10669"/>
                  </a:lnTo>
                  <a:lnTo>
                    <a:pt x="383" y="10413"/>
                  </a:lnTo>
                  <a:lnTo>
                    <a:pt x="192" y="10221"/>
                  </a:lnTo>
                  <a:lnTo>
                    <a:pt x="0" y="10030"/>
                  </a:lnTo>
                  <a:lnTo>
                    <a:pt x="5175" y="1150"/>
                  </a:lnTo>
                  <a:lnTo>
                    <a:pt x="5302" y="895"/>
                  </a:lnTo>
                  <a:lnTo>
                    <a:pt x="5302" y="895"/>
                  </a:lnTo>
                  <a:lnTo>
                    <a:pt x="5558" y="958"/>
                  </a:lnTo>
                  <a:lnTo>
                    <a:pt x="5750" y="1022"/>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39">
              <a:extLst>
                <a:ext uri="{FF2B5EF4-FFF2-40B4-BE49-F238E27FC236}">
                  <a16:creationId xmlns:a16="http://schemas.microsoft.com/office/drawing/2014/main" id="{F5D38D91-7C56-40B1-0B64-99B7733F1101}"/>
                </a:ext>
              </a:extLst>
            </p:cNvPr>
            <p:cNvSpPr/>
            <p:nvPr/>
          </p:nvSpPr>
          <p:spPr>
            <a:xfrm>
              <a:off x="1067625" y="-1658125"/>
              <a:ext cx="2887550" cy="2526600"/>
            </a:xfrm>
            <a:custGeom>
              <a:avLst/>
              <a:gdLst/>
              <a:ahLst/>
              <a:cxnLst/>
              <a:rect l="l" t="t" r="r" b="b"/>
              <a:pathLst>
                <a:path w="115502" h="101064" fill="none" extrusionOk="0">
                  <a:moveTo>
                    <a:pt x="69952" y="1"/>
                  </a:moveTo>
                  <a:lnTo>
                    <a:pt x="69952" y="1"/>
                  </a:lnTo>
                  <a:lnTo>
                    <a:pt x="69761" y="64"/>
                  </a:lnTo>
                  <a:lnTo>
                    <a:pt x="69569" y="128"/>
                  </a:lnTo>
                  <a:lnTo>
                    <a:pt x="69186" y="320"/>
                  </a:lnTo>
                  <a:lnTo>
                    <a:pt x="68994" y="639"/>
                  </a:lnTo>
                  <a:lnTo>
                    <a:pt x="68866" y="1023"/>
                  </a:lnTo>
                  <a:lnTo>
                    <a:pt x="57239" y="1023"/>
                  </a:lnTo>
                  <a:lnTo>
                    <a:pt x="57239" y="1214"/>
                  </a:lnTo>
                  <a:lnTo>
                    <a:pt x="68866" y="1214"/>
                  </a:lnTo>
                  <a:lnTo>
                    <a:pt x="68866" y="1214"/>
                  </a:lnTo>
                  <a:lnTo>
                    <a:pt x="68994" y="1598"/>
                  </a:lnTo>
                  <a:lnTo>
                    <a:pt x="69186" y="1917"/>
                  </a:lnTo>
                  <a:lnTo>
                    <a:pt x="69569" y="2109"/>
                  </a:lnTo>
                  <a:lnTo>
                    <a:pt x="69761" y="2173"/>
                  </a:lnTo>
                  <a:lnTo>
                    <a:pt x="69952" y="2173"/>
                  </a:lnTo>
                  <a:lnTo>
                    <a:pt x="69952" y="2173"/>
                  </a:lnTo>
                  <a:lnTo>
                    <a:pt x="70144" y="2173"/>
                  </a:lnTo>
                  <a:lnTo>
                    <a:pt x="70399" y="2109"/>
                  </a:lnTo>
                  <a:lnTo>
                    <a:pt x="75702" y="11244"/>
                  </a:lnTo>
                  <a:lnTo>
                    <a:pt x="75702" y="11244"/>
                  </a:lnTo>
                  <a:lnTo>
                    <a:pt x="75510" y="11436"/>
                  </a:lnTo>
                  <a:lnTo>
                    <a:pt x="75318" y="11627"/>
                  </a:lnTo>
                  <a:lnTo>
                    <a:pt x="75255" y="11883"/>
                  </a:lnTo>
                  <a:lnTo>
                    <a:pt x="75191" y="12138"/>
                  </a:lnTo>
                  <a:lnTo>
                    <a:pt x="75191" y="12138"/>
                  </a:lnTo>
                  <a:lnTo>
                    <a:pt x="75255" y="12394"/>
                  </a:lnTo>
                  <a:lnTo>
                    <a:pt x="75318" y="12649"/>
                  </a:lnTo>
                  <a:lnTo>
                    <a:pt x="75510" y="12841"/>
                  </a:lnTo>
                  <a:lnTo>
                    <a:pt x="75702" y="12969"/>
                  </a:lnTo>
                  <a:lnTo>
                    <a:pt x="73019" y="17568"/>
                  </a:lnTo>
                  <a:lnTo>
                    <a:pt x="70399" y="22168"/>
                  </a:lnTo>
                  <a:lnTo>
                    <a:pt x="70399" y="22168"/>
                  </a:lnTo>
                  <a:lnTo>
                    <a:pt x="70144" y="22104"/>
                  </a:lnTo>
                  <a:lnTo>
                    <a:pt x="69952" y="22040"/>
                  </a:lnTo>
                  <a:lnTo>
                    <a:pt x="69952" y="22040"/>
                  </a:lnTo>
                  <a:lnTo>
                    <a:pt x="69761" y="22040"/>
                  </a:lnTo>
                  <a:lnTo>
                    <a:pt x="69505" y="22104"/>
                  </a:lnTo>
                  <a:lnTo>
                    <a:pt x="69186" y="22360"/>
                  </a:lnTo>
                  <a:lnTo>
                    <a:pt x="68994" y="22679"/>
                  </a:lnTo>
                  <a:lnTo>
                    <a:pt x="68866" y="23062"/>
                  </a:lnTo>
                  <a:lnTo>
                    <a:pt x="58262" y="23062"/>
                  </a:lnTo>
                  <a:lnTo>
                    <a:pt x="58262" y="23062"/>
                  </a:lnTo>
                  <a:lnTo>
                    <a:pt x="58262" y="22807"/>
                  </a:lnTo>
                  <a:lnTo>
                    <a:pt x="58198" y="22615"/>
                  </a:lnTo>
                  <a:lnTo>
                    <a:pt x="57942" y="22296"/>
                  </a:lnTo>
                  <a:lnTo>
                    <a:pt x="57623" y="22104"/>
                  </a:lnTo>
                  <a:lnTo>
                    <a:pt x="57431" y="22040"/>
                  </a:lnTo>
                  <a:lnTo>
                    <a:pt x="57239" y="22040"/>
                  </a:lnTo>
                  <a:lnTo>
                    <a:pt x="57239" y="22040"/>
                  </a:lnTo>
                  <a:lnTo>
                    <a:pt x="56984" y="22040"/>
                  </a:lnTo>
                  <a:lnTo>
                    <a:pt x="56728" y="22168"/>
                  </a:lnTo>
                  <a:lnTo>
                    <a:pt x="55706" y="20379"/>
                  </a:lnTo>
                  <a:lnTo>
                    <a:pt x="51490" y="12969"/>
                  </a:lnTo>
                  <a:lnTo>
                    <a:pt x="51490" y="12969"/>
                  </a:lnTo>
                  <a:lnTo>
                    <a:pt x="51682" y="12841"/>
                  </a:lnTo>
                  <a:lnTo>
                    <a:pt x="51809" y="12649"/>
                  </a:lnTo>
                  <a:lnTo>
                    <a:pt x="51873" y="12394"/>
                  </a:lnTo>
                  <a:lnTo>
                    <a:pt x="51937" y="12138"/>
                  </a:lnTo>
                  <a:lnTo>
                    <a:pt x="51937" y="12138"/>
                  </a:lnTo>
                  <a:lnTo>
                    <a:pt x="51937" y="11883"/>
                  </a:lnTo>
                  <a:lnTo>
                    <a:pt x="51873" y="11691"/>
                  </a:lnTo>
                  <a:lnTo>
                    <a:pt x="51745" y="11499"/>
                  </a:lnTo>
                  <a:lnTo>
                    <a:pt x="51618" y="11372"/>
                  </a:lnTo>
                  <a:lnTo>
                    <a:pt x="51490" y="11244"/>
                  </a:lnTo>
                  <a:lnTo>
                    <a:pt x="51298" y="11116"/>
                  </a:lnTo>
                  <a:lnTo>
                    <a:pt x="51043" y="11052"/>
                  </a:lnTo>
                  <a:lnTo>
                    <a:pt x="50851" y="11052"/>
                  </a:lnTo>
                  <a:lnTo>
                    <a:pt x="50851" y="11052"/>
                  </a:lnTo>
                  <a:lnTo>
                    <a:pt x="50659" y="11052"/>
                  </a:lnTo>
                  <a:lnTo>
                    <a:pt x="50468" y="11116"/>
                  </a:lnTo>
                  <a:lnTo>
                    <a:pt x="50148" y="11308"/>
                  </a:lnTo>
                  <a:lnTo>
                    <a:pt x="49893" y="11627"/>
                  </a:lnTo>
                  <a:lnTo>
                    <a:pt x="49765" y="12011"/>
                  </a:lnTo>
                  <a:lnTo>
                    <a:pt x="39224" y="12011"/>
                  </a:lnTo>
                  <a:lnTo>
                    <a:pt x="39224" y="12011"/>
                  </a:lnTo>
                  <a:lnTo>
                    <a:pt x="39097" y="11627"/>
                  </a:lnTo>
                  <a:lnTo>
                    <a:pt x="38841" y="11308"/>
                  </a:lnTo>
                  <a:lnTo>
                    <a:pt x="38522" y="11116"/>
                  </a:lnTo>
                  <a:lnTo>
                    <a:pt x="38330" y="11052"/>
                  </a:lnTo>
                  <a:lnTo>
                    <a:pt x="38138" y="11052"/>
                  </a:lnTo>
                  <a:lnTo>
                    <a:pt x="38138" y="11052"/>
                  </a:lnTo>
                  <a:lnTo>
                    <a:pt x="37883" y="11052"/>
                  </a:lnTo>
                  <a:lnTo>
                    <a:pt x="37691" y="11116"/>
                  </a:lnTo>
                  <a:lnTo>
                    <a:pt x="31878" y="1023"/>
                  </a:lnTo>
                  <a:lnTo>
                    <a:pt x="31686" y="1150"/>
                  </a:lnTo>
                  <a:lnTo>
                    <a:pt x="37499" y="11244"/>
                  </a:lnTo>
                  <a:lnTo>
                    <a:pt x="37499" y="11244"/>
                  </a:lnTo>
                  <a:lnTo>
                    <a:pt x="37308" y="11436"/>
                  </a:lnTo>
                  <a:lnTo>
                    <a:pt x="37180" y="11627"/>
                  </a:lnTo>
                  <a:lnTo>
                    <a:pt x="37116" y="11883"/>
                  </a:lnTo>
                  <a:lnTo>
                    <a:pt x="37052" y="12138"/>
                  </a:lnTo>
                  <a:lnTo>
                    <a:pt x="37052" y="12138"/>
                  </a:lnTo>
                  <a:lnTo>
                    <a:pt x="37116" y="12394"/>
                  </a:lnTo>
                  <a:lnTo>
                    <a:pt x="37180" y="12649"/>
                  </a:lnTo>
                  <a:lnTo>
                    <a:pt x="37308" y="12841"/>
                  </a:lnTo>
                  <a:lnTo>
                    <a:pt x="37499" y="12969"/>
                  </a:lnTo>
                  <a:lnTo>
                    <a:pt x="32389" y="21912"/>
                  </a:lnTo>
                  <a:lnTo>
                    <a:pt x="32389" y="21912"/>
                  </a:lnTo>
                  <a:lnTo>
                    <a:pt x="32069" y="21785"/>
                  </a:lnTo>
                  <a:lnTo>
                    <a:pt x="31750" y="21721"/>
                  </a:lnTo>
                  <a:lnTo>
                    <a:pt x="31750" y="21721"/>
                  </a:lnTo>
                  <a:lnTo>
                    <a:pt x="31558" y="21721"/>
                  </a:lnTo>
                  <a:lnTo>
                    <a:pt x="31367" y="21785"/>
                  </a:lnTo>
                  <a:lnTo>
                    <a:pt x="31175" y="21912"/>
                  </a:lnTo>
                  <a:lnTo>
                    <a:pt x="30983" y="22040"/>
                  </a:lnTo>
                  <a:lnTo>
                    <a:pt x="30856" y="22232"/>
                  </a:lnTo>
                  <a:lnTo>
                    <a:pt x="30792" y="22360"/>
                  </a:lnTo>
                  <a:lnTo>
                    <a:pt x="30728" y="22615"/>
                  </a:lnTo>
                  <a:lnTo>
                    <a:pt x="30728" y="22807"/>
                  </a:lnTo>
                  <a:lnTo>
                    <a:pt x="30728" y="22807"/>
                  </a:lnTo>
                  <a:lnTo>
                    <a:pt x="30728" y="23062"/>
                  </a:lnTo>
                  <a:lnTo>
                    <a:pt x="19037" y="23062"/>
                  </a:lnTo>
                  <a:lnTo>
                    <a:pt x="19037" y="23062"/>
                  </a:lnTo>
                  <a:lnTo>
                    <a:pt x="19037" y="23254"/>
                  </a:lnTo>
                  <a:lnTo>
                    <a:pt x="19037" y="23254"/>
                  </a:lnTo>
                  <a:lnTo>
                    <a:pt x="30792" y="23254"/>
                  </a:lnTo>
                  <a:lnTo>
                    <a:pt x="30792" y="23254"/>
                  </a:lnTo>
                  <a:lnTo>
                    <a:pt x="30920" y="23509"/>
                  </a:lnTo>
                  <a:lnTo>
                    <a:pt x="31175" y="23701"/>
                  </a:lnTo>
                  <a:lnTo>
                    <a:pt x="31431" y="23829"/>
                  </a:lnTo>
                  <a:lnTo>
                    <a:pt x="31750" y="23893"/>
                  </a:lnTo>
                  <a:lnTo>
                    <a:pt x="31750" y="23893"/>
                  </a:lnTo>
                  <a:lnTo>
                    <a:pt x="32069" y="23829"/>
                  </a:lnTo>
                  <a:lnTo>
                    <a:pt x="37499" y="33284"/>
                  </a:lnTo>
                  <a:lnTo>
                    <a:pt x="37499" y="33284"/>
                  </a:lnTo>
                  <a:lnTo>
                    <a:pt x="37308" y="33411"/>
                  </a:lnTo>
                  <a:lnTo>
                    <a:pt x="37180" y="33667"/>
                  </a:lnTo>
                  <a:lnTo>
                    <a:pt x="37116" y="33858"/>
                  </a:lnTo>
                  <a:lnTo>
                    <a:pt x="37052" y="34178"/>
                  </a:lnTo>
                  <a:lnTo>
                    <a:pt x="37052" y="34178"/>
                  </a:lnTo>
                  <a:lnTo>
                    <a:pt x="37116" y="34433"/>
                  </a:lnTo>
                  <a:lnTo>
                    <a:pt x="37180" y="34625"/>
                  </a:lnTo>
                  <a:lnTo>
                    <a:pt x="37308" y="34881"/>
                  </a:lnTo>
                  <a:lnTo>
                    <a:pt x="37499" y="35008"/>
                  </a:lnTo>
                  <a:lnTo>
                    <a:pt x="32580" y="43633"/>
                  </a:lnTo>
                  <a:lnTo>
                    <a:pt x="32261" y="44144"/>
                  </a:lnTo>
                  <a:lnTo>
                    <a:pt x="32261" y="44144"/>
                  </a:lnTo>
                  <a:lnTo>
                    <a:pt x="32006" y="44080"/>
                  </a:lnTo>
                  <a:lnTo>
                    <a:pt x="31750" y="44080"/>
                  </a:lnTo>
                  <a:lnTo>
                    <a:pt x="31750" y="44080"/>
                  </a:lnTo>
                  <a:lnTo>
                    <a:pt x="31558" y="44080"/>
                  </a:lnTo>
                  <a:lnTo>
                    <a:pt x="31367" y="44144"/>
                  </a:lnTo>
                  <a:lnTo>
                    <a:pt x="31047" y="44335"/>
                  </a:lnTo>
                  <a:lnTo>
                    <a:pt x="30792" y="44655"/>
                  </a:lnTo>
                  <a:lnTo>
                    <a:pt x="30728" y="45038"/>
                  </a:lnTo>
                  <a:lnTo>
                    <a:pt x="20059" y="45038"/>
                  </a:lnTo>
                  <a:lnTo>
                    <a:pt x="20059" y="45038"/>
                  </a:lnTo>
                  <a:lnTo>
                    <a:pt x="20059" y="44846"/>
                  </a:lnTo>
                  <a:lnTo>
                    <a:pt x="19995" y="44655"/>
                  </a:lnTo>
                  <a:lnTo>
                    <a:pt x="19868" y="44463"/>
                  </a:lnTo>
                  <a:lnTo>
                    <a:pt x="19740" y="44271"/>
                  </a:lnTo>
                  <a:lnTo>
                    <a:pt x="19612" y="44144"/>
                  </a:lnTo>
                  <a:lnTo>
                    <a:pt x="19421" y="44080"/>
                  </a:lnTo>
                  <a:lnTo>
                    <a:pt x="19229" y="44016"/>
                  </a:lnTo>
                  <a:lnTo>
                    <a:pt x="18973" y="43952"/>
                  </a:lnTo>
                  <a:lnTo>
                    <a:pt x="18973" y="43952"/>
                  </a:lnTo>
                  <a:lnTo>
                    <a:pt x="18782" y="44016"/>
                  </a:lnTo>
                  <a:lnTo>
                    <a:pt x="18526" y="44080"/>
                  </a:lnTo>
                  <a:lnTo>
                    <a:pt x="12777" y="34114"/>
                  </a:lnTo>
                  <a:lnTo>
                    <a:pt x="12585" y="34178"/>
                  </a:lnTo>
                  <a:lnTo>
                    <a:pt x="18398" y="44144"/>
                  </a:lnTo>
                  <a:lnTo>
                    <a:pt x="18398" y="44144"/>
                  </a:lnTo>
                  <a:lnTo>
                    <a:pt x="18207" y="44335"/>
                  </a:lnTo>
                  <a:lnTo>
                    <a:pt x="18015" y="44527"/>
                  </a:lnTo>
                  <a:lnTo>
                    <a:pt x="17951" y="44782"/>
                  </a:lnTo>
                  <a:lnTo>
                    <a:pt x="17887" y="45038"/>
                  </a:lnTo>
                  <a:lnTo>
                    <a:pt x="17887" y="45038"/>
                  </a:lnTo>
                  <a:lnTo>
                    <a:pt x="17951" y="45357"/>
                  </a:lnTo>
                  <a:lnTo>
                    <a:pt x="18079" y="45613"/>
                  </a:lnTo>
                  <a:lnTo>
                    <a:pt x="18207" y="45805"/>
                  </a:lnTo>
                  <a:lnTo>
                    <a:pt x="18462" y="45996"/>
                  </a:lnTo>
                  <a:lnTo>
                    <a:pt x="13224" y="55004"/>
                  </a:lnTo>
                  <a:lnTo>
                    <a:pt x="13224" y="55004"/>
                  </a:lnTo>
                  <a:lnTo>
                    <a:pt x="12841" y="54940"/>
                  </a:lnTo>
                  <a:lnTo>
                    <a:pt x="12841" y="54940"/>
                  </a:lnTo>
                  <a:lnTo>
                    <a:pt x="12649" y="55004"/>
                  </a:lnTo>
                  <a:lnTo>
                    <a:pt x="12457" y="55068"/>
                  </a:lnTo>
                  <a:lnTo>
                    <a:pt x="12266" y="55132"/>
                  </a:lnTo>
                  <a:lnTo>
                    <a:pt x="12074" y="55259"/>
                  </a:lnTo>
                  <a:lnTo>
                    <a:pt x="11946" y="55451"/>
                  </a:lnTo>
                  <a:lnTo>
                    <a:pt x="11882" y="55643"/>
                  </a:lnTo>
                  <a:lnTo>
                    <a:pt x="11818" y="55834"/>
                  </a:lnTo>
                  <a:lnTo>
                    <a:pt x="11755" y="56026"/>
                  </a:lnTo>
                  <a:lnTo>
                    <a:pt x="11755" y="56090"/>
                  </a:lnTo>
                  <a:lnTo>
                    <a:pt x="0" y="56090"/>
                  </a:lnTo>
                  <a:lnTo>
                    <a:pt x="0" y="56281"/>
                  </a:lnTo>
                  <a:lnTo>
                    <a:pt x="11818" y="56281"/>
                  </a:lnTo>
                  <a:lnTo>
                    <a:pt x="11818" y="56281"/>
                  </a:lnTo>
                  <a:lnTo>
                    <a:pt x="11946" y="56601"/>
                  </a:lnTo>
                  <a:lnTo>
                    <a:pt x="12138" y="56856"/>
                  </a:lnTo>
                  <a:lnTo>
                    <a:pt x="12457" y="57048"/>
                  </a:lnTo>
                  <a:lnTo>
                    <a:pt x="12841" y="57112"/>
                  </a:lnTo>
                  <a:lnTo>
                    <a:pt x="12841" y="57112"/>
                  </a:lnTo>
                  <a:lnTo>
                    <a:pt x="13096" y="57112"/>
                  </a:lnTo>
                  <a:lnTo>
                    <a:pt x="18462" y="66311"/>
                  </a:lnTo>
                  <a:lnTo>
                    <a:pt x="18462" y="66311"/>
                  </a:lnTo>
                  <a:lnTo>
                    <a:pt x="18271" y="66503"/>
                  </a:lnTo>
                  <a:lnTo>
                    <a:pt x="18143" y="66694"/>
                  </a:lnTo>
                  <a:lnTo>
                    <a:pt x="18015" y="66950"/>
                  </a:lnTo>
                  <a:lnTo>
                    <a:pt x="18015" y="67205"/>
                  </a:lnTo>
                  <a:lnTo>
                    <a:pt x="18015" y="67205"/>
                  </a:lnTo>
                  <a:lnTo>
                    <a:pt x="18015" y="67397"/>
                  </a:lnTo>
                  <a:lnTo>
                    <a:pt x="18079" y="67589"/>
                  </a:lnTo>
                  <a:lnTo>
                    <a:pt x="18207" y="67780"/>
                  </a:lnTo>
                  <a:lnTo>
                    <a:pt x="18335" y="67972"/>
                  </a:lnTo>
                  <a:lnTo>
                    <a:pt x="18462" y="68100"/>
                  </a:lnTo>
                  <a:lnTo>
                    <a:pt x="18654" y="68164"/>
                  </a:lnTo>
                  <a:lnTo>
                    <a:pt x="18846" y="68228"/>
                  </a:lnTo>
                  <a:lnTo>
                    <a:pt x="19101" y="68291"/>
                  </a:lnTo>
                  <a:lnTo>
                    <a:pt x="19101" y="68291"/>
                  </a:lnTo>
                  <a:lnTo>
                    <a:pt x="19293" y="68228"/>
                  </a:lnTo>
                  <a:lnTo>
                    <a:pt x="19484" y="68228"/>
                  </a:lnTo>
                  <a:lnTo>
                    <a:pt x="19804" y="67972"/>
                  </a:lnTo>
                  <a:lnTo>
                    <a:pt x="20059" y="67653"/>
                  </a:lnTo>
                  <a:lnTo>
                    <a:pt x="20187" y="67269"/>
                  </a:lnTo>
                  <a:lnTo>
                    <a:pt x="30728" y="67269"/>
                  </a:lnTo>
                  <a:lnTo>
                    <a:pt x="30728" y="67269"/>
                  </a:lnTo>
                  <a:lnTo>
                    <a:pt x="30792" y="67653"/>
                  </a:lnTo>
                  <a:lnTo>
                    <a:pt x="31047" y="67972"/>
                  </a:lnTo>
                  <a:lnTo>
                    <a:pt x="31367" y="68228"/>
                  </a:lnTo>
                  <a:lnTo>
                    <a:pt x="31558" y="68228"/>
                  </a:lnTo>
                  <a:lnTo>
                    <a:pt x="31750" y="68291"/>
                  </a:lnTo>
                  <a:lnTo>
                    <a:pt x="31750" y="68291"/>
                  </a:lnTo>
                  <a:lnTo>
                    <a:pt x="32006" y="68228"/>
                  </a:lnTo>
                  <a:lnTo>
                    <a:pt x="32197" y="68164"/>
                  </a:lnTo>
                  <a:lnTo>
                    <a:pt x="37499" y="77363"/>
                  </a:lnTo>
                  <a:lnTo>
                    <a:pt x="37499" y="77363"/>
                  </a:lnTo>
                  <a:lnTo>
                    <a:pt x="37372" y="77491"/>
                  </a:lnTo>
                  <a:lnTo>
                    <a:pt x="37244" y="77746"/>
                  </a:lnTo>
                  <a:lnTo>
                    <a:pt x="37116" y="77938"/>
                  </a:lnTo>
                  <a:lnTo>
                    <a:pt x="37116" y="78193"/>
                  </a:lnTo>
                  <a:lnTo>
                    <a:pt x="37116" y="78193"/>
                  </a:lnTo>
                  <a:lnTo>
                    <a:pt x="37116" y="78449"/>
                  </a:lnTo>
                  <a:lnTo>
                    <a:pt x="37244" y="78704"/>
                  </a:lnTo>
                  <a:lnTo>
                    <a:pt x="37372" y="78896"/>
                  </a:lnTo>
                  <a:lnTo>
                    <a:pt x="37499" y="79088"/>
                  </a:lnTo>
                  <a:lnTo>
                    <a:pt x="35072" y="83240"/>
                  </a:lnTo>
                  <a:lnTo>
                    <a:pt x="31750" y="89117"/>
                  </a:lnTo>
                  <a:lnTo>
                    <a:pt x="19037" y="89117"/>
                  </a:lnTo>
                  <a:lnTo>
                    <a:pt x="19037" y="89309"/>
                  </a:lnTo>
                  <a:lnTo>
                    <a:pt x="31750" y="89309"/>
                  </a:lnTo>
                  <a:lnTo>
                    <a:pt x="37436" y="99211"/>
                  </a:lnTo>
                  <a:lnTo>
                    <a:pt x="37436" y="99211"/>
                  </a:lnTo>
                  <a:lnTo>
                    <a:pt x="37308" y="99339"/>
                  </a:lnTo>
                  <a:lnTo>
                    <a:pt x="37180" y="99530"/>
                  </a:lnTo>
                  <a:lnTo>
                    <a:pt x="37116" y="99722"/>
                  </a:lnTo>
                  <a:lnTo>
                    <a:pt x="37116" y="99977"/>
                  </a:lnTo>
                  <a:lnTo>
                    <a:pt x="37116" y="99977"/>
                  </a:lnTo>
                  <a:lnTo>
                    <a:pt x="37116" y="100169"/>
                  </a:lnTo>
                  <a:lnTo>
                    <a:pt x="37180" y="100361"/>
                  </a:lnTo>
                  <a:lnTo>
                    <a:pt x="37308" y="100552"/>
                  </a:lnTo>
                  <a:lnTo>
                    <a:pt x="37436" y="100744"/>
                  </a:lnTo>
                  <a:lnTo>
                    <a:pt x="37563" y="100872"/>
                  </a:lnTo>
                  <a:lnTo>
                    <a:pt x="37755" y="100936"/>
                  </a:lnTo>
                  <a:lnTo>
                    <a:pt x="37947" y="100999"/>
                  </a:lnTo>
                  <a:lnTo>
                    <a:pt x="38202" y="101063"/>
                  </a:lnTo>
                  <a:lnTo>
                    <a:pt x="38202" y="101063"/>
                  </a:lnTo>
                  <a:lnTo>
                    <a:pt x="38394" y="100999"/>
                  </a:lnTo>
                  <a:lnTo>
                    <a:pt x="38586" y="100936"/>
                  </a:lnTo>
                  <a:lnTo>
                    <a:pt x="38777" y="100872"/>
                  </a:lnTo>
                  <a:lnTo>
                    <a:pt x="38969" y="100744"/>
                  </a:lnTo>
                  <a:lnTo>
                    <a:pt x="39097" y="100552"/>
                  </a:lnTo>
                  <a:lnTo>
                    <a:pt x="39160" y="100361"/>
                  </a:lnTo>
                  <a:lnTo>
                    <a:pt x="39224" y="100169"/>
                  </a:lnTo>
                  <a:lnTo>
                    <a:pt x="39288" y="99977"/>
                  </a:lnTo>
                  <a:lnTo>
                    <a:pt x="39288" y="99977"/>
                  </a:lnTo>
                  <a:lnTo>
                    <a:pt x="39224" y="99722"/>
                  </a:lnTo>
                  <a:lnTo>
                    <a:pt x="39160" y="99530"/>
                  </a:lnTo>
                  <a:lnTo>
                    <a:pt x="39097" y="99339"/>
                  </a:lnTo>
                  <a:lnTo>
                    <a:pt x="38969" y="99211"/>
                  </a:lnTo>
                  <a:lnTo>
                    <a:pt x="38777" y="99083"/>
                  </a:lnTo>
                  <a:lnTo>
                    <a:pt x="38586" y="98955"/>
                  </a:lnTo>
                  <a:lnTo>
                    <a:pt x="38394" y="98891"/>
                  </a:lnTo>
                  <a:lnTo>
                    <a:pt x="38202" y="98891"/>
                  </a:lnTo>
                  <a:lnTo>
                    <a:pt x="38202" y="98891"/>
                  </a:lnTo>
                  <a:lnTo>
                    <a:pt x="37883" y="98955"/>
                  </a:lnTo>
                  <a:lnTo>
                    <a:pt x="37563" y="99083"/>
                  </a:lnTo>
                  <a:lnTo>
                    <a:pt x="31878" y="89181"/>
                  </a:lnTo>
                  <a:lnTo>
                    <a:pt x="34689" y="84326"/>
                  </a:lnTo>
                  <a:lnTo>
                    <a:pt x="37691" y="79151"/>
                  </a:lnTo>
                  <a:lnTo>
                    <a:pt x="37691" y="79151"/>
                  </a:lnTo>
                  <a:lnTo>
                    <a:pt x="37947" y="79279"/>
                  </a:lnTo>
                  <a:lnTo>
                    <a:pt x="38202" y="79279"/>
                  </a:lnTo>
                  <a:lnTo>
                    <a:pt x="38202" y="79279"/>
                  </a:lnTo>
                  <a:lnTo>
                    <a:pt x="38394" y="79279"/>
                  </a:lnTo>
                  <a:lnTo>
                    <a:pt x="38586" y="79215"/>
                  </a:lnTo>
                  <a:lnTo>
                    <a:pt x="38905" y="79024"/>
                  </a:lnTo>
                  <a:lnTo>
                    <a:pt x="39160" y="78704"/>
                  </a:lnTo>
                  <a:lnTo>
                    <a:pt x="39224" y="78321"/>
                  </a:lnTo>
                  <a:lnTo>
                    <a:pt x="49765" y="78321"/>
                  </a:lnTo>
                  <a:lnTo>
                    <a:pt x="49765" y="78321"/>
                  </a:lnTo>
                  <a:lnTo>
                    <a:pt x="49893" y="78704"/>
                  </a:lnTo>
                  <a:lnTo>
                    <a:pt x="50148" y="79024"/>
                  </a:lnTo>
                  <a:lnTo>
                    <a:pt x="50468" y="79215"/>
                  </a:lnTo>
                  <a:lnTo>
                    <a:pt x="50659" y="79279"/>
                  </a:lnTo>
                  <a:lnTo>
                    <a:pt x="50851" y="79279"/>
                  </a:lnTo>
                  <a:lnTo>
                    <a:pt x="50851" y="79279"/>
                  </a:lnTo>
                  <a:lnTo>
                    <a:pt x="51107" y="79279"/>
                  </a:lnTo>
                  <a:lnTo>
                    <a:pt x="51298" y="79151"/>
                  </a:lnTo>
                  <a:lnTo>
                    <a:pt x="56601" y="88415"/>
                  </a:lnTo>
                  <a:lnTo>
                    <a:pt x="56601" y="88415"/>
                  </a:lnTo>
                  <a:lnTo>
                    <a:pt x="56473" y="88542"/>
                  </a:lnTo>
                  <a:lnTo>
                    <a:pt x="56345" y="88734"/>
                  </a:lnTo>
                  <a:lnTo>
                    <a:pt x="56217" y="88989"/>
                  </a:lnTo>
                  <a:lnTo>
                    <a:pt x="56217" y="89245"/>
                  </a:lnTo>
                  <a:lnTo>
                    <a:pt x="56217" y="89245"/>
                  </a:lnTo>
                  <a:lnTo>
                    <a:pt x="56217" y="89437"/>
                  </a:lnTo>
                  <a:lnTo>
                    <a:pt x="56281" y="89692"/>
                  </a:lnTo>
                  <a:lnTo>
                    <a:pt x="56409" y="89820"/>
                  </a:lnTo>
                  <a:lnTo>
                    <a:pt x="56537" y="90012"/>
                  </a:lnTo>
                  <a:lnTo>
                    <a:pt x="56664" y="90139"/>
                  </a:lnTo>
                  <a:lnTo>
                    <a:pt x="56856" y="90267"/>
                  </a:lnTo>
                  <a:lnTo>
                    <a:pt x="57048" y="90331"/>
                  </a:lnTo>
                  <a:lnTo>
                    <a:pt x="57303" y="90331"/>
                  </a:lnTo>
                  <a:lnTo>
                    <a:pt x="57303" y="90331"/>
                  </a:lnTo>
                  <a:lnTo>
                    <a:pt x="57495" y="90331"/>
                  </a:lnTo>
                  <a:lnTo>
                    <a:pt x="57687" y="90267"/>
                  </a:lnTo>
                  <a:lnTo>
                    <a:pt x="57878" y="90139"/>
                  </a:lnTo>
                  <a:lnTo>
                    <a:pt x="58070" y="90012"/>
                  </a:lnTo>
                  <a:lnTo>
                    <a:pt x="58198" y="89820"/>
                  </a:lnTo>
                  <a:lnTo>
                    <a:pt x="58262" y="89692"/>
                  </a:lnTo>
                  <a:lnTo>
                    <a:pt x="58325" y="89437"/>
                  </a:lnTo>
                  <a:lnTo>
                    <a:pt x="58389" y="89245"/>
                  </a:lnTo>
                  <a:lnTo>
                    <a:pt x="58389" y="89245"/>
                  </a:lnTo>
                  <a:lnTo>
                    <a:pt x="58325" y="89053"/>
                  </a:lnTo>
                  <a:lnTo>
                    <a:pt x="58262" y="88798"/>
                  </a:lnTo>
                  <a:lnTo>
                    <a:pt x="58198" y="88670"/>
                  </a:lnTo>
                  <a:lnTo>
                    <a:pt x="58070" y="88478"/>
                  </a:lnTo>
                  <a:lnTo>
                    <a:pt x="57878" y="88351"/>
                  </a:lnTo>
                  <a:lnTo>
                    <a:pt x="57687" y="88223"/>
                  </a:lnTo>
                  <a:lnTo>
                    <a:pt x="57495" y="88159"/>
                  </a:lnTo>
                  <a:lnTo>
                    <a:pt x="57303" y="88159"/>
                  </a:lnTo>
                  <a:lnTo>
                    <a:pt x="57303" y="88159"/>
                  </a:lnTo>
                  <a:lnTo>
                    <a:pt x="57048" y="88223"/>
                  </a:lnTo>
                  <a:lnTo>
                    <a:pt x="56792" y="88287"/>
                  </a:lnTo>
                  <a:lnTo>
                    <a:pt x="51490" y="79088"/>
                  </a:lnTo>
                  <a:lnTo>
                    <a:pt x="51490" y="79088"/>
                  </a:lnTo>
                  <a:lnTo>
                    <a:pt x="51682" y="78896"/>
                  </a:lnTo>
                  <a:lnTo>
                    <a:pt x="51809" y="78704"/>
                  </a:lnTo>
                  <a:lnTo>
                    <a:pt x="51873" y="78449"/>
                  </a:lnTo>
                  <a:lnTo>
                    <a:pt x="51937" y="78193"/>
                  </a:lnTo>
                  <a:lnTo>
                    <a:pt x="51937" y="78193"/>
                  </a:lnTo>
                  <a:lnTo>
                    <a:pt x="51873" y="77938"/>
                  </a:lnTo>
                  <a:lnTo>
                    <a:pt x="51809" y="77682"/>
                  </a:lnTo>
                  <a:lnTo>
                    <a:pt x="51682" y="77491"/>
                  </a:lnTo>
                  <a:lnTo>
                    <a:pt x="51490" y="77299"/>
                  </a:lnTo>
                  <a:lnTo>
                    <a:pt x="56728" y="68228"/>
                  </a:lnTo>
                  <a:lnTo>
                    <a:pt x="56728" y="68228"/>
                  </a:lnTo>
                  <a:lnTo>
                    <a:pt x="56984" y="68355"/>
                  </a:lnTo>
                  <a:lnTo>
                    <a:pt x="57303" y="68419"/>
                  </a:lnTo>
                  <a:lnTo>
                    <a:pt x="57303" y="68419"/>
                  </a:lnTo>
                  <a:lnTo>
                    <a:pt x="57495" y="68355"/>
                  </a:lnTo>
                  <a:lnTo>
                    <a:pt x="57687" y="68291"/>
                  </a:lnTo>
                  <a:lnTo>
                    <a:pt x="57878" y="68228"/>
                  </a:lnTo>
                  <a:lnTo>
                    <a:pt x="58070" y="68100"/>
                  </a:lnTo>
                  <a:lnTo>
                    <a:pt x="58198" y="67908"/>
                  </a:lnTo>
                  <a:lnTo>
                    <a:pt x="58262" y="67716"/>
                  </a:lnTo>
                  <a:lnTo>
                    <a:pt x="58325" y="67525"/>
                  </a:lnTo>
                  <a:lnTo>
                    <a:pt x="58389" y="67333"/>
                  </a:lnTo>
                  <a:lnTo>
                    <a:pt x="58389" y="67269"/>
                  </a:lnTo>
                  <a:lnTo>
                    <a:pt x="68802" y="67269"/>
                  </a:lnTo>
                  <a:lnTo>
                    <a:pt x="68802" y="67333"/>
                  </a:lnTo>
                  <a:lnTo>
                    <a:pt x="68802" y="67333"/>
                  </a:lnTo>
                  <a:lnTo>
                    <a:pt x="68802" y="67525"/>
                  </a:lnTo>
                  <a:lnTo>
                    <a:pt x="68866" y="67716"/>
                  </a:lnTo>
                  <a:lnTo>
                    <a:pt x="68994" y="67908"/>
                  </a:lnTo>
                  <a:lnTo>
                    <a:pt x="69122" y="68100"/>
                  </a:lnTo>
                  <a:lnTo>
                    <a:pt x="69313" y="68228"/>
                  </a:lnTo>
                  <a:lnTo>
                    <a:pt x="69441" y="68291"/>
                  </a:lnTo>
                  <a:lnTo>
                    <a:pt x="69697" y="68355"/>
                  </a:lnTo>
                  <a:lnTo>
                    <a:pt x="69888" y="68419"/>
                  </a:lnTo>
                  <a:lnTo>
                    <a:pt x="69888" y="68419"/>
                  </a:lnTo>
                  <a:lnTo>
                    <a:pt x="70208" y="68355"/>
                  </a:lnTo>
                  <a:lnTo>
                    <a:pt x="70463" y="68228"/>
                  </a:lnTo>
                  <a:lnTo>
                    <a:pt x="75638" y="77235"/>
                  </a:lnTo>
                  <a:lnTo>
                    <a:pt x="75638" y="77235"/>
                  </a:lnTo>
                  <a:lnTo>
                    <a:pt x="75318" y="77363"/>
                  </a:lnTo>
                  <a:lnTo>
                    <a:pt x="75127" y="77618"/>
                  </a:lnTo>
                  <a:lnTo>
                    <a:pt x="74999" y="77874"/>
                  </a:lnTo>
                  <a:lnTo>
                    <a:pt x="74935" y="78193"/>
                  </a:lnTo>
                  <a:lnTo>
                    <a:pt x="74935" y="78193"/>
                  </a:lnTo>
                  <a:lnTo>
                    <a:pt x="74999" y="78513"/>
                  </a:lnTo>
                  <a:lnTo>
                    <a:pt x="75127" y="78832"/>
                  </a:lnTo>
                  <a:lnTo>
                    <a:pt x="75318" y="79024"/>
                  </a:lnTo>
                  <a:lnTo>
                    <a:pt x="75574" y="79215"/>
                  </a:lnTo>
                  <a:lnTo>
                    <a:pt x="70399" y="88223"/>
                  </a:lnTo>
                  <a:lnTo>
                    <a:pt x="70399" y="88223"/>
                  </a:lnTo>
                  <a:lnTo>
                    <a:pt x="70144" y="88159"/>
                  </a:lnTo>
                  <a:lnTo>
                    <a:pt x="70144" y="88159"/>
                  </a:lnTo>
                  <a:lnTo>
                    <a:pt x="69888" y="88159"/>
                  </a:lnTo>
                  <a:lnTo>
                    <a:pt x="69697" y="88223"/>
                  </a:lnTo>
                  <a:lnTo>
                    <a:pt x="69505" y="88351"/>
                  </a:lnTo>
                  <a:lnTo>
                    <a:pt x="69377" y="88478"/>
                  </a:lnTo>
                  <a:lnTo>
                    <a:pt x="69186" y="88670"/>
                  </a:lnTo>
                  <a:lnTo>
                    <a:pt x="69122" y="88798"/>
                  </a:lnTo>
                  <a:lnTo>
                    <a:pt x="69058" y="89053"/>
                  </a:lnTo>
                  <a:lnTo>
                    <a:pt x="69058" y="89245"/>
                  </a:lnTo>
                  <a:lnTo>
                    <a:pt x="69058" y="89245"/>
                  </a:lnTo>
                  <a:lnTo>
                    <a:pt x="69058" y="89437"/>
                  </a:lnTo>
                  <a:lnTo>
                    <a:pt x="69122" y="89692"/>
                  </a:lnTo>
                  <a:lnTo>
                    <a:pt x="69186" y="89820"/>
                  </a:lnTo>
                  <a:lnTo>
                    <a:pt x="69377" y="90012"/>
                  </a:lnTo>
                  <a:lnTo>
                    <a:pt x="69505" y="90139"/>
                  </a:lnTo>
                  <a:lnTo>
                    <a:pt x="69697" y="90267"/>
                  </a:lnTo>
                  <a:lnTo>
                    <a:pt x="69888" y="90331"/>
                  </a:lnTo>
                  <a:lnTo>
                    <a:pt x="70144" y="90331"/>
                  </a:lnTo>
                  <a:lnTo>
                    <a:pt x="70144" y="90331"/>
                  </a:lnTo>
                  <a:lnTo>
                    <a:pt x="70336" y="90331"/>
                  </a:lnTo>
                  <a:lnTo>
                    <a:pt x="70527" y="90267"/>
                  </a:lnTo>
                  <a:lnTo>
                    <a:pt x="70719" y="90139"/>
                  </a:lnTo>
                  <a:lnTo>
                    <a:pt x="70847" y="90012"/>
                  </a:lnTo>
                  <a:lnTo>
                    <a:pt x="71038" y="89820"/>
                  </a:lnTo>
                  <a:lnTo>
                    <a:pt x="71102" y="89692"/>
                  </a:lnTo>
                  <a:lnTo>
                    <a:pt x="71166" y="89437"/>
                  </a:lnTo>
                  <a:lnTo>
                    <a:pt x="71166" y="89245"/>
                  </a:lnTo>
                  <a:lnTo>
                    <a:pt x="71166" y="89245"/>
                  </a:lnTo>
                  <a:lnTo>
                    <a:pt x="71166" y="88926"/>
                  </a:lnTo>
                  <a:lnTo>
                    <a:pt x="71038" y="88670"/>
                  </a:lnTo>
                  <a:lnTo>
                    <a:pt x="70847" y="88415"/>
                  </a:lnTo>
                  <a:lnTo>
                    <a:pt x="70591" y="88287"/>
                  </a:lnTo>
                  <a:lnTo>
                    <a:pt x="75766" y="79279"/>
                  </a:lnTo>
                  <a:lnTo>
                    <a:pt x="75766" y="79279"/>
                  </a:lnTo>
                  <a:lnTo>
                    <a:pt x="76021" y="79279"/>
                  </a:lnTo>
                  <a:lnTo>
                    <a:pt x="76021" y="79279"/>
                  </a:lnTo>
                  <a:lnTo>
                    <a:pt x="76277" y="79279"/>
                  </a:lnTo>
                  <a:lnTo>
                    <a:pt x="76468" y="79215"/>
                  </a:lnTo>
                  <a:lnTo>
                    <a:pt x="76660" y="79088"/>
                  </a:lnTo>
                  <a:lnTo>
                    <a:pt x="76788" y="78960"/>
                  </a:lnTo>
                  <a:lnTo>
                    <a:pt x="76915" y="78832"/>
                  </a:lnTo>
                  <a:lnTo>
                    <a:pt x="77043" y="78640"/>
                  </a:lnTo>
                  <a:lnTo>
                    <a:pt x="77107" y="78449"/>
                  </a:lnTo>
                  <a:lnTo>
                    <a:pt x="77107" y="78193"/>
                  </a:lnTo>
                  <a:lnTo>
                    <a:pt x="77107" y="78193"/>
                  </a:lnTo>
                  <a:lnTo>
                    <a:pt x="77107" y="78002"/>
                  </a:lnTo>
                  <a:lnTo>
                    <a:pt x="77043" y="77810"/>
                  </a:lnTo>
                  <a:lnTo>
                    <a:pt x="76915" y="77618"/>
                  </a:lnTo>
                  <a:lnTo>
                    <a:pt x="76788" y="77427"/>
                  </a:lnTo>
                  <a:lnTo>
                    <a:pt x="76660" y="77299"/>
                  </a:lnTo>
                  <a:lnTo>
                    <a:pt x="76468" y="77235"/>
                  </a:lnTo>
                  <a:lnTo>
                    <a:pt x="76277" y="77171"/>
                  </a:lnTo>
                  <a:lnTo>
                    <a:pt x="76021" y="77107"/>
                  </a:lnTo>
                  <a:lnTo>
                    <a:pt x="76021" y="77107"/>
                  </a:lnTo>
                  <a:lnTo>
                    <a:pt x="75829" y="77171"/>
                  </a:lnTo>
                  <a:lnTo>
                    <a:pt x="70591" y="68164"/>
                  </a:lnTo>
                  <a:lnTo>
                    <a:pt x="70591" y="68164"/>
                  </a:lnTo>
                  <a:lnTo>
                    <a:pt x="70783" y="67972"/>
                  </a:lnTo>
                  <a:lnTo>
                    <a:pt x="70847" y="67780"/>
                  </a:lnTo>
                  <a:lnTo>
                    <a:pt x="70974" y="67589"/>
                  </a:lnTo>
                  <a:lnTo>
                    <a:pt x="70974" y="67333"/>
                  </a:lnTo>
                  <a:lnTo>
                    <a:pt x="70974" y="67333"/>
                  </a:lnTo>
                  <a:lnTo>
                    <a:pt x="70910" y="67078"/>
                  </a:lnTo>
                  <a:lnTo>
                    <a:pt x="70847" y="66822"/>
                  </a:lnTo>
                  <a:lnTo>
                    <a:pt x="70719" y="66567"/>
                  </a:lnTo>
                  <a:lnTo>
                    <a:pt x="70463" y="66439"/>
                  </a:lnTo>
                  <a:lnTo>
                    <a:pt x="75829" y="57176"/>
                  </a:lnTo>
                  <a:lnTo>
                    <a:pt x="75829" y="57176"/>
                  </a:lnTo>
                  <a:lnTo>
                    <a:pt x="76085" y="57240"/>
                  </a:lnTo>
                  <a:lnTo>
                    <a:pt x="76277" y="57240"/>
                  </a:lnTo>
                  <a:lnTo>
                    <a:pt x="76277" y="57240"/>
                  </a:lnTo>
                  <a:lnTo>
                    <a:pt x="76468" y="57240"/>
                  </a:lnTo>
                  <a:lnTo>
                    <a:pt x="76660" y="57176"/>
                  </a:lnTo>
                  <a:lnTo>
                    <a:pt x="77043" y="56984"/>
                  </a:lnTo>
                  <a:lnTo>
                    <a:pt x="77235" y="56665"/>
                  </a:lnTo>
                  <a:lnTo>
                    <a:pt x="77363" y="56281"/>
                  </a:lnTo>
                  <a:lnTo>
                    <a:pt x="87967" y="56281"/>
                  </a:lnTo>
                  <a:lnTo>
                    <a:pt x="87967" y="56281"/>
                  </a:lnTo>
                  <a:lnTo>
                    <a:pt x="88031" y="56665"/>
                  </a:lnTo>
                  <a:lnTo>
                    <a:pt x="88287" y="56984"/>
                  </a:lnTo>
                  <a:lnTo>
                    <a:pt x="88606" y="57176"/>
                  </a:lnTo>
                  <a:lnTo>
                    <a:pt x="88798" y="57240"/>
                  </a:lnTo>
                  <a:lnTo>
                    <a:pt x="88989" y="57240"/>
                  </a:lnTo>
                  <a:lnTo>
                    <a:pt x="88989" y="57240"/>
                  </a:lnTo>
                  <a:lnTo>
                    <a:pt x="89245" y="57240"/>
                  </a:lnTo>
                  <a:lnTo>
                    <a:pt x="89437" y="57176"/>
                  </a:lnTo>
                  <a:lnTo>
                    <a:pt x="89628" y="57048"/>
                  </a:lnTo>
                  <a:lnTo>
                    <a:pt x="89756" y="56920"/>
                  </a:lnTo>
                  <a:lnTo>
                    <a:pt x="89884" y="56792"/>
                  </a:lnTo>
                  <a:lnTo>
                    <a:pt x="90012" y="56601"/>
                  </a:lnTo>
                  <a:lnTo>
                    <a:pt x="90075" y="56409"/>
                  </a:lnTo>
                  <a:lnTo>
                    <a:pt x="90075" y="56154"/>
                  </a:lnTo>
                  <a:lnTo>
                    <a:pt x="90075" y="56154"/>
                  </a:lnTo>
                  <a:lnTo>
                    <a:pt x="90075" y="55898"/>
                  </a:lnTo>
                  <a:lnTo>
                    <a:pt x="89948" y="55643"/>
                  </a:lnTo>
                  <a:lnTo>
                    <a:pt x="89820" y="55451"/>
                  </a:lnTo>
                  <a:lnTo>
                    <a:pt x="89628" y="55323"/>
                  </a:lnTo>
                  <a:lnTo>
                    <a:pt x="94931" y="46060"/>
                  </a:lnTo>
                  <a:lnTo>
                    <a:pt x="94931" y="46060"/>
                  </a:lnTo>
                  <a:lnTo>
                    <a:pt x="95250" y="46188"/>
                  </a:lnTo>
                  <a:lnTo>
                    <a:pt x="95569" y="46252"/>
                  </a:lnTo>
                  <a:lnTo>
                    <a:pt x="95569" y="46252"/>
                  </a:lnTo>
                  <a:lnTo>
                    <a:pt x="95761" y="46252"/>
                  </a:lnTo>
                  <a:lnTo>
                    <a:pt x="95953" y="46188"/>
                  </a:lnTo>
                  <a:lnTo>
                    <a:pt x="96272" y="45932"/>
                  </a:lnTo>
                  <a:lnTo>
                    <a:pt x="96528" y="45677"/>
                  </a:lnTo>
                  <a:lnTo>
                    <a:pt x="96592" y="45230"/>
                  </a:lnTo>
                  <a:lnTo>
                    <a:pt x="106941" y="45230"/>
                  </a:lnTo>
                  <a:lnTo>
                    <a:pt x="106941" y="45230"/>
                  </a:lnTo>
                  <a:lnTo>
                    <a:pt x="107068" y="45677"/>
                  </a:lnTo>
                  <a:lnTo>
                    <a:pt x="107260" y="45932"/>
                  </a:lnTo>
                  <a:lnTo>
                    <a:pt x="107579" y="46188"/>
                  </a:lnTo>
                  <a:lnTo>
                    <a:pt x="107771" y="46252"/>
                  </a:lnTo>
                  <a:lnTo>
                    <a:pt x="108027" y="46252"/>
                  </a:lnTo>
                  <a:lnTo>
                    <a:pt x="108027" y="46252"/>
                  </a:lnTo>
                  <a:lnTo>
                    <a:pt x="108218" y="46252"/>
                  </a:lnTo>
                  <a:lnTo>
                    <a:pt x="108410" y="46188"/>
                  </a:lnTo>
                  <a:lnTo>
                    <a:pt x="108602" y="46060"/>
                  </a:lnTo>
                  <a:lnTo>
                    <a:pt x="108793" y="45932"/>
                  </a:lnTo>
                  <a:lnTo>
                    <a:pt x="108921" y="45741"/>
                  </a:lnTo>
                  <a:lnTo>
                    <a:pt x="108985" y="45613"/>
                  </a:lnTo>
                  <a:lnTo>
                    <a:pt x="109049" y="45357"/>
                  </a:lnTo>
                  <a:lnTo>
                    <a:pt x="109113" y="45166"/>
                  </a:lnTo>
                  <a:lnTo>
                    <a:pt x="109113" y="45166"/>
                  </a:lnTo>
                  <a:lnTo>
                    <a:pt x="109049" y="44974"/>
                  </a:lnTo>
                  <a:lnTo>
                    <a:pt x="108985" y="44719"/>
                  </a:lnTo>
                  <a:lnTo>
                    <a:pt x="108921" y="44527"/>
                  </a:lnTo>
                  <a:lnTo>
                    <a:pt x="108793" y="44399"/>
                  </a:lnTo>
                  <a:lnTo>
                    <a:pt x="108602" y="44271"/>
                  </a:lnTo>
                  <a:lnTo>
                    <a:pt x="108410" y="44144"/>
                  </a:lnTo>
                  <a:lnTo>
                    <a:pt x="108218" y="44080"/>
                  </a:lnTo>
                  <a:lnTo>
                    <a:pt x="108027" y="44080"/>
                  </a:lnTo>
                  <a:lnTo>
                    <a:pt x="108027" y="44080"/>
                  </a:lnTo>
                  <a:lnTo>
                    <a:pt x="107771" y="44080"/>
                  </a:lnTo>
                  <a:lnTo>
                    <a:pt x="107579" y="44144"/>
                  </a:lnTo>
                  <a:lnTo>
                    <a:pt x="107260" y="44335"/>
                  </a:lnTo>
                  <a:lnTo>
                    <a:pt x="107068" y="44655"/>
                  </a:lnTo>
                  <a:lnTo>
                    <a:pt x="106941" y="45038"/>
                  </a:lnTo>
                  <a:lnTo>
                    <a:pt x="96592" y="45038"/>
                  </a:lnTo>
                  <a:lnTo>
                    <a:pt x="96592" y="45038"/>
                  </a:lnTo>
                  <a:lnTo>
                    <a:pt x="96528" y="44655"/>
                  </a:lnTo>
                  <a:lnTo>
                    <a:pt x="96272" y="44335"/>
                  </a:lnTo>
                  <a:lnTo>
                    <a:pt x="95953" y="44144"/>
                  </a:lnTo>
                  <a:lnTo>
                    <a:pt x="95761" y="44080"/>
                  </a:lnTo>
                  <a:lnTo>
                    <a:pt x="95569" y="44080"/>
                  </a:lnTo>
                  <a:lnTo>
                    <a:pt x="95569" y="44080"/>
                  </a:lnTo>
                  <a:lnTo>
                    <a:pt x="95250" y="44144"/>
                  </a:lnTo>
                  <a:lnTo>
                    <a:pt x="94931" y="44271"/>
                  </a:lnTo>
                  <a:lnTo>
                    <a:pt x="89628" y="35008"/>
                  </a:lnTo>
                  <a:lnTo>
                    <a:pt x="89628" y="35008"/>
                  </a:lnTo>
                  <a:lnTo>
                    <a:pt x="89820" y="34881"/>
                  </a:lnTo>
                  <a:lnTo>
                    <a:pt x="89948" y="34625"/>
                  </a:lnTo>
                  <a:lnTo>
                    <a:pt x="90075" y="34433"/>
                  </a:lnTo>
                  <a:lnTo>
                    <a:pt x="90075" y="34178"/>
                  </a:lnTo>
                  <a:lnTo>
                    <a:pt x="90075" y="34178"/>
                  </a:lnTo>
                  <a:lnTo>
                    <a:pt x="90075" y="33858"/>
                  </a:lnTo>
                  <a:lnTo>
                    <a:pt x="89948" y="33667"/>
                  </a:lnTo>
                  <a:lnTo>
                    <a:pt x="89820" y="33411"/>
                  </a:lnTo>
                  <a:lnTo>
                    <a:pt x="89628" y="33284"/>
                  </a:lnTo>
                  <a:lnTo>
                    <a:pt x="90395" y="31942"/>
                  </a:lnTo>
                  <a:lnTo>
                    <a:pt x="94931" y="24021"/>
                  </a:lnTo>
                  <a:lnTo>
                    <a:pt x="94931" y="24021"/>
                  </a:lnTo>
                  <a:lnTo>
                    <a:pt x="95250" y="24148"/>
                  </a:lnTo>
                  <a:lnTo>
                    <a:pt x="95569" y="24212"/>
                  </a:lnTo>
                  <a:lnTo>
                    <a:pt x="95569" y="24212"/>
                  </a:lnTo>
                  <a:lnTo>
                    <a:pt x="95761" y="24212"/>
                  </a:lnTo>
                  <a:lnTo>
                    <a:pt x="95953" y="24148"/>
                  </a:lnTo>
                  <a:lnTo>
                    <a:pt x="96272" y="23957"/>
                  </a:lnTo>
                  <a:lnTo>
                    <a:pt x="96528" y="23637"/>
                  </a:lnTo>
                  <a:lnTo>
                    <a:pt x="96592" y="23254"/>
                  </a:lnTo>
                  <a:lnTo>
                    <a:pt x="108027" y="23254"/>
                  </a:lnTo>
                  <a:lnTo>
                    <a:pt x="113840" y="33284"/>
                  </a:lnTo>
                  <a:lnTo>
                    <a:pt x="113840" y="33284"/>
                  </a:lnTo>
                  <a:lnTo>
                    <a:pt x="113648" y="33411"/>
                  </a:lnTo>
                  <a:lnTo>
                    <a:pt x="113521" y="33667"/>
                  </a:lnTo>
                  <a:lnTo>
                    <a:pt x="113393" y="33858"/>
                  </a:lnTo>
                  <a:lnTo>
                    <a:pt x="113393" y="34178"/>
                  </a:lnTo>
                  <a:lnTo>
                    <a:pt x="113393" y="34178"/>
                  </a:lnTo>
                  <a:lnTo>
                    <a:pt x="113393" y="34370"/>
                  </a:lnTo>
                  <a:lnTo>
                    <a:pt x="113457" y="34561"/>
                  </a:lnTo>
                  <a:lnTo>
                    <a:pt x="113585" y="34753"/>
                  </a:lnTo>
                  <a:lnTo>
                    <a:pt x="113712" y="34881"/>
                  </a:lnTo>
                  <a:lnTo>
                    <a:pt x="113840" y="35072"/>
                  </a:lnTo>
                  <a:lnTo>
                    <a:pt x="114032" y="35136"/>
                  </a:lnTo>
                  <a:lnTo>
                    <a:pt x="114223" y="35200"/>
                  </a:lnTo>
                  <a:lnTo>
                    <a:pt x="114479" y="35200"/>
                  </a:lnTo>
                  <a:lnTo>
                    <a:pt x="114479" y="35200"/>
                  </a:lnTo>
                  <a:lnTo>
                    <a:pt x="114671" y="35200"/>
                  </a:lnTo>
                  <a:lnTo>
                    <a:pt x="114862" y="35136"/>
                  </a:lnTo>
                  <a:lnTo>
                    <a:pt x="115054" y="35072"/>
                  </a:lnTo>
                  <a:lnTo>
                    <a:pt x="115245" y="34881"/>
                  </a:lnTo>
                  <a:lnTo>
                    <a:pt x="115373" y="34753"/>
                  </a:lnTo>
                  <a:lnTo>
                    <a:pt x="115437" y="34561"/>
                  </a:lnTo>
                  <a:lnTo>
                    <a:pt x="115501" y="34370"/>
                  </a:lnTo>
                  <a:lnTo>
                    <a:pt x="115501" y="34178"/>
                  </a:lnTo>
                  <a:lnTo>
                    <a:pt x="115501" y="34178"/>
                  </a:lnTo>
                  <a:lnTo>
                    <a:pt x="115501" y="33922"/>
                  </a:lnTo>
                  <a:lnTo>
                    <a:pt x="115437" y="33731"/>
                  </a:lnTo>
                  <a:lnTo>
                    <a:pt x="115373" y="33539"/>
                  </a:lnTo>
                  <a:lnTo>
                    <a:pt x="115245" y="33411"/>
                  </a:lnTo>
                  <a:lnTo>
                    <a:pt x="115054" y="33220"/>
                  </a:lnTo>
                  <a:lnTo>
                    <a:pt x="114862" y="33156"/>
                  </a:lnTo>
                  <a:lnTo>
                    <a:pt x="114671" y="33092"/>
                  </a:lnTo>
                  <a:lnTo>
                    <a:pt x="114479" y="33092"/>
                  </a:lnTo>
                  <a:lnTo>
                    <a:pt x="114479" y="33092"/>
                  </a:lnTo>
                  <a:lnTo>
                    <a:pt x="114223" y="33092"/>
                  </a:lnTo>
                  <a:lnTo>
                    <a:pt x="113968" y="33156"/>
                  </a:lnTo>
                  <a:lnTo>
                    <a:pt x="108154" y="23062"/>
                  </a:lnTo>
                  <a:lnTo>
                    <a:pt x="108154" y="23062"/>
                  </a:lnTo>
                  <a:lnTo>
                    <a:pt x="96592" y="23062"/>
                  </a:lnTo>
                  <a:lnTo>
                    <a:pt x="96592" y="23062"/>
                  </a:lnTo>
                  <a:lnTo>
                    <a:pt x="96528" y="22679"/>
                  </a:lnTo>
                  <a:lnTo>
                    <a:pt x="96272" y="22360"/>
                  </a:lnTo>
                  <a:lnTo>
                    <a:pt x="95953" y="22104"/>
                  </a:lnTo>
                  <a:lnTo>
                    <a:pt x="95761" y="22040"/>
                  </a:lnTo>
                  <a:lnTo>
                    <a:pt x="95569" y="22040"/>
                  </a:lnTo>
                  <a:lnTo>
                    <a:pt x="95569" y="22040"/>
                  </a:lnTo>
                  <a:lnTo>
                    <a:pt x="95250" y="22104"/>
                  </a:lnTo>
                  <a:lnTo>
                    <a:pt x="94931" y="22232"/>
                  </a:lnTo>
                  <a:lnTo>
                    <a:pt x="89628" y="12969"/>
                  </a:lnTo>
                  <a:lnTo>
                    <a:pt x="89628" y="12969"/>
                  </a:lnTo>
                  <a:lnTo>
                    <a:pt x="89820" y="12841"/>
                  </a:lnTo>
                  <a:lnTo>
                    <a:pt x="89948" y="12649"/>
                  </a:lnTo>
                  <a:lnTo>
                    <a:pt x="90075" y="12394"/>
                  </a:lnTo>
                  <a:lnTo>
                    <a:pt x="90075" y="12138"/>
                  </a:lnTo>
                  <a:lnTo>
                    <a:pt x="90075" y="12138"/>
                  </a:lnTo>
                  <a:lnTo>
                    <a:pt x="90075" y="11883"/>
                  </a:lnTo>
                  <a:lnTo>
                    <a:pt x="90012" y="11691"/>
                  </a:lnTo>
                  <a:lnTo>
                    <a:pt x="89884" y="11499"/>
                  </a:lnTo>
                  <a:lnTo>
                    <a:pt x="89756" y="11372"/>
                  </a:lnTo>
                  <a:lnTo>
                    <a:pt x="89628" y="11244"/>
                  </a:lnTo>
                  <a:lnTo>
                    <a:pt x="89437" y="11116"/>
                  </a:lnTo>
                  <a:lnTo>
                    <a:pt x="89245" y="11052"/>
                  </a:lnTo>
                  <a:lnTo>
                    <a:pt x="88989" y="11052"/>
                  </a:lnTo>
                  <a:lnTo>
                    <a:pt x="88989" y="11052"/>
                  </a:lnTo>
                  <a:lnTo>
                    <a:pt x="88798" y="11052"/>
                  </a:lnTo>
                  <a:lnTo>
                    <a:pt x="88606" y="11116"/>
                  </a:lnTo>
                  <a:lnTo>
                    <a:pt x="88287" y="11308"/>
                  </a:lnTo>
                  <a:lnTo>
                    <a:pt x="88031" y="11627"/>
                  </a:lnTo>
                  <a:lnTo>
                    <a:pt x="87967" y="12011"/>
                  </a:lnTo>
                  <a:lnTo>
                    <a:pt x="77363" y="12011"/>
                  </a:lnTo>
                  <a:lnTo>
                    <a:pt x="77363" y="12011"/>
                  </a:lnTo>
                  <a:lnTo>
                    <a:pt x="77235" y="11627"/>
                  </a:lnTo>
                  <a:lnTo>
                    <a:pt x="77043" y="11308"/>
                  </a:lnTo>
                  <a:lnTo>
                    <a:pt x="76660" y="11116"/>
                  </a:lnTo>
                  <a:lnTo>
                    <a:pt x="76468" y="11052"/>
                  </a:lnTo>
                  <a:lnTo>
                    <a:pt x="76277" y="11052"/>
                  </a:lnTo>
                  <a:lnTo>
                    <a:pt x="76277" y="11052"/>
                  </a:lnTo>
                  <a:lnTo>
                    <a:pt x="76085" y="11052"/>
                  </a:lnTo>
                  <a:lnTo>
                    <a:pt x="75829" y="11116"/>
                  </a:lnTo>
                  <a:lnTo>
                    <a:pt x="70527" y="1981"/>
                  </a:lnTo>
                  <a:lnTo>
                    <a:pt x="70527" y="1981"/>
                  </a:lnTo>
                  <a:lnTo>
                    <a:pt x="70719" y="1789"/>
                  </a:lnTo>
                  <a:lnTo>
                    <a:pt x="70910" y="1598"/>
                  </a:lnTo>
                  <a:lnTo>
                    <a:pt x="70974" y="1342"/>
                  </a:lnTo>
                  <a:lnTo>
                    <a:pt x="71038" y="1087"/>
                  </a:lnTo>
                  <a:lnTo>
                    <a:pt x="71038" y="1087"/>
                  </a:lnTo>
                  <a:lnTo>
                    <a:pt x="70974" y="895"/>
                  </a:lnTo>
                  <a:lnTo>
                    <a:pt x="70910" y="703"/>
                  </a:lnTo>
                  <a:lnTo>
                    <a:pt x="70847" y="512"/>
                  </a:lnTo>
                  <a:lnTo>
                    <a:pt x="70719" y="320"/>
                  </a:lnTo>
                  <a:lnTo>
                    <a:pt x="70527" y="192"/>
                  </a:lnTo>
                  <a:lnTo>
                    <a:pt x="70336" y="128"/>
                  </a:lnTo>
                  <a:lnTo>
                    <a:pt x="70144" y="64"/>
                  </a:lnTo>
                  <a:lnTo>
                    <a:pt x="69952"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63322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DAEEC-ADC3-34F2-F570-8CE9C77C4F92}"/>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4830D1F8-5CFC-E2CB-6EBF-6ED0AC6B5136}"/>
              </a:ext>
            </a:extLst>
          </p:cNvPr>
          <p:cNvSpPr txBox="1"/>
          <p:nvPr/>
        </p:nvSpPr>
        <p:spPr>
          <a:xfrm>
            <a:off x="550843" y="385590"/>
            <a:ext cx="3194892" cy="369332"/>
          </a:xfrm>
          <a:prstGeom prst="rect">
            <a:avLst/>
          </a:prstGeom>
          <a:noFill/>
        </p:spPr>
        <p:txBody>
          <a:bodyPr wrap="square" rtlCol="0">
            <a:spAutoFit/>
          </a:bodyPr>
          <a:lstStyle/>
          <a:p>
            <a:r>
              <a:rPr lang="fr-FR" sz="1800" b="1" dirty="0"/>
              <a:t>Objectif général :</a:t>
            </a:r>
          </a:p>
        </p:txBody>
      </p:sp>
      <p:sp>
        <p:nvSpPr>
          <p:cNvPr id="2" name="ZoneTexte 1">
            <a:extLst>
              <a:ext uri="{FF2B5EF4-FFF2-40B4-BE49-F238E27FC236}">
                <a16:creationId xmlns:a16="http://schemas.microsoft.com/office/drawing/2014/main" id="{F2907CE6-B2EC-A06F-8E7E-B9643E3216E8}"/>
              </a:ext>
            </a:extLst>
          </p:cNvPr>
          <p:cNvSpPr txBox="1"/>
          <p:nvPr/>
        </p:nvSpPr>
        <p:spPr>
          <a:xfrm>
            <a:off x="165100" y="863600"/>
            <a:ext cx="8039100" cy="523220"/>
          </a:xfrm>
          <a:prstGeom prst="rect">
            <a:avLst/>
          </a:prstGeom>
          <a:noFill/>
        </p:spPr>
        <p:txBody>
          <a:bodyPr wrap="square" rtlCol="0">
            <a:spAutoFit/>
          </a:bodyPr>
          <a:lstStyle/>
          <a:p>
            <a:r>
              <a:rPr lang="fr-FR" dirty="0"/>
              <a:t>Développer une </a:t>
            </a:r>
            <a:r>
              <a:rPr lang="fr-FR" b="1" dirty="0"/>
              <a:t>application Big Data</a:t>
            </a:r>
            <a:r>
              <a:rPr lang="fr-FR" dirty="0"/>
              <a:t> capable de </a:t>
            </a:r>
            <a:r>
              <a:rPr lang="fr-FR" b="1" dirty="0"/>
              <a:t>collecter, traiter et analyser en temps réel</a:t>
            </a:r>
            <a:r>
              <a:rPr lang="fr-FR" dirty="0"/>
              <a:t> les discussions issues de </a:t>
            </a:r>
            <a:r>
              <a:rPr lang="fr-FR" b="1" dirty="0" err="1"/>
              <a:t>Bluesky</a:t>
            </a:r>
            <a:r>
              <a:rPr lang="fr-FR" dirty="0"/>
              <a:t> autour des </a:t>
            </a:r>
            <a:r>
              <a:rPr lang="fr-FR" b="1" dirty="0"/>
              <a:t>voitures électriques</a:t>
            </a:r>
            <a:endParaRPr lang="fr-FR" dirty="0"/>
          </a:p>
        </p:txBody>
      </p:sp>
      <p:sp>
        <p:nvSpPr>
          <p:cNvPr id="6" name="ZoneTexte 5">
            <a:extLst>
              <a:ext uri="{FF2B5EF4-FFF2-40B4-BE49-F238E27FC236}">
                <a16:creationId xmlns:a16="http://schemas.microsoft.com/office/drawing/2014/main" id="{E0769C45-1AF6-32DD-E602-B02D886DC8BE}"/>
              </a:ext>
            </a:extLst>
          </p:cNvPr>
          <p:cNvSpPr txBox="1"/>
          <p:nvPr/>
        </p:nvSpPr>
        <p:spPr>
          <a:xfrm>
            <a:off x="360343" y="2464018"/>
            <a:ext cx="7297757" cy="1815882"/>
          </a:xfrm>
          <a:prstGeom prst="rect">
            <a:avLst/>
          </a:prstGeom>
          <a:noFill/>
        </p:spPr>
        <p:txBody>
          <a:bodyPr wrap="square" rtlCol="0">
            <a:spAutoFit/>
          </a:bodyPr>
          <a:lstStyle/>
          <a:p>
            <a:pPr lvl="0" eaLnBrk="0" fontAlgn="base" hangingPunct="0">
              <a:spcBef>
                <a:spcPct val="0"/>
              </a:spcBef>
              <a:spcAft>
                <a:spcPct val="0"/>
              </a:spcAft>
              <a:buClrTx/>
              <a:buFontTx/>
              <a:buChar char="•"/>
            </a:pPr>
            <a:r>
              <a:rPr lang="fr-FR" altLang="fr-FR" dirty="0">
                <a:solidFill>
                  <a:schemeClr val="bg1">
                    <a:lumMod val="10000"/>
                  </a:schemeClr>
                </a:solidFill>
                <a:latin typeface="Arial" panose="020B0604020202020204" pitchFamily="34" charset="0"/>
              </a:rPr>
              <a:t>Collecter en continu les données liées aux </a:t>
            </a:r>
            <a:r>
              <a:rPr lang="fr-FR" altLang="fr-FR" i="1" dirty="0" err="1">
                <a:solidFill>
                  <a:schemeClr val="bg1">
                    <a:lumMod val="10000"/>
                  </a:schemeClr>
                </a:solidFill>
                <a:latin typeface="Arial" panose="020B0604020202020204" pitchFamily="34" charset="0"/>
              </a:rPr>
              <a:t>electric</a:t>
            </a:r>
            <a:r>
              <a:rPr lang="fr-FR" altLang="fr-FR" i="1" dirty="0">
                <a:solidFill>
                  <a:schemeClr val="bg1">
                    <a:lumMod val="10000"/>
                  </a:schemeClr>
                </a:solidFill>
                <a:latin typeface="Arial" panose="020B0604020202020204" pitchFamily="34" charset="0"/>
              </a:rPr>
              <a:t> cars</a:t>
            </a:r>
            <a:r>
              <a:rPr lang="fr-FR" altLang="fr-FR" dirty="0">
                <a:solidFill>
                  <a:schemeClr val="bg1">
                    <a:lumMod val="10000"/>
                  </a:schemeClr>
                </a:solidFill>
                <a:latin typeface="Arial" panose="020B0604020202020204" pitchFamily="34" charset="0"/>
              </a:rPr>
              <a:t> depuis </a:t>
            </a:r>
            <a:r>
              <a:rPr lang="fr-FR" altLang="fr-FR" dirty="0" err="1">
                <a:solidFill>
                  <a:schemeClr val="bg1">
                    <a:lumMod val="10000"/>
                  </a:schemeClr>
                </a:solidFill>
                <a:latin typeface="Arial" panose="020B0604020202020204" pitchFamily="34" charset="0"/>
              </a:rPr>
              <a:t>Bluesky</a:t>
            </a:r>
            <a:endParaRPr lang="fr-FR" altLang="fr-FR" dirty="0">
              <a:solidFill>
                <a:schemeClr val="bg1">
                  <a:lumMod val="10000"/>
                </a:schemeClr>
              </a:solidFill>
              <a:latin typeface="Arial" panose="020B0604020202020204" pitchFamily="34" charset="0"/>
            </a:endParaRPr>
          </a:p>
          <a:p>
            <a:pPr lvl="0" eaLnBrk="0" fontAlgn="base" hangingPunct="0">
              <a:spcBef>
                <a:spcPct val="0"/>
              </a:spcBef>
              <a:spcAft>
                <a:spcPct val="0"/>
              </a:spcAft>
              <a:buClrTx/>
              <a:buFontTx/>
              <a:buChar char="•"/>
            </a:pPr>
            <a:r>
              <a:rPr lang="fr-FR" altLang="fr-FR" dirty="0">
                <a:solidFill>
                  <a:schemeClr val="bg1">
                    <a:lumMod val="10000"/>
                  </a:schemeClr>
                </a:solidFill>
                <a:latin typeface="Arial" panose="020B0604020202020204" pitchFamily="34" charset="0"/>
              </a:rPr>
              <a:t>Mettre en place une </a:t>
            </a:r>
            <a:r>
              <a:rPr lang="fr-FR" altLang="fr-FR" b="1" dirty="0">
                <a:solidFill>
                  <a:schemeClr val="bg1">
                    <a:lumMod val="10000"/>
                  </a:schemeClr>
                </a:solidFill>
                <a:latin typeface="Arial" panose="020B0604020202020204" pitchFamily="34" charset="0"/>
              </a:rPr>
              <a:t>architecture Big Data scalable</a:t>
            </a:r>
            <a:r>
              <a:rPr lang="fr-FR" altLang="fr-FR" dirty="0">
                <a:solidFill>
                  <a:schemeClr val="bg1">
                    <a:lumMod val="10000"/>
                  </a:schemeClr>
                </a:solidFill>
                <a:latin typeface="Arial" panose="020B0604020202020204" pitchFamily="34" charset="0"/>
              </a:rPr>
              <a:t> et tolérante aux pannes</a:t>
            </a:r>
          </a:p>
          <a:p>
            <a:pPr lvl="0" eaLnBrk="0" fontAlgn="base" hangingPunct="0">
              <a:spcBef>
                <a:spcPct val="0"/>
              </a:spcBef>
              <a:spcAft>
                <a:spcPct val="0"/>
              </a:spcAft>
              <a:buClrTx/>
              <a:buFontTx/>
              <a:buChar char="•"/>
            </a:pPr>
            <a:r>
              <a:rPr lang="fr-FR" altLang="fr-FR" dirty="0">
                <a:solidFill>
                  <a:schemeClr val="bg1">
                    <a:lumMod val="10000"/>
                  </a:schemeClr>
                </a:solidFill>
                <a:latin typeface="Arial" panose="020B0604020202020204" pitchFamily="34" charset="0"/>
              </a:rPr>
              <a:t>Nettoyer et transformer des </a:t>
            </a:r>
            <a:r>
              <a:rPr lang="fr-FR" altLang="fr-FR" b="1" dirty="0">
                <a:solidFill>
                  <a:schemeClr val="bg1">
                    <a:lumMod val="10000"/>
                  </a:schemeClr>
                </a:solidFill>
                <a:latin typeface="Arial" panose="020B0604020202020204" pitchFamily="34" charset="0"/>
              </a:rPr>
              <a:t>données textuelles non structurées</a:t>
            </a:r>
            <a:endParaRPr lang="fr-FR" altLang="fr-FR" dirty="0">
              <a:solidFill>
                <a:schemeClr val="bg1">
                  <a:lumMod val="10000"/>
                </a:schemeClr>
              </a:solidFill>
              <a:latin typeface="Arial" panose="020B0604020202020204" pitchFamily="34" charset="0"/>
            </a:endParaRPr>
          </a:p>
          <a:p>
            <a:pPr lvl="0" eaLnBrk="0" fontAlgn="base" hangingPunct="0">
              <a:spcBef>
                <a:spcPct val="0"/>
              </a:spcBef>
              <a:spcAft>
                <a:spcPct val="0"/>
              </a:spcAft>
              <a:buClrTx/>
              <a:buFontTx/>
              <a:buChar char="•"/>
            </a:pPr>
            <a:r>
              <a:rPr lang="fr-FR" altLang="fr-FR" dirty="0">
                <a:solidFill>
                  <a:schemeClr val="bg1">
                    <a:lumMod val="10000"/>
                  </a:schemeClr>
                </a:solidFill>
                <a:latin typeface="Arial" panose="020B0604020202020204" pitchFamily="34" charset="0"/>
              </a:rPr>
              <a:t>Identifier les </a:t>
            </a:r>
            <a:r>
              <a:rPr lang="fr-FR" altLang="fr-FR" b="1" dirty="0">
                <a:solidFill>
                  <a:schemeClr val="bg1">
                    <a:lumMod val="10000"/>
                  </a:schemeClr>
                </a:solidFill>
                <a:latin typeface="Arial" panose="020B0604020202020204" pitchFamily="34" charset="0"/>
              </a:rPr>
              <a:t>sujets dominants</a:t>
            </a:r>
            <a:r>
              <a:rPr lang="fr-FR" altLang="fr-FR" dirty="0">
                <a:solidFill>
                  <a:schemeClr val="bg1">
                    <a:lumMod val="10000"/>
                  </a:schemeClr>
                </a:solidFill>
                <a:latin typeface="Arial" panose="020B0604020202020204" pitchFamily="34" charset="0"/>
              </a:rPr>
              <a:t> et les </a:t>
            </a:r>
            <a:r>
              <a:rPr lang="fr-FR" altLang="fr-FR" b="1" dirty="0">
                <a:solidFill>
                  <a:schemeClr val="bg1">
                    <a:lumMod val="10000"/>
                  </a:schemeClr>
                </a:solidFill>
                <a:latin typeface="Arial" panose="020B0604020202020204" pitchFamily="34" charset="0"/>
              </a:rPr>
              <a:t>thèmes émergents</a:t>
            </a:r>
            <a:endParaRPr lang="fr-FR" altLang="fr-FR" dirty="0">
              <a:solidFill>
                <a:schemeClr val="bg1">
                  <a:lumMod val="10000"/>
                </a:schemeClr>
              </a:solidFill>
              <a:latin typeface="Arial" panose="020B0604020202020204" pitchFamily="34" charset="0"/>
            </a:endParaRPr>
          </a:p>
          <a:p>
            <a:pPr lvl="0" eaLnBrk="0" fontAlgn="base" hangingPunct="0">
              <a:spcBef>
                <a:spcPct val="0"/>
              </a:spcBef>
              <a:spcAft>
                <a:spcPct val="0"/>
              </a:spcAft>
              <a:buClrTx/>
              <a:buFontTx/>
              <a:buChar char="•"/>
            </a:pPr>
            <a:r>
              <a:rPr lang="fr-FR" altLang="fr-FR" dirty="0">
                <a:solidFill>
                  <a:schemeClr val="bg1">
                    <a:lumMod val="10000"/>
                  </a:schemeClr>
                </a:solidFill>
                <a:latin typeface="Arial" panose="020B0604020202020204" pitchFamily="34" charset="0"/>
              </a:rPr>
              <a:t>Analyser les </a:t>
            </a:r>
            <a:r>
              <a:rPr lang="fr-FR" altLang="fr-FR" b="1" dirty="0">
                <a:solidFill>
                  <a:schemeClr val="bg1">
                    <a:lumMod val="10000"/>
                  </a:schemeClr>
                </a:solidFill>
                <a:latin typeface="Arial" panose="020B0604020202020204" pitchFamily="34" charset="0"/>
              </a:rPr>
              <a:t>interactions entre utilisateurs</a:t>
            </a:r>
            <a:endParaRPr lang="fr-FR" altLang="fr-FR" dirty="0">
              <a:solidFill>
                <a:schemeClr val="bg1">
                  <a:lumMod val="10000"/>
                </a:schemeClr>
              </a:solidFill>
              <a:latin typeface="Arial" panose="020B0604020202020204" pitchFamily="34" charset="0"/>
            </a:endParaRPr>
          </a:p>
          <a:p>
            <a:pPr lvl="0" eaLnBrk="0" fontAlgn="base" hangingPunct="0">
              <a:spcBef>
                <a:spcPct val="0"/>
              </a:spcBef>
              <a:spcAft>
                <a:spcPct val="0"/>
              </a:spcAft>
              <a:buClrTx/>
              <a:buFontTx/>
              <a:buChar char="•"/>
            </a:pPr>
            <a:r>
              <a:rPr lang="fr-FR" altLang="fr-FR" dirty="0">
                <a:solidFill>
                  <a:schemeClr val="bg1">
                    <a:lumMod val="10000"/>
                  </a:schemeClr>
                </a:solidFill>
                <a:latin typeface="Arial" panose="020B0604020202020204" pitchFamily="34" charset="0"/>
              </a:rPr>
              <a:t>Détecter les </a:t>
            </a:r>
            <a:r>
              <a:rPr lang="fr-FR" altLang="fr-FR" b="1" dirty="0">
                <a:solidFill>
                  <a:schemeClr val="bg1">
                    <a:lumMod val="10000"/>
                  </a:schemeClr>
                </a:solidFill>
                <a:latin typeface="Arial" panose="020B0604020202020204" pitchFamily="34" charset="0"/>
              </a:rPr>
              <a:t>communautés</a:t>
            </a:r>
            <a:r>
              <a:rPr lang="fr-FR" altLang="fr-FR" dirty="0">
                <a:solidFill>
                  <a:schemeClr val="bg1">
                    <a:lumMod val="10000"/>
                  </a:schemeClr>
                </a:solidFill>
                <a:latin typeface="Arial" panose="020B0604020202020204" pitchFamily="34" charset="0"/>
              </a:rPr>
              <a:t> et les </a:t>
            </a:r>
            <a:r>
              <a:rPr lang="fr-FR" altLang="fr-FR" b="1" dirty="0">
                <a:solidFill>
                  <a:schemeClr val="bg1">
                    <a:lumMod val="10000"/>
                  </a:schemeClr>
                </a:solidFill>
                <a:latin typeface="Arial" panose="020B0604020202020204" pitchFamily="34" charset="0"/>
              </a:rPr>
              <a:t>utilisateurs influents</a:t>
            </a:r>
            <a:endParaRPr lang="fr-FR" altLang="fr-FR" dirty="0">
              <a:solidFill>
                <a:schemeClr val="bg1">
                  <a:lumMod val="10000"/>
                </a:schemeClr>
              </a:solidFill>
              <a:latin typeface="Arial" panose="020B0604020202020204" pitchFamily="34" charset="0"/>
            </a:endParaRPr>
          </a:p>
          <a:p>
            <a:pPr lvl="0" eaLnBrk="0" fontAlgn="base" hangingPunct="0">
              <a:spcBef>
                <a:spcPct val="0"/>
              </a:spcBef>
              <a:spcAft>
                <a:spcPct val="0"/>
              </a:spcAft>
              <a:buClrTx/>
              <a:buFontTx/>
              <a:buChar char="•"/>
            </a:pPr>
            <a:r>
              <a:rPr lang="fr-FR" altLang="fr-FR" dirty="0">
                <a:solidFill>
                  <a:schemeClr val="bg1">
                    <a:lumMod val="10000"/>
                  </a:schemeClr>
                </a:solidFill>
                <a:latin typeface="Arial" panose="020B0604020202020204" pitchFamily="34" charset="0"/>
              </a:rPr>
              <a:t>Extraire des </a:t>
            </a:r>
            <a:r>
              <a:rPr lang="fr-FR" altLang="fr-FR" b="1" dirty="0">
                <a:solidFill>
                  <a:schemeClr val="bg1">
                    <a:lumMod val="10000"/>
                  </a:schemeClr>
                </a:solidFill>
                <a:latin typeface="Arial" panose="020B0604020202020204" pitchFamily="34" charset="0"/>
              </a:rPr>
              <a:t>indicateurs analytiques</a:t>
            </a:r>
            <a:r>
              <a:rPr lang="fr-FR" altLang="fr-FR" dirty="0">
                <a:solidFill>
                  <a:schemeClr val="bg1">
                    <a:lumMod val="10000"/>
                  </a:schemeClr>
                </a:solidFill>
                <a:latin typeface="Arial" panose="020B0604020202020204" pitchFamily="34" charset="0"/>
              </a:rPr>
              <a:t> pour comprendre la dynamique des conversations</a:t>
            </a:r>
          </a:p>
          <a:p>
            <a:endParaRPr lang="fr-FR" dirty="0"/>
          </a:p>
        </p:txBody>
      </p:sp>
      <p:sp>
        <p:nvSpPr>
          <p:cNvPr id="7" name="ZoneTexte 6">
            <a:extLst>
              <a:ext uri="{FF2B5EF4-FFF2-40B4-BE49-F238E27FC236}">
                <a16:creationId xmlns:a16="http://schemas.microsoft.com/office/drawing/2014/main" id="{ABC58545-643F-818A-4EA4-9618385A7FFC}"/>
              </a:ext>
            </a:extLst>
          </p:cNvPr>
          <p:cNvSpPr txBox="1"/>
          <p:nvPr/>
        </p:nvSpPr>
        <p:spPr>
          <a:xfrm>
            <a:off x="514350" y="2063908"/>
            <a:ext cx="3670300" cy="400110"/>
          </a:xfrm>
          <a:prstGeom prst="rect">
            <a:avLst/>
          </a:prstGeom>
          <a:noFill/>
        </p:spPr>
        <p:txBody>
          <a:bodyPr wrap="square" rtlCol="0">
            <a:spAutoFit/>
          </a:bodyPr>
          <a:lstStyle/>
          <a:p>
            <a:r>
              <a:rPr lang="fr-FR" sz="2000" b="1" dirty="0"/>
              <a:t>Objectifs spécifiques</a:t>
            </a:r>
          </a:p>
        </p:txBody>
      </p:sp>
    </p:spTree>
    <p:extLst>
      <p:ext uri="{BB962C8B-B14F-4D97-AF65-F5344CB8AC3E}">
        <p14:creationId xmlns:p14="http://schemas.microsoft.com/office/powerpoint/2010/main" val="42162987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60">
          <a:extLst>
            <a:ext uri="{FF2B5EF4-FFF2-40B4-BE49-F238E27FC236}">
              <a16:creationId xmlns:a16="http://schemas.microsoft.com/office/drawing/2014/main" id="{852A4611-6471-4919-9015-1BAE8708AE41}"/>
            </a:ext>
          </a:extLst>
        </p:cNvPr>
        <p:cNvGrpSpPr/>
        <p:nvPr/>
      </p:nvGrpSpPr>
      <p:grpSpPr>
        <a:xfrm>
          <a:off x="0" y="0"/>
          <a:ext cx="0" cy="0"/>
          <a:chOff x="0" y="0"/>
          <a:chExt cx="0" cy="0"/>
        </a:xfrm>
      </p:grpSpPr>
      <p:sp>
        <p:nvSpPr>
          <p:cNvPr id="2361" name="Google Shape;2361;p39">
            <a:extLst>
              <a:ext uri="{FF2B5EF4-FFF2-40B4-BE49-F238E27FC236}">
                <a16:creationId xmlns:a16="http://schemas.microsoft.com/office/drawing/2014/main" id="{3788233F-443A-4BC2-49C4-34F0F5064275}"/>
              </a:ext>
            </a:extLst>
          </p:cNvPr>
          <p:cNvSpPr txBox="1">
            <a:spLocks noGrp="1"/>
          </p:cNvSpPr>
          <p:nvPr>
            <p:ph type="title"/>
          </p:nvPr>
        </p:nvSpPr>
        <p:spPr>
          <a:xfrm>
            <a:off x="709605" y="2763975"/>
            <a:ext cx="7431860" cy="1050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Presentation de Bluesky</a:t>
            </a:r>
            <a:endParaRPr dirty="0"/>
          </a:p>
        </p:txBody>
      </p:sp>
      <p:sp>
        <p:nvSpPr>
          <p:cNvPr id="2362" name="Google Shape;2362;p39">
            <a:extLst>
              <a:ext uri="{FF2B5EF4-FFF2-40B4-BE49-F238E27FC236}">
                <a16:creationId xmlns:a16="http://schemas.microsoft.com/office/drawing/2014/main" id="{1F19EE39-AA17-0E3F-1267-B98AE506BEAA}"/>
              </a:ext>
            </a:extLst>
          </p:cNvPr>
          <p:cNvSpPr txBox="1">
            <a:spLocks noGrp="1"/>
          </p:cNvSpPr>
          <p:nvPr>
            <p:ph type="title" idx="2"/>
          </p:nvPr>
        </p:nvSpPr>
        <p:spPr>
          <a:xfrm>
            <a:off x="709618" y="1328925"/>
            <a:ext cx="1626600" cy="1286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04</a:t>
            </a:r>
            <a:endParaRPr dirty="0"/>
          </a:p>
        </p:txBody>
      </p:sp>
      <p:cxnSp>
        <p:nvCxnSpPr>
          <p:cNvPr id="2363" name="Google Shape;2363;p39">
            <a:extLst>
              <a:ext uri="{FF2B5EF4-FFF2-40B4-BE49-F238E27FC236}">
                <a16:creationId xmlns:a16="http://schemas.microsoft.com/office/drawing/2014/main" id="{BC84B627-6112-EDF7-B376-FF3DE8F7C7AE}"/>
              </a:ext>
            </a:extLst>
          </p:cNvPr>
          <p:cNvCxnSpPr/>
          <p:nvPr/>
        </p:nvCxnSpPr>
        <p:spPr>
          <a:xfrm rot="10800000">
            <a:off x="-866282" y="2763975"/>
            <a:ext cx="2389200" cy="0"/>
          </a:xfrm>
          <a:prstGeom prst="straightConnector1">
            <a:avLst/>
          </a:prstGeom>
          <a:noFill/>
          <a:ln w="9525" cap="flat" cmpd="sng">
            <a:solidFill>
              <a:schemeClr val="dk1"/>
            </a:solidFill>
            <a:prstDash val="solid"/>
            <a:round/>
            <a:headEnd type="none" w="med" len="med"/>
            <a:tailEnd type="none" w="med" len="med"/>
          </a:ln>
        </p:spPr>
      </p:cxnSp>
      <p:grpSp>
        <p:nvGrpSpPr>
          <p:cNvPr id="2365" name="Google Shape;2365;p39">
            <a:extLst>
              <a:ext uri="{FF2B5EF4-FFF2-40B4-BE49-F238E27FC236}">
                <a16:creationId xmlns:a16="http://schemas.microsoft.com/office/drawing/2014/main" id="{4FAD58C7-BB41-C4DC-E5D6-0CEE4B2C7858}"/>
              </a:ext>
            </a:extLst>
          </p:cNvPr>
          <p:cNvGrpSpPr/>
          <p:nvPr/>
        </p:nvGrpSpPr>
        <p:grpSpPr>
          <a:xfrm rot="5400000">
            <a:off x="1814964" y="-1292741"/>
            <a:ext cx="3689134" cy="3227984"/>
            <a:chOff x="1067625" y="-1658125"/>
            <a:chExt cx="2887550" cy="2526600"/>
          </a:xfrm>
        </p:grpSpPr>
        <p:sp>
          <p:nvSpPr>
            <p:cNvPr id="2366" name="Google Shape;2366;p39">
              <a:extLst>
                <a:ext uri="{FF2B5EF4-FFF2-40B4-BE49-F238E27FC236}">
                  <a16:creationId xmlns:a16="http://schemas.microsoft.com/office/drawing/2014/main" id="{2BC9E2F0-1F1C-C0EC-CF3F-260FC3ADCC3B}"/>
                </a:ext>
              </a:extLst>
            </p:cNvPr>
            <p:cNvSpPr/>
            <p:nvPr/>
          </p:nvSpPr>
          <p:spPr>
            <a:xfrm>
              <a:off x="1067625" y="-1658125"/>
              <a:ext cx="2887550" cy="2526600"/>
            </a:xfrm>
            <a:custGeom>
              <a:avLst/>
              <a:gdLst/>
              <a:ahLst/>
              <a:cxnLst/>
              <a:rect l="l" t="t" r="r" b="b"/>
              <a:pathLst>
                <a:path w="115502" h="101064" extrusionOk="0">
                  <a:moveTo>
                    <a:pt x="49765" y="12202"/>
                  </a:moveTo>
                  <a:lnTo>
                    <a:pt x="49893" y="12585"/>
                  </a:lnTo>
                  <a:lnTo>
                    <a:pt x="50148" y="12905"/>
                  </a:lnTo>
                  <a:lnTo>
                    <a:pt x="50468" y="13097"/>
                  </a:lnTo>
                  <a:lnTo>
                    <a:pt x="50659" y="13160"/>
                  </a:lnTo>
                  <a:lnTo>
                    <a:pt x="50851" y="13224"/>
                  </a:lnTo>
                  <a:lnTo>
                    <a:pt x="51107" y="13160"/>
                  </a:lnTo>
                  <a:lnTo>
                    <a:pt x="51298" y="13097"/>
                  </a:lnTo>
                  <a:lnTo>
                    <a:pt x="56601" y="22232"/>
                  </a:lnTo>
                  <a:lnTo>
                    <a:pt x="56409" y="22423"/>
                  </a:lnTo>
                  <a:lnTo>
                    <a:pt x="56281" y="22615"/>
                  </a:lnTo>
                  <a:lnTo>
                    <a:pt x="56153" y="22871"/>
                  </a:lnTo>
                  <a:lnTo>
                    <a:pt x="56153" y="23126"/>
                  </a:lnTo>
                  <a:lnTo>
                    <a:pt x="56153" y="23382"/>
                  </a:lnTo>
                  <a:lnTo>
                    <a:pt x="56281" y="23637"/>
                  </a:lnTo>
                  <a:lnTo>
                    <a:pt x="56409" y="23829"/>
                  </a:lnTo>
                  <a:lnTo>
                    <a:pt x="56601" y="24021"/>
                  </a:lnTo>
                  <a:lnTo>
                    <a:pt x="51298" y="33156"/>
                  </a:lnTo>
                  <a:lnTo>
                    <a:pt x="51107" y="33092"/>
                  </a:lnTo>
                  <a:lnTo>
                    <a:pt x="50659" y="33092"/>
                  </a:lnTo>
                  <a:lnTo>
                    <a:pt x="50468" y="33156"/>
                  </a:lnTo>
                  <a:lnTo>
                    <a:pt x="50148" y="33347"/>
                  </a:lnTo>
                  <a:lnTo>
                    <a:pt x="49893" y="33667"/>
                  </a:lnTo>
                  <a:lnTo>
                    <a:pt x="49765" y="34050"/>
                  </a:lnTo>
                  <a:lnTo>
                    <a:pt x="39224" y="34050"/>
                  </a:lnTo>
                  <a:lnTo>
                    <a:pt x="39097" y="33667"/>
                  </a:lnTo>
                  <a:lnTo>
                    <a:pt x="38841" y="33347"/>
                  </a:lnTo>
                  <a:lnTo>
                    <a:pt x="38522" y="33156"/>
                  </a:lnTo>
                  <a:lnTo>
                    <a:pt x="38330" y="33092"/>
                  </a:lnTo>
                  <a:lnTo>
                    <a:pt x="37883" y="33092"/>
                  </a:lnTo>
                  <a:lnTo>
                    <a:pt x="37691" y="33156"/>
                  </a:lnTo>
                  <a:lnTo>
                    <a:pt x="32261" y="23765"/>
                  </a:lnTo>
                  <a:lnTo>
                    <a:pt x="32517" y="23637"/>
                  </a:lnTo>
                  <a:lnTo>
                    <a:pt x="32708" y="23382"/>
                  </a:lnTo>
                  <a:lnTo>
                    <a:pt x="32836" y="23126"/>
                  </a:lnTo>
                  <a:lnTo>
                    <a:pt x="32836" y="22807"/>
                  </a:lnTo>
                  <a:lnTo>
                    <a:pt x="32836" y="22615"/>
                  </a:lnTo>
                  <a:lnTo>
                    <a:pt x="32772" y="22360"/>
                  </a:lnTo>
                  <a:lnTo>
                    <a:pt x="32644" y="22168"/>
                  </a:lnTo>
                  <a:lnTo>
                    <a:pt x="32517" y="22040"/>
                  </a:lnTo>
                  <a:lnTo>
                    <a:pt x="37691" y="13097"/>
                  </a:lnTo>
                  <a:lnTo>
                    <a:pt x="37883" y="13160"/>
                  </a:lnTo>
                  <a:lnTo>
                    <a:pt x="38138" y="13224"/>
                  </a:lnTo>
                  <a:lnTo>
                    <a:pt x="38330" y="13160"/>
                  </a:lnTo>
                  <a:lnTo>
                    <a:pt x="38522" y="13097"/>
                  </a:lnTo>
                  <a:lnTo>
                    <a:pt x="38841" y="12905"/>
                  </a:lnTo>
                  <a:lnTo>
                    <a:pt x="39097" y="12585"/>
                  </a:lnTo>
                  <a:lnTo>
                    <a:pt x="39224" y="12202"/>
                  </a:lnTo>
                  <a:close/>
                  <a:moveTo>
                    <a:pt x="87967" y="12202"/>
                  </a:moveTo>
                  <a:lnTo>
                    <a:pt x="88031" y="12585"/>
                  </a:lnTo>
                  <a:lnTo>
                    <a:pt x="88287" y="12905"/>
                  </a:lnTo>
                  <a:lnTo>
                    <a:pt x="88606" y="13097"/>
                  </a:lnTo>
                  <a:lnTo>
                    <a:pt x="88798" y="13160"/>
                  </a:lnTo>
                  <a:lnTo>
                    <a:pt x="88989" y="13224"/>
                  </a:lnTo>
                  <a:lnTo>
                    <a:pt x="89245" y="13160"/>
                  </a:lnTo>
                  <a:lnTo>
                    <a:pt x="89437" y="13097"/>
                  </a:lnTo>
                  <a:lnTo>
                    <a:pt x="94803" y="22360"/>
                  </a:lnTo>
                  <a:lnTo>
                    <a:pt x="94675" y="22487"/>
                  </a:lnTo>
                  <a:lnTo>
                    <a:pt x="94547" y="22679"/>
                  </a:lnTo>
                  <a:lnTo>
                    <a:pt x="94483" y="22934"/>
                  </a:lnTo>
                  <a:lnTo>
                    <a:pt x="94483" y="23126"/>
                  </a:lnTo>
                  <a:lnTo>
                    <a:pt x="94483" y="23382"/>
                  </a:lnTo>
                  <a:lnTo>
                    <a:pt x="94547" y="23573"/>
                  </a:lnTo>
                  <a:lnTo>
                    <a:pt x="94675" y="23765"/>
                  </a:lnTo>
                  <a:lnTo>
                    <a:pt x="94803" y="23893"/>
                  </a:lnTo>
                  <a:lnTo>
                    <a:pt x="91864" y="29003"/>
                  </a:lnTo>
                  <a:lnTo>
                    <a:pt x="89437" y="33156"/>
                  </a:lnTo>
                  <a:lnTo>
                    <a:pt x="89245" y="33092"/>
                  </a:lnTo>
                  <a:lnTo>
                    <a:pt x="88798" y="33092"/>
                  </a:lnTo>
                  <a:lnTo>
                    <a:pt x="88606" y="33156"/>
                  </a:lnTo>
                  <a:lnTo>
                    <a:pt x="88287" y="33347"/>
                  </a:lnTo>
                  <a:lnTo>
                    <a:pt x="88031" y="33667"/>
                  </a:lnTo>
                  <a:lnTo>
                    <a:pt x="87967" y="34050"/>
                  </a:lnTo>
                  <a:lnTo>
                    <a:pt x="77363" y="34050"/>
                  </a:lnTo>
                  <a:lnTo>
                    <a:pt x="77235" y="33667"/>
                  </a:lnTo>
                  <a:lnTo>
                    <a:pt x="77043" y="33347"/>
                  </a:lnTo>
                  <a:lnTo>
                    <a:pt x="76660" y="33156"/>
                  </a:lnTo>
                  <a:lnTo>
                    <a:pt x="76468" y="33092"/>
                  </a:lnTo>
                  <a:lnTo>
                    <a:pt x="76085" y="33092"/>
                  </a:lnTo>
                  <a:lnTo>
                    <a:pt x="75829" y="33156"/>
                  </a:lnTo>
                  <a:lnTo>
                    <a:pt x="70527" y="24021"/>
                  </a:lnTo>
                  <a:lnTo>
                    <a:pt x="70719" y="23829"/>
                  </a:lnTo>
                  <a:lnTo>
                    <a:pt x="70910" y="23637"/>
                  </a:lnTo>
                  <a:lnTo>
                    <a:pt x="70974" y="23382"/>
                  </a:lnTo>
                  <a:lnTo>
                    <a:pt x="71038" y="23126"/>
                  </a:lnTo>
                  <a:lnTo>
                    <a:pt x="70974" y="22871"/>
                  </a:lnTo>
                  <a:lnTo>
                    <a:pt x="70910" y="22615"/>
                  </a:lnTo>
                  <a:lnTo>
                    <a:pt x="70719" y="22423"/>
                  </a:lnTo>
                  <a:lnTo>
                    <a:pt x="70527" y="22232"/>
                  </a:lnTo>
                  <a:lnTo>
                    <a:pt x="75702" y="13352"/>
                  </a:lnTo>
                  <a:lnTo>
                    <a:pt x="75829" y="13097"/>
                  </a:lnTo>
                  <a:lnTo>
                    <a:pt x="76085" y="13160"/>
                  </a:lnTo>
                  <a:lnTo>
                    <a:pt x="76277" y="13224"/>
                  </a:lnTo>
                  <a:lnTo>
                    <a:pt x="76468" y="13160"/>
                  </a:lnTo>
                  <a:lnTo>
                    <a:pt x="76660" y="13097"/>
                  </a:lnTo>
                  <a:lnTo>
                    <a:pt x="77043" y="12905"/>
                  </a:lnTo>
                  <a:lnTo>
                    <a:pt x="77235" y="12585"/>
                  </a:lnTo>
                  <a:lnTo>
                    <a:pt x="77363" y="12202"/>
                  </a:lnTo>
                  <a:close/>
                  <a:moveTo>
                    <a:pt x="68866" y="23254"/>
                  </a:moveTo>
                  <a:lnTo>
                    <a:pt x="68994" y="23637"/>
                  </a:lnTo>
                  <a:lnTo>
                    <a:pt x="69186" y="23957"/>
                  </a:lnTo>
                  <a:lnTo>
                    <a:pt x="69569" y="24148"/>
                  </a:lnTo>
                  <a:lnTo>
                    <a:pt x="69761" y="24212"/>
                  </a:lnTo>
                  <a:lnTo>
                    <a:pt x="70144" y="24212"/>
                  </a:lnTo>
                  <a:lnTo>
                    <a:pt x="70399" y="24084"/>
                  </a:lnTo>
                  <a:lnTo>
                    <a:pt x="75702" y="33284"/>
                  </a:lnTo>
                  <a:lnTo>
                    <a:pt x="75510" y="33411"/>
                  </a:lnTo>
                  <a:lnTo>
                    <a:pt x="75318" y="33667"/>
                  </a:lnTo>
                  <a:lnTo>
                    <a:pt x="75255" y="33858"/>
                  </a:lnTo>
                  <a:lnTo>
                    <a:pt x="75191" y="34178"/>
                  </a:lnTo>
                  <a:lnTo>
                    <a:pt x="75255" y="34433"/>
                  </a:lnTo>
                  <a:lnTo>
                    <a:pt x="75318" y="34625"/>
                  </a:lnTo>
                  <a:lnTo>
                    <a:pt x="75510" y="34881"/>
                  </a:lnTo>
                  <a:lnTo>
                    <a:pt x="75702" y="35008"/>
                  </a:lnTo>
                  <a:lnTo>
                    <a:pt x="75446" y="35392"/>
                  </a:lnTo>
                  <a:lnTo>
                    <a:pt x="70463" y="44080"/>
                  </a:lnTo>
                  <a:lnTo>
                    <a:pt x="70080" y="44080"/>
                  </a:lnTo>
                  <a:lnTo>
                    <a:pt x="69888" y="44144"/>
                  </a:lnTo>
                  <a:lnTo>
                    <a:pt x="69505" y="44335"/>
                  </a:lnTo>
                  <a:lnTo>
                    <a:pt x="69313" y="44655"/>
                  </a:lnTo>
                  <a:lnTo>
                    <a:pt x="69186" y="45038"/>
                  </a:lnTo>
                  <a:lnTo>
                    <a:pt x="58325" y="45038"/>
                  </a:lnTo>
                  <a:lnTo>
                    <a:pt x="58198" y="44655"/>
                  </a:lnTo>
                  <a:lnTo>
                    <a:pt x="57942" y="44335"/>
                  </a:lnTo>
                  <a:lnTo>
                    <a:pt x="57623" y="44144"/>
                  </a:lnTo>
                  <a:lnTo>
                    <a:pt x="57431" y="44080"/>
                  </a:lnTo>
                  <a:lnTo>
                    <a:pt x="56984" y="44080"/>
                  </a:lnTo>
                  <a:lnTo>
                    <a:pt x="56792" y="44208"/>
                  </a:lnTo>
                  <a:lnTo>
                    <a:pt x="51490" y="35008"/>
                  </a:lnTo>
                  <a:lnTo>
                    <a:pt x="51682" y="34881"/>
                  </a:lnTo>
                  <a:lnTo>
                    <a:pt x="51809" y="34625"/>
                  </a:lnTo>
                  <a:lnTo>
                    <a:pt x="51873" y="34433"/>
                  </a:lnTo>
                  <a:lnTo>
                    <a:pt x="51937" y="34178"/>
                  </a:lnTo>
                  <a:lnTo>
                    <a:pt x="51873" y="33858"/>
                  </a:lnTo>
                  <a:lnTo>
                    <a:pt x="51809" y="33667"/>
                  </a:lnTo>
                  <a:lnTo>
                    <a:pt x="51682" y="33411"/>
                  </a:lnTo>
                  <a:lnTo>
                    <a:pt x="51490" y="33284"/>
                  </a:lnTo>
                  <a:lnTo>
                    <a:pt x="56792" y="24084"/>
                  </a:lnTo>
                  <a:lnTo>
                    <a:pt x="56984" y="24148"/>
                  </a:lnTo>
                  <a:lnTo>
                    <a:pt x="57239" y="24212"/>
                  </a:lnTo>
                  <a:lnTo>
                    <a:pt x="57431" y="24148"/>
                  </a:lnTo>
                  <a:lnTo>
                    <a:pt x="57623" y="24148"/>
                  </a:lnTo>
                  <a:lnTo>
                    <a:pt x="57942" y="23893"/>
                  </a:lnTo>
                  <a:lnTo>
                    <a:pt x="58198" y="23637"/>
                  </a:lnTo>
                  <a:lnTo>
                    <a:pt x="58262" y="23254"/>
                  </a:lnTo>
                  <a:close/>
                  <a:moveTo>
                    <a:pt x="87967" y="34242"/>
                  </a:moveTo>
                  <a:lnTo>
                    <a:pt x="88031" y="34625"/>
                  </a:lnTo>
                  <a:lnTo>
                    <a:pt x="88287" y="34944"/>
                  </a:lnTo>
                  <a:lnTo>
                    <a:pt x="88606" y="35136"/>
                  </a:lnTo>
                  <a:lnTo>
                    <a:pt x="88798" y="35200"/>
                  </a:lnTo>
                  <a:lnTo>
                    <a:pt x="89245" y="35200"/>
                  </a:lnTo>
                  <a:lnTo>
                    <a:pt x="89437" y="35136"/>
                  </a:lnTo>
                  <a:lnTo>
                    <a:pt x="91034" y="37819"/>
                  </a:lnTo>
                  <a:lnTo>
                    <a:pt x="94803" y="44399"/>
                  </a:lnTo>
                  <a:lnTo>
                    <a:pt x="94675" y="44527"/>
                  </a:lnTo>
                  <a:lnTo>
                    <a:pt x="94547" y="44719"/>
                  </a:lnTo>
                  <a:lnTo>
                    <a:pt x="94483" y="44910"/>
                  </a:lnTo>
                  <a:lnTo>
                    <a:pt x="94483" y="45166"/>
                  </a:lnTo>
                  <a:lnTo>
                    <a:pt x="94483" y="45357"/>
                  </a:lnTo>
                  <a:lnTo>
                    <a:pt x="94547" y="45613"/>
                  </a:lnTo>
                  <a:lnTo>
                    <a:pt x="94675" y="45805"/>
                  </a:lnTo>
                  <a:lnTo>
                    <a:pt x="94803" y="45932"/>
                  </a:lnTo>
                  <a:lnTo>
                    <a:pt x="89437" y="55195"/>
                  </a:lnTo>
                  <a:lnTo>
                    <a:pt x="89245" y="55132"/>
                  </a:lnTo>
                  <a:lnTo>
                    <a:pt x="88989" y="55068"/>
                  </a:lnTo>
                  <a:lnTo>
                    <a:pt x="88798" y="55132"/>
                  </a:lnTo>
                  <a:lnTo>
                    <a:pt x="88606" y="55195"/>
                  </a:lnTo>
                  <a:lnTo>
                    <a:pt x="88287" y="55387"/>
                  </a:lnTo>
                  <a:lnTo>
                    <a:pt x="88031" y="55706"/>
                  </a:lnTo>
                  <a:lnTo>
                    <a:pt x="87967" y="56090"/>
                  </a:lnTo>
                  <a:lnTo>
                    <a:pt x="77363" y="56090"/>
                  </a:lnTo>
                  <a:lnTo>
                    <a:pt x="77235" y="55706"/>
                  </a:lnTo>
                  <a:lnTo>
                    <a:pt x="77043" y="55387"/>
                  </a:lnTo>
                  <a:lnTo>
                    <a:pt x="76660" y="55195"/>
                  </a:lnTo>
                  <a:lnTo>
                    <a:pt x="76468" y="55132"/>
                  </a:lnTo>
                  <a:lnTo>
                    <a:pt x="76277" y="55068"/>
                  </a:lnTo>
                  <a:lnTo>
                    <a:pt x="76085" y="55132"/>
                  </a:lnTo>
                  <a:lnTo>
                    <a:pt x="75893" y="55195"/>
                  </a:lnTo>
                  <a:lnTo>
                    <a:pt x="75702" y="55259"/>
                  </a:lnTo>
                  <a:lnTo>
                    <a:pt x="75510" y="55387"/>
                  </a:lnTo>
                  <a:lnTo>
                    <a:pt x="75382" y="55579"/>
                  </a:lnTo>
                  <a:lnTo>
                    <a:pt x="75318" y="55770"/>
                  </a:lnTo>
                  <a:lnTo>
                    <a:pt x="75255" y="55962"/>
                  </a:lnTo>
                  <a:lnTo>
                    <a:pt x="75191" y="56154"/>
                  </a:lnTo>
                  <a:lnTo>
                    <a:pt x="75255" y="56409"/>
                  </a:lnTo>
                  <a:lnTo>
                    <a:pt x="75318" y="56665"/>
                  </a:lnTo>
                  <a:lnTo>
                    <a:pt x="75510" y="56920"/>
                  </a:lnTo>
                  <a:lnTo>
                    <a:pt x="75702" y="57048"/>
                  </a:lnTo>
                  <a:lnTo>
                    <a:pt x="70336" y="66311"/>
                  </a:lnTo>
                  <a:lnTo>
                    <a:pt x="70144" y="66247"/>
                  </a:lnTo>
                  <a:lnTo>
                    <a:pt x="69888" y="66247"/>
                  </a:lnTo>
                  <a:lnTo>
                    <a:pt x="69505" y="66311"/>
                  </a:lnTo>
                  <a:lnTo>
                    <a:pt x="69186" y="66503"/>
                  </a:lnTo>
                  <a:lnTo>
                    <a:pt x="68994" y="66758"/>
                  </a:lnTo>
                  <a:lnTo>
                    <a:pt x="68866" y="67078"/>
                  </a:lnTo>
                  <a:lnTo>
                    <a:pt x="58325" y="67078"/>
                  </a:lnTo>
                  <a:lnTo>
                    <a:pt x="58198" y="66758"/>
                  </a:lnTo>
                  <a:lnTo>
                    <a:pt x="57942" y="66503"/>
                  </a:lnTo>
                  <a:lnTo>
                    <a:pt x="57623" y="66311"/>
                  </a:lnTo>
                  <a:lnTo>
                    <a:pt x="57303" y="66247"/>
                  </a:lnTo>
                  <a:lnTo>
                    <a:pt x="57048" y="66247"/>
                  </a:lnTo>
                  <a:lnTo>
                    <a:pt x="56856" y="66311"/>
                  </a:lnTo>
                  <a:lnTo>
                    <a:pt x="56664" y="66439"/>
                  </a:lnTo>
                  <a:lnTo>
                    <a:pt x="56537" y="66567"/>
                  </a:lnTo>
                  <a:lnTo>
                    <a:pt x="56409" y="66694"/>
                  </a:lnTo>
                  <a:lnTo>
                    <a:pt x="56281" y="66886"/>
                  </a:lnTo>
                  <a:lnTo>
                    <a:pt x="56217" y="67078"/>
                  </a:lnTo>
                  <a:lnTo>
                    <a:pt x="56217" y="67333"/>
                  </a:lnTo>
                  <a:lnTo>
                    <a:pt x="56217" y="67525"/>
                  </a:lnTo>
                  <a:lnTo>
                    <a:pt x="56281" y="67780"/>
                  </a:lnTo>
                  <a:lnTo>
                    <a:pt x="56409" y="67972"/>
                  </a:lnTo>
                  <a:lnTo>
                    <a:pt x="56537" y="68100"/>
                  </a:lnTo>
                  <a:lnTo>
                    <a:pt x="53534" y="73402"/>
                  </a:lnTo>
                  <a:lnTo>
                    <a:pt x="51298" y="77235"/>
                  </a:lnTo>
                  <a:lnTo>
                    <a:pt x="51107" y="77171"/>
                  </a:lnTo>
                  <a:lnTo>
                    <a:pt x="50851" y="77107"/>
                  </a:lnTo>
                  <a:lnTo>
                    <a:pt x="50659" y="77171"/>
                  </a:lnTo>
                  <a:lnTo>
                    <a:pt x="50468" y="77171"/>
                  </a:lnTo>
                  <a:lnTo>
                    <a:pt x="50148" y="77427"/>
                  </a:lnTo>
                  <a:lnTo>
                    <a:pt x="49893" y="77682"/>
                  </a:lnTo>
                  <a:lnTo>
                    <a:pt x="49765" y="78065"/>
                  </a:lnTo>
                  <a:lnTo>
                    <a:pt x="39224" y="78065"/>
                  </a:lnTo>
                  <a:lnTo>
                    <a:pt x="39160" y="77682"/>
                  </a:lnTo>
                  <a:lnTo>
                    <a:pt x="38905" y="77427"/>
                  </a:lnTo>
                  <a:lnTo>
                    <a:pt x="38586" y="77171"/>
                  </a:lnTo>
                  <a:lnTo>
                    <a:pt x="38394" y="77171"/>
                  </a:lnTo>
                  <a:lnTo>
                    <a:pt x="38202" y="77107"/>
                  </a:lnTo>
                  <a:lnTo>
                    <a:pt x="37947" y="77171"/>
                  </a:lnTo>
                  <a:lnTo>
                    <a:pt x="37691" y="77235"/>
                  </a:lnTo>
                  <a:lnTo>
                    <a:pt x="32389" y="68036"/>
                  </a:lnTo>
                  <a:lnTo>
                    <a:pt x="32580" y="67908"/>
                  </a:lnTo>
                  <a:lnTo>
                    <a:pt x="32708" y="67716"/>
                  </a:lnTo>
                  <a:lnTo>
                    <a:pt x="32836" y="67461"/>
                  </a:lnTo>
                  <a:lnTo>
                    <a:pt x="32836" y="67205"/>
                  </a:lnTo>
                  <a:lnTo>
                    <a:pt x="32836" y="66950"/>
                  </a:lnTo>
                  <a:lnTo>
                    <a:pt x="32708" y="66694"/>
                  </a:lnTo>
                  <a:lnTo>
                    <a:pt x="32580" y="66503"/>
                  </a:lnTo>
                  <a:lnTo>
                    <a:pt x="32389" y="66311"/>
                  </a:lnTo>
                  <a:lnTo>
                    <a:pt x="37691" y="57176"/>
                  </a:lnTo>
                  <a:lnTo>
                    <a:pt x="37883" y="57240"/>
                  </a:lnTo>
                  <a:lnTo>
                    <a:pt x="38330" y="57240"/>
                  </a:lnTo>
                  <a:lnTo>
                    <a:pt x="38586" y="57176"/>
                  </a:lnTo>
                  <a:lnTo>
                    <a:pt x="38713" y="57048"/>
                  </a:lnTo>
                  <a:lnTo>
                    <a:pt x="38905" y="56920"/>
                  </a:lnTo>
                  <a:lnTo>
                    <a:pt x="39033" y="56792"/>
                  </a:lnTo>
                  <a:lnTo>
                    <a:pt x="39160" y="56601"/>
                  </a:lnTo>
                  <a:lnTo>
                    <a:pt x="39224" y="56409"/>
                  </a:lnTo>
                  <a:lnTo>
                    <a:pt x="39224" y="56154"/>
                  </a:lnTo>
                  <a:lnTo>
                    <a:pt x="39224" y="55962"/>
                  </a:lnTo>
                  <a:lnTo>
                    <a:pt x="39160" y="55770"/>
                  </a:lnTo>
                  <a:lnTo>
                    <a:pt x="39033" y="55579"/>
                  </a:lnTo>
                  <a:lnTo>
                    <a:pt x="38905" y="55387"/>
                  </a:lnTo>
                  <a:lnTo>
                    <a:pt x="38713" y="55259"/>
                  </a:lnTo>
                  <a:lnTo>
                    <a:pt x="38586" y="55195"/>
                  </a:lnTo>
                  <a:lnTo>
                    <a:pt x="38330" y="55132"/>
                  </a:lnTo>
                  <a:lnTo>
                    <a:pt x="38138" y="55068"/>
                  </a:lnTo>
                  <a:lnTo>
                    <a:pt x="37947" y="55132"/>
                  </a:lnTo>
                  <a:lnTo>
                    <a:pt x="37691" y="55195"/>
                  </a:lnTo>
                  <a:lnTo>
                    <a:pt x="37563" y="55259"/>
                  </a:lnTo>
                  <a:lnTo>
                    <a:pt x="37372" y="55387"/>
                  </a:lnTo>
                  <a:lnTo>
                    <a:pt x="37244" y="55579"/>
                  </a:lnTo>
                  <a:lnTo>
                    <a:pt x="37116" y="55770"/>
                  </a:lnTo>
                  <a:lnTo>
                    <a:pt x="37052" y="55962"/>
                  </a:lnTo>
                  <a:lnTo>
                    <a:pt x="37052" y="56154"/>
                  </a:lnTo>
                  <a:lnTo>
                    <a:pt x="37116" y="56409"/>
                  </a:lnTo>
                  <a:lnTo>
                    <a:pt x="37180" y="56665"/>
                  </a:lnTo>
                  <a:lnTo>
                    <a:pt x="37308" y="56856"/>
                  </a:lnTo>
                  <a:lnTo>
                    <a:pt x="37499" y="57048"/>
                  </a:lnTo>
                  <a:lnTo>
                    <a:pt x="32197" y="66183"/>
                  </a:lnTo>
                  <a:lnTo>
                    <a:pt x="32006" y="66119"/>
                  </a:lnTo>
                  <a:lnTo>
                    <a:pt x="31558" y="66119"/>
                  </a:lnTo>
                  <a:lnTo>
                    <a:pt x="31367" y="66183"/>
                  </a:lnTo>
                  <a:lnTo>
                    <a:pt x="31047" y="66375"/>
                  </a:lnTo>
                  <a:lnTo>
                    <a:pt x="30792" y="66694"/>
                  </a:lnTo>
                  <a:lnTo>
                    <a:pt x="30728" y="67078"/>
                  </a:lnTo>
                  <a:lnTo>
                    <a:pt x="20187" y="67078"/>
                  </a:lnTo>
                  <a:lnTo>
                    <a:pt x="20059" y="66694"/>
                  </a:lnTo>
                  <a:lnTo>
                    <a:pt x="19804" y="66375"/>
                  </a:lnTo>
                  <a:lnTo>
                    <a:pt x="19484" y="66183"/>
                  </a:lnTo>
                  <a:lnTo>
                    <a:pt x="19293" y="66119"/>
                  </a:lnTo>
                  <a:lnTo>
                    <a:pt x="18846" y="66119"/>
                  </a:lnTo>
                  <a:lnTo>
                    <a:pt x="18590" y="66247"/>
                  </a:lnTo>
                  <a:lnTo>
                    <a:pt x="13288" y="57048"/>
                  </a:lnTo>
                  <a:lnTo>
                    <a:pt x="13543" y="56856"/>
                  </a:lnTo>
                  <a:lnTo>
                    <a:pt x="13735" y="56601"/>
                  </a:lnTo>
                  <a:lnTo>
                    <a:pt x="13863" y="56345"/>
                  </a:lnTo>
                  <a:lnTo>
                    <a:pt x="13927" y="56026"/>
                  </a:lnTo>
                  <a:lnTo>
                    <a:pt x="13927" y="55770"/>
                  </a:lnTo>
                  <a:lnTo>
                    <a:pt x="13799" y="55515"/>
                  </a:lnTo>
                  <a:lnTo>
                    <a:pt x="13607" y="55259"/>
                  </a:lnTo>
                  <a:lnTo>
                    <a:pt x="13415" y="55132"/>
                  </a:lnTo>
                  <a:lnTo>
                    <a:pt x="18654" y="46060"/>
                  </a:lnTo>
                  <a:lnTo>
                    <a:pt x="18973" y="46124"/>
                  </a:lnTo>
                  <a:lnTo>
                    <a:pt x="19357" y="46060"/>
                  </a:lnTo>
                  <a:lnTo>
                    <a:pt x="19676" y="45868"/>
                  </a:lnTo>
                  <a:lnTo>
                    <a:pt x="19932" y="45613"/>
                  </a:lnTo>
                  <a:lnTo>
                    <a:pt x="20059" y="45230"/>
                  </a:lnTo>
                  <a:lnTo>
                    <a:pt x="30728" y="45230"/>
                  </a:lnTo>
                  <a:lnTo>
                    <a:pt x="30792" y="45613"/>
                  </a:lnTo>
                  <a:lnTo>
                    <a:pt x="31047" y="45932"/>
                  </a:lnTo>
                  <a:lnTo>
                    <a:pt x="31367" y="46124"/>
                  </a:lnTo>
                  <a:lnTo>
                    <a:pt x="31558" y="46188"/>
                  </a:lnTo>
                  <a:lnTo>
                    <a:pt x="31750" y="46252"/>
                  </a:lnTo>
                  <a:lnTo>
                    <a:pt x="32006" y="46188"/>
                  </a:lnTo>
                  <a:lnTo>
                    <a:pt x="32197" y="46124"/>
                  </a:lnTo>
                  <a:lnTo>
                    <a:pt x="32389" y="46060"/>
                  </a:lnTo>
                  <a:lnTo>
                    <a:pt x="32517" y="45932"/>
                  </a:lnTo>
                  <a:lnTo>
                    <a:pt x="32644" y="45741"/>
                  </a:lnTo>
                  <a:lnTo>
                    <a:pt x="32772" y="45549"/>
                  </a:lnTo>
                  <a:lnTo>
                    <a:pt x="32836" y="45357"/>
                  </a:lnTo>
                  <a:lnTo>
                    <a:pt x="32836" y="45166"/>
                  </a:lnTo>
                  <a:lnTo>
                    <a:pt x="32836" y="44910"/>
                  </a:lnTo>
                  <a:lnTo>
                    <a:pt x="32708" y="44655"/>
                  </a:lnTo>
                  <a:lnTo>
                    <a:pt x="32580" y="44463"/>
                  </a:lnTo>
                  <a:lnTo>
                    <a:pt x="32389" y="44271"/>
                  </a:lnTo>
                  <a:lnTo>
                    <a:pt x="37372" y="35647"/>
                  </a:lnTo>
                  <a:lnTo>
                    <a:pt x="37691" y="35136"/>
                  </a:lnTo>
                  <a:lnTo>
                    <a:pt x="37883" y="35200"/>
                  </a:lnTo>
                  <a:lnTo>
                    <a:pt x="38330" y="35200"/>
                  </a:lnTo>
                  <a:lnTo>
                    <a:pt x="38522" y="35136"/>
                  </a:lnTo>
                  <a:lnTo>
                    <a:pt x="38841" y="34944"/>
                  </a:lnTo>
                  <a:lnTo>
                    <a:pt x="39097" y="34625"/>
                  </a:lnTo>
                  <a:lnTo>
                    <a:pt x="39224" y="34242"/>
                  </a:lnTo>
                  <a:lnTo>
                    <a:pt x="49765" y="34242"/>
                  </a:lnTo>
                  <a:lnTo>
                    <a:pt x="49893" y="34625"/>
                  </a:lnTo>
                  <a:lnTo>
                    <a:pt x="50148" y="34944"/>
                  </a:lnTo>
                  <a:lnTo>
                    <a:pt x="50468" y="35136"/>
                  </a:lnTo>
                  <a:lnTo>
                    <a:pt x="50659" y="35200"/>
                  </a:lnTo>
                  <a:lnTo>
                    <a:pt x="51107" y="35200"/>
                  </a:lnTo>
                  <a:lnTo>
                    <a:pt x="51298" y="35136"/>
                  </a:lnTo>
                  <a:lnTo>
                    <a:pt x="56601" y="44271"/>
                  </a:lnTo>
                  <a:lnTo>
                    <a:pt x="56409" y="44463"/>
                  </a:lnTo>
                  <a:lnTo>
                    <a:pt x="56281" y="44655"/>
                  </a:lnTo>
                  <a:lnTo>
                    <a:pt x="56153" y="44910"/>
                  </a:lnTo>
                  <a:lnTo>
                    <a:pt x="56153" y="45166"/>
                  </a:lnTo>
                  <a:lnTo>
                    <a:pt x="56153" y="45357"/>
                  </a:lnTo>
                  <a:lnTo>
                    <a:pt x="56217" y="45613"/>
                  </a:lnTo>
                  <a:lnTo>
                    <a:pt x="56345" y="45741"/>
                  </a:lnTo>
                  <a:lnTo>
                    <a:pt x="56473" y="45932"/>
                  </a:lnTo>
                  <a:lnTo>
                    <a:pt x="56601" y="46060"/>
                  </a:lnTo>
                  <a:lnTo>
                    <a:pt x="56792" y="46188"/>
                  </a:lnTo>
                  <a:lnTo>
                    <a:pt x="56984" y="46252"/>
                  </a:lnTo>
                  <a:lnTo>
                    <a:pt x="57431" y="46252"/>
                  </a:lnTo>
                  <a:lnTo>
                    <a:pt x="57623" y="46188"/>
                  </a:lnTo>
                  <a:lnTo>
                    <a:pt x="57942" y="45932"/>
                  </a:lnTo>
                  <a:lnTo>
                    <a:pt x="58198" y="45677"/>
                  </a:lnTo>
                  <a:lnTo>
                    <a:pt x="58325" y="45230"/>
                  </a:lnTo>
                  <a:lnTo>
                    <a:pt x="69186" y="45230"/>
                  </a:lnTo>
                  <a:lnTo>
                    <a:pt x="69313" y="45677"/>
                  </a:lnTo>
                  <a:lnTo>
                    <a:pt x="69505" y="45932"/>
                  </a:lnTo>
                  <a:lnTo>
                    <a:pt x="69888" y="46188"/>
                  </a:lnTo>
                  <a:lnTo>
                    <a:pt x="70080" y="46252"/>
                  </a:lnTo>
                  <a:lnTo>
                    <a:pt x="70463" y="46252"/>
                  </a:lnTo>
                  <a:lnTo>
                    <a:pt x="70655" y="46188"/>
                  </a:lnTo>
                  <a:lnTo>
                    <a:pt x="70847" y="46060"/>
                  </a:lnTo>
                  <a:lnTo>
                    <a:pt x="71038" y="45932"/>
                  </a:lnTo>
                  <a:lnTo>
                    <a:pt x="71166" y="45741"/>
                  </a:lnTo>
                  <a:lnTo>
                    <a:pt x="71230" y="45613"/>
                  </a:lnTo>
                  <a:lnTo>
                    <a:pt x="71294" y="45357"/>
                  </a:lnTo>
                  <a:lnTo>
                    <a:pt x="71358" y="45166"/>
                  </a:lnTo>
                  <a:lnTo>
                    <a:pt x="71294" y="44846"/>
                  </a:lnTo>
                  <a:lnTo>
                    <a:pt x="71166" y="44527"/>
                  </a:lnTo>
                  <a:lnTo>
                    <a:pt x="70910" y="44335"/>
                  </a:lnTo>
                  <a:lnTo>
                    <a:pt x="70655" y="44144"/>
                  </a:lnTo>
                  <a:lnTo>
                    <a:pt x="71294" y="43058"/>
                  </a:lnTo>
                  <a:lnTo>
                    <a:pt x="75829" y="35136"/>
                  </a:lnTo>
                  <a:lnTo>
                    <a:pt x="76085" y="35200"/>
                  </a:lnTo>
                  <a:lnTo>
                    <a:pt x="76468" y="35200"/>
                  </a:lnTo>
                  <a:lnTo>
                    <a:pt x="76660" y="35136"/>
                  </a:lnTo>
                  <a:lnTo>
                    <a:pt x="77043" y="34944"/>
                  </a:lnTo>
                  <a:lnTo>
                    <a:pt x="77235" y="34625"/>
                  </a:lnTo>
                  <a:lnTo>
                    <a:pt x="77363" y="34242"/>
                  </a:lnTo>
                  <a:close/>
                  <a:moveTo>
                    <a:pt x="69952" y="1"/>
                  </a:moveTo>
                  <a:lnTo>
                    <a:pt x="69761" y="64"/>
                  </a:lnTo>
                  <a:lnTo>
                    <a:pt x="69569" y="128"/>
                  </a:lnTo>
                  <a:lnTo>
                    <a:pt x="69186" y="320"/>
                  </a:lnTo>
                  <a:lnTo>
                    <a:pt x="68994" y="639"/>
                  </a:lnTo>
                  <a:lnTo>
                    <a:pt x="68866" y="1023"/>
                  </a:lnTo>
                  <a:lnTo>
                    <a:pt x="57239" y="1023"/>
                  </a:lnTo>
                  <a:lnTo>
                    <a:pt x="57239" y="1214"/>
                  </a:lnTo>
                  <a:lnTo>
                    <a:pt x="68866" y="1214"/>
                  </a:lnTo>
                  <a:lnTo>
                    <a:pt x="68994" y="1598"/>
                  </a:lnTo>
                  <a:lnTo>
                    <a:pt x="69186" y="1917"/>
                  </a:lnTo>
                  <a:lnTo>
                    <a:pt x="69569" y="2109"/>
                  </a:lnTo>
                  <a:lnTo>
                    <a:pt x="69761" y="2173"/>
                  </a:lnTo>
                  <a:lnTo>
                    <a:pt x="70144" y="2173"/>
                  </a:lnTo>
                  <a:lnTo>
                    <a:pt x="70399" y="2109"/>
                  </a:lnTo>
                  <a:lnTo>
                    <a:pt x="75702" y="11244"/>
                  </a:lnTo>
                  <a:lnTo>
                    <a:pt x="75510" y="11436"/>
                  </a:lnTo>
                  <a:lnTo>
                    <a:pt x="75318" y="11627"/>
                  </a:lnTo>
                  <a:lnTo>
                    <a:pt x="75255" y="11883"/>
                  </a:lnTo>
                  <a:lnTo>
                    <a:pt x="75191" y="12138"/>
                  </a:lnTo>
                  <a:lnTo>
                    <a:pt x="75255" y="12394"/>
                  </a:lnTo>
                  <a:lnTo>
                    <a:pt x="75318" y="12649"/>
                  </a:lnTo>
                  <a:lnTo>
                    <a:pt x="75510" y="12841"/>
                  </a:lnTo>
                  <a:lnTo>
                    <a:pt x="75702" y="12969"/>
                  </a:lnTo>
                  <a:lnTo>
                    <a:pt x="73019" y="17568"/>
                  </a:lnTo>
                  <a:lnTo>
                    <a:pt x="70399" y="22168"/>
                  </a:lnTo>
                  <a:lnTo>
                    <a:pt x="70144" y="22104"/>
                  </a:lnTo>
                  <a:lnTo>
                    <a:pt x="69952" y="22040"/>
                  </a:lnTo>
                  <a:lnTo>
                    <a:pt x="69761" y="22040"/>
                  </a:lnTo>
                  <a:lnTo>
                    <a:pt x="69505" y="22104"/>
                  </a:lnTo>
                  <a:lnTo>
                    <a:pt x="69186" y="22360"/>
                  </a:lnTo>
                  <a:lnTo>
                    <a:pt x="68994" y="22679"/>
                  </a:lnTo>
                  <a:lnTo>
                    <a:pt x="68866" y="23062"/>
                  </a:lnTo>
                  <a:lnTo>
                    <a:pt x="58262" y="23062"/>
                  </a:lnTo>
                  <a:lnTo>
                    <a:pt x="58262" y="22807"/>
                  </a:lnTo>
                  <a:lnTo>
                    <a:pt x="58198" y="22615"/>
                  </a:lnTo>
                  <a:lnTo>
                    <a:pt x="57942" y="22296"/>
                  </a:lnTo>
                  <a:lnTo>
                    <a:pt x="57623" y="22104"/>
                  </a:lnTo>
                  <a:lnTo>
                    <a:pt x="57431" y="22040"/>
                  </a:lnTo>
                  <a:lnTo>
                    <a:pt x="56984" y="22040"/>
                  </a:lnTo>
                  <a:lnTo>
                    <a:pt x="56728" y="22168"/>
                  </a:lnTo>
                  <a:lnTo>
                    <a:pt x="55706" y="20379"/>
                  </a:lnTo>
                  <a:lnTo>
                    <a:pt x="51490" y="12969"/>
                  </a:lnTo>
                  <a:lnTo>
                    <a:pt x="51682" y="12841"/>
                  </a:lnTo>
                  <a:lnTo>
                    <a:pt x="51809" y="12649"/>
                  </a:lnTo>
                  <a:lnTo>
                    <a:pt x="51873" y="12394"/>
                  </a:lnTo>
                  <a:lnTo>
                    <a:pt x="51937" y="12138"/>
                  </a:lnTo>
                  <a:lnTo>
                    <a:pt x="51937" y="11883"/>
                  </a:lnTo>
                  <a:lnTo>
                    <a:pt x="51873" y="11691"/>
                  </a:lnTo>
                  <a:lnTo>
                    <a:pt x="51745" y="11499"/>
                  </a:lnTo>
                  <a:lnTo>
                    <a:pt x="51618" y="11372"/>
                  </a:lnTo>
                  <a:lnTo>
                    <a:pt x="51490" y="11244"/>
                  </a:lnTo>
                  <a:lnTo>
                    <a:pt x="51298" y="11116"/>
                  </a:lnTo>
                  <a:lnTo>
                    <a:pt x="51043" y="11052"/>
                  </a:lnTo>
                  <a:lnTo>
                    <a:pt x="50659" y="11052"/>
                  </a:lnTo>
                  <a:lnTo>
                    <a:pt x="50468" y="11116"/>
                  </a:lnTo>
                  <a:lnTo>
                    <a:pt x="50148" y="11308"/>
                  </a:lnTo>
                  <a:lnTo>
                    <a:pt x="49893" y="11627"/>
                  </a:lnTo>
                  <a:lnTo>
                    <a:pt x="49765" y="12011"/>
                  </a:lnTo>
                  <a:lnTo>
                    <a:pt x="39224" y="12011"/>
                  </a:lnTo>
                  <a:lnTo>
                    <a:pt x="39097" y="11627"/>
                  </a:lnTo>
                  <a:lnTo>
                    <a:pt x="38841" y="11308"/>
                  </a:lnTo>
                  <a:lnTo>
                    <a:pt x="38522" y="11116"/>
                  </a:lnTo>
                  <a:lnTo>
                    <a:pt x="38330" y="11052"/>
                  </a:lnTo>
                  <a:lnTo>
                    <a:pt x="37883" y="11052"/>
                  </a:lnTo>
                  <a:lnTo>
                    <a:pt x="37691" y="11116"/>
                  </a:lnTo>
                  <a:lnTo>
                    <a:pt x="31878" y="1023"/>
                  </a:lnTo>
                  <a:lnTo>
                    <a:pt x="31686" y="1150"/>
                  </a:lnTo>
                  <a:lnTo>
                    <a:pt x="37499" y="11244"/>
                  </a:lnTo>
                  <a:lnTo>
                    <a:pt x="37308" y="11436"/>
                  </a:lnTo>
                  <a:lnTo>
                    <a:pt x="37180" y="11627"/>
                  </a:lnTo>
                  <a:lnTo>
                    <a:pt x="37116" y="11883"/>
                  </a:lnTo>
                  <a:lnTo>
                    <a:pt x="37052" y="12138"/>
                  </a:lnTo>
                  <a:lnTo>
                    <a:pt x="37116" y="12394"/>
                  </a:lnTo>
                  <a:lnTo>
                    <a:pt x="37180" y="12649"/>
                  </a:lnTo>
                  <a:lnTo>
                    <a:pt x="37308" y="12841"/>
                  </a:lnTo>
                  <a:lnTo>
                    <a:pt x="37499" y="12969"/>
                  </a:lnTo>
                  <a:lnTo>
                    <a:pt x="32389" y="21912"/>
                  </a:lnTo>
                  <a:lnTo>
                    <a:pt x="32069" y="21785"/>
                  </a:lnTo>
                  <a:lnTo>
                    <a:pt x="31750" y="21721"/>
                  </a:lnTo>
                  <a:lnTo>
                    <a:pt x="31558" y="21721"/>
                  </a:lnTo>
                  <a:lnTo>
                    <a:pt x="31367" y="21785"/>
                  </a:lnTo>
                  <a:lnTo>
                    <a:pt x="31175" y="21912"/>
                  </a:lnTo>
                  <a:lnTo>
                    <a:pt x="30983" y="22040"/>
                  </a:lnTo>
                  <a:lnTo>
                    <a:pt x="30856" y="22232"/>
                  </a:lnTo>
                  <a:lnTo>
                    <a:pt x="30792" y="22360"/>
                  </a:lnTo>
                  <a:lnTo>
                    <a:pt x="30728" y="22615"/>
                  </a:lnTo>
                  <a:lnTo>
                    <a:pt x="30728" y="22807"/>
                  </a:lnTo>
                  <a:lnTo>
                    <a:pt x="30728" y="23062"/>
                  </a:lnTo>
                  <a:lnTo>
                    <a:pt x="19037" y="23062"/>
                  </a:lnTo>
                  <a:lnTo>
                    <a:pt x="19037" y="23254"/>
                  </a:lnTo>
                  <a:lnTo>
                    <a:pt x="30792" y="23254"/>
                  </a:lnTo>
                  <a:lnTo>
                    <a:pt x="30920" y="23509"/>
                  </a:lnTo>
                  <a:lnTo>
                    <a:pt x="31175" y="23701"/>
                  </a:lnTo>
                  <a:lnTo>
                    <a:pt x="31431" y="23829"/>
                  </a:lnTo>
                  <a:lnTo>
                    <a:pt x="31750" y="23893"/>
                  </a:lnTo>
                  <a:lnTo>
                    <a:pt x="32069" y="23829"/>
                  </a:lnTo>
                  <a:lnTo>
                    <a:pt x="37499" y="33284"/>
                  </a:lnTo>
                  <a:lnTo>
                    <a:pt x="37308" y="33411"/>
                  </a:lnTo>
                  <a:lnTo>
                    <a:pt x="37180" y="33667"/>
                  </a:lnTo>
                  <a:lnTo>
                    <a:pt x="37116" y="33858"/>
                  </a:lnTo>
                  <a:lnTo>
                    <a:pt x="37052" y="34178"/>
                  </a:lnTo>
                  <a:lnTo>
                    <a:pt x="37116" y="34433"/>
                  </a:lnTo>
                  <a:lnTo>
                    <a:pt x="37180" y="34625"/>
                  </a:lnTo>
                  <a:lnTo>
                    <a:pt x="37308" y="34881"/>
                  </a:lnTo>
                  <a:lnTo>
                    <a:pt x="37499" y="35008"/>
                  </a:lnTo>
                  <a:lnTo>
                    <a:pt x="32580" y="43633"/>
                  </a:lnTo>
                  <a:lnTo>
                    <a:pt x="32261" y="44144"/>
                  </a:lnTo>
                  <a:lnTo>
                    <a:pt x="32006" y="44080"/>
                  </a:lnTo>
                  <a:lnTo>
                    <a:pt x="31558" y="44080"/>
                  </a:lnTo>
                  <a:lnTo>
                    <a:pt x="31367" y="44144"/>
                  </a:lnTo>
                  <a:lnTo>
                    <a:pt x="31047" y="44335"/>
                  </a:lnTo>
                  <a:lnTo>
                    <a:pt x="30792" y="44655"/>
                  </a:lnTo>
                  <a:lnTo>
                    <a:pt x="30728" y="45038"/>
                  </a:lnTo>
                  <a:lnTo>
                    <a:pt x="20059" y="45038"/>
                  </a:lnTo>
                  <a:lnTo>
                    <a:pt x="20059" y="44846"/>
                  </a:lnTo>
                  <a:lnTo>
                    <a:pt x="19995" y="44655"/>
                  </a:lnTo>
                  <a:lnTo>
                    <a:pt x="19868" y="44463"/>
                  </a:lnTo>
                  <a:lnTo>
                    <a:pt x="19740" y="44271"/>
                  </a:lnTo>
                  <a:lnTo>
                    <a:pt x="19612" y="44144"/>
                  </a:lnTo>
                  <a:lnTo>
                    <a:pt x="19421" y="44080"/>
                  </a:lnTo>
                  <a:lnTo>
                    <a:pt x="19229" y="44016"/>
                  </a:lnTo>
                  <a:lnTo>
                    <a:pt x="18973" y="43952"/>
                  </a:lnTo>
                  <a:lnTo>
                    <a:pt x="18782" y="44016"/>
                  </a:lnTo>
                  <a:lnTo>
                    <a:pt x="18526" y="44080"/>
                  </a:lnTo>
                  <a:lnTo>
                    <a:pt x="12777" y="34114"/>
                  </a:lnTo>
                  <a:lnTo>
                    <a:pt x="12585" y="34178"/>
                  </a:lnTo>
                  <a:lnTo>
                    <a:pt x="18398" y="44144"/>
                  </a:lnTo>
                  <a:lnTo>
                    <a:pt x="18207" y="44335"/>
                  </a:lnTo>
                  <a:lnTo>
                    <a:pt x="18015" y="44527"/>
                  </a:lnTo>
                  <a:lnTo>
                    <a:pt x="17951" y="44782"/>
                  </a:lnTo>
                  <a:lnTo>
                    <a:pt x="17887" y="45038"/>
                  </a:lnTo>
                  <a:lnTo>
                    <a:pt x="17951" y="45357"/>
                  </a:lnTo>
                  <a:lnTo>
                    <a:pt x="18079" y="45613"/>
                  </a:lnTo>
                  <a:lnTo>
                    <a:pt x="18207" y="45805"/>
                  </a:lnTo>
                  <a:lnTo>
                    <a:pt x="18462" y="45996"/>
                  </a:lnTo>
                  <a:lnTo>
                    <a:pt x="13224" y="55004"/>
                  </a:lnTo>
                  <a:lnTo>
                    <a:pt x="12841" y="54940"/>
                  </a:lnTo>
                  <a:lnTo>
                    <a:pt x="12649" y="55004"/>
                  </a:lnTo>
                  <a:lnTo>
                    <a:pt x="12457" y="55068"/>
                  </a:lnTo>
                  <a:lnTo>
                    <a:pt x="12266" y="55132"/>
                  </a:lnTo>
                  <a:lnTo>
                    <a:pt x="12074" y="55259"/>
                  </a:lnTo>
                  <a:lnTo>
                    <a:pt x="11946" y="55451"/>
                  </a:lnTo>
                  <a:lnTo>
                    <a:pt x="11882" y="55643"/>
                  </a:lnTo>
                  <a:lnTo>
                    <a:pt x="11818" y="55834"/>
                  </a:lnTo>
                  <a:lnTo>
                    <a:pt x="11755" y="56026"/>
                  </a:lnTo>
                  <a:lnTo>
                    <a:pt x="11755" y="56090"/>
                  </a:lnTo>
                  <a:lnTo>
                    <a:pt x="0" y="56090"/>
                  </a:lnTo>
                  <a:lnTo>
                    <a:pt x="0" y="56281"/>
                  </a:lnTo>
                  <a:lnTo>
                    <a:pt x="11818" y="56281"/>
                  </a:lnTo>
                  <a:lnTo>
                    <a:pt x="11946" y="56601"/>
                  </a:lnTo>
                  <a:lnTo>
                    <a:pt x="12138" y="56856"/>
                  </a:lnTo>
                  <a:lnTo>
                    <a:pt x="12457" y="57048"/>
                  </a:lnTo>
                  <a:lnTo>
                    <a:pt x="12841" y="57112"/>
                  </a:lnTo>
                  <a:lnTo>
                    <a:pt x="13096" y="57112"/>
                  </a:lnTo>
                  <a:lnTo>
                    <a:pt x="18462" y="66311"/>
                  </a:lnTo>
                  <a:lnTo>
                    <a:pt x="18271" y="66503"/>
                  </a:lnTo>
                  <a:lnTo>
                    <a:pt x="18143" y="66694"/>
                  </a:lnTo>
                  <a:lnTo>
                    <a:pt x="18015" y="66950"/>
                  </a:lnTo>
                  <a:lnTo>
                    <a:pt x="18015" y="67205"/>
                  </a:lnTo>
                  <a:lnTo>
                    <a:pt x="18015" y="67397"/>
                  </a:lnTo>
                  <a:lnTo>
                    <a:pt x="18079" y="67589"/>
                  </a:lnTo>
                  <a:lnTo>
                    <a:pt x="18207" y="67780"/>
                  </a:lnTo>
                  <a:lnTo>
                    <a:pt x="18335" y="67972"/>
                  </a:lnTo>
                  <a:lnTo>
                    <a:pt x="18462" y="68100"/>
                  </a:lnTo>
                  <a:lnTo>
                    <a:pt x="18654" y="68164"/>
                  </a:lnTo>
                  <a:lnTo>
                    <a:pt x="18846" y="68228"/>
                  </a:lnTo>
                  <a:lnTo>
                    <a:pt x="19101" y="68291"/>
                  </a:lnTo>
                  <a:lnTo>
                    <a:pt x="19293" y="68228"/>
                  </a:lnTo>
                  <a:lnTo>
                    <a:pt x="19484" y="68228"/>
                  </a:lnTo>
                  <a:lnTo>
                    <a:pt x="19804" y="67972"/>
                  </a:lnTo>
                  <a:lnTo>
                    <a:pt x="20059" y="67653"/>
                  </a:lnTo>
                  <a:lnTo>
                    <a:pt x="20187" y="67269"/>
                  </a:lnTo>
                  <a:lnTo>
                    <a:pt x="30728" y="67269"/>
                  </a:lnTo>
                  <a:lnTo>
                    <a:pt x="30792" y="67653"/>
                  </a:lnTo>
                  <a:lnTo>
                    <a:pt x="31047" y="67972"/>
                  </a:lnTo>
                  <a:lnTo>
                    <a:pt x="31367" y="68228"/>
                  </a:lnTo>
                  <a:lnTo>
                    <a:pt x="31558" y="68228"/>
                  </a:lnTo>
                  <a:lnTo>
                    <a:pt x="31750" y="68291"/>
                  </a:lnTo>
                  <a:lnTo>
                    <a:pt x="32006" y="68228"/>
                  </a:lnTo>
                  <a:lnTo>
                    <a:pt x="32197" y="68164"/>
                  </a:lnTo>
                  <a:lnTo>
                    <a:pt x="37499" y="77363"/>
                  </a:lnTo>
                  <a:lnTo>
                    <a:pt x="37372" y="77491"/>
                  </a:lnTo>
                  <a:lnTo>
                    <a:pt x="37244" y="77746"/>
                  </a:lnTo>
                  <a:lnTo>
                    <a:pt x="37116" y="77938"/>
                  </a:lnTo>
                  <a:lnTo>
                    <a:pt x="37116" y="78193"/>
                  </a:lnTo>
                  <a:lnTo>
                    <a:pt x="37116" y="78449"/>
                  </a:lnTo>
                  <a:lnTo>
                    <a:pt x="37244" y="78704"/>
                  </a:lnTo>
                  <a:lnTo>
                    <a:pt x="37372" y="78896"/>
                  </a:lnTo>
                  <a:lnTo>
                    <a:pt x="37499" y="79088"/>
                  </a:lnTo>
                  <a:lnTo>
                    <a:pt x="35072" y="83240"/>
                  </a:lnTo>
                  <a:lnTo>
                    <a:pt x="31750" y="89117"/>
                  </a:lnTo>
                  <a:lnTo>
                    <a:pt x="19037" y="89117"/>
                  </a:lnTo>
                  <a:lnTo>
                    <a:pt x="19037" y="89309"/>
                  </a:lnTo>
                  <a:lnTo>
                    <a:pt x="31750" y="89309"/>
                  </a:lnTo>
                  <a:lnTo>
                    <a:pt x="37436" y="99211"/>
                  </a:lnTo>
                  <a:lnTo>
                    <a:pt x="37308" y="99339"/>
                  </a:lnTo>
                  <a:lnTo>
                    <a:pt x="37180" y="99530"/>
                  </a:lnTo>
                  <a:lnTo>
                    <a:pt x="37116" y="99722"/>
                  </a:lnTo>
                  <a:lnTo>
                    <a:pt x="37116" y="99977"/>
                  </a:lnTo>
                  <a:lnTo>
                    <a:pt x="37116" y="100169"/>
                  </a:lnTo>
                  <a:lnTo>
                    <a:pt x="37180" y="100361"/>
                  </a:lnTo>
                  <a:lnTo>
                    <a:pt x="37308" y="100552"/>
                  </a:lnTo>
                  <a:lnTo>
                    <a:pt x="37436" y="100744"/>
                  </a:lnTo>
                  <a:lnTo>
                    <a:pt x="37563" y="100872"/>
                  </a:lnTo>
                  <a:lnTo>
                    <a:pt x="37755" y="100936"/>
                  </a:lnTo>
                  <a:lnTo>
                    <a:pt x="37947" y="100999"/>
                  </a:lnTo>
                  <a:lnTo>
                    <a:pt x="38202" y="101063"/>
                  </a:lnTo>
                  <a:lnTo>
                    <a:pt x="38394" y="100999"/>
                  </a:lnTo>
                  <a:lnTo>
                    <a:pt x="38586" y="100936"/>
                  </a:lnTo>
                  <a:lnTo>
                    <a:pt x="38777" y="100872"/>
                  </a:lnTo>
                  <a:lnTo>
                    <a:pt x="38969" y="100744"/>
                  </a:lnTo>
                  <a:lnTo>
                    <a:pt x="39097" y="100552"/>
                  </a:lnTo>
                  <a:lnTo>
                    <a:pt x="39160" y="100361"/>
                  </a:lnTo>
                  <a:lnTo>
                    <a:pt x="39224" y="100169"/>
                  </a:lnTo>
                  <a:lnTo>
                    <a:pt x="39288" y="99977"/>
                  </a:lnTo>
                  <a:lnTo>
                    <a:pt x="39224" y="99722"/>
                  </a:lnTo>
                  <a:lnTo>
                    <a:pt x="39160" y="99530"/>
                  </a:lnTo>
                  <a:lnTo>
                    <a:pt x="39097" y="99339"/>
                  </a:lnTo>
                  <a:lnTo>
                    <a:pt x="38969" y="99211"/>
                  </a:lnTo>
                  <a:lnTo>
                    <a:pt x="38777" y="99083"/>
                  </a:lnTo>
                  <a:lnTo>
                    <a:pt x="38586" y="98955"/>
                  </a:lnTo>
                  <a:lnTo>
                    <a:pt x="38394" y="98891"/>
                  </a:lnTo>
                  <a:lnTo>
                    <a:pt x="38202" y="98891"/>
                  </a:lnTo>
                  <a:lnTo>
                    <a:pt x="37883" y="98955"/>
                  </a:lnTo>
                  <a:lnTo>
                    <a:pt x="37563" y="99083"/>
                  </a:lnTo>
                  <a:lnTo>
                    <a:pt x="31878" y="89181"/>
                  </a:lnTo>
                  <a:lnTo>
                    <a:pt x="34689" y="84326"/>
                  </a:lnTo>
                  <a:lnTo>
                    <a:pt x="37691" y="79151"/>
                  </a:lnTo>
                  <a:lnTo>
                    <a:pt x="37947" y="79279"/>
                  </a:lnTo>
                  <a:lnTo>
                    <a:pt x="38394" y="79279"/>
                  </a:lnTo>
                  <a:lnTo>
                    <a:pt x="38586" y="79215"/>
                  </a:lnTo>
                  <a:lnTo>
                    <a:pt x="38905" y="79024"/>
                  </a:lnTo>
                  <a:lnTo>
                    <a:pt x="39160" y="78704"/>
                  </a:lnTo>
                  <a:lnTo>
                    <a:pt x="39224" y="78321"/>
                  </a:lnTo>
                  <a:lnTo>
                    <a:pt x="49765" y="78321"/>
                  </a:lnTo>
                  <a:lnTo>
                    <a:pt x="49893" y="78704"/>
                  </a:lnTo>
                  <a:lnTo>
                    <a:pt x="50148" y="79024"/>
                  </a:lnTo>
                  <a:lnTo>
                    <a:pt x="50468" y="79215"/>
                  </a:lnTo>
                  <a:lnTo>
                    <a:pt x="50659" y="79279"/>
                  </a:lnTo>
                  <a:lnTo>
                    <a:pt x="51107" y="79279"/>
                  </a:lnTo>
                  <a:lnTo>
                    <a:pt x="51298" y="79151"/>
                  </a:lnTo>
                  <a:lnTo>
                    <a:pt x="56601" y="88415"/>
                  </a:lnTo>
                  <a:lnTo>
                    <a:pt x="56473" y="88542"/>
                  </a:lnTo>
                  <a:lnTo>
                    <a:pt x="56345" y="88734"/>
                  </a:lnTo>
                  <a:lnTo>
                    <a:pt x="56217" y="88989"/>
                  </a:lnTo>
                  <a:lnTo>
                    <a:pt x="56217" y="89245"/>
                  </a:lnTo>
                  <a:lnTo>
                    <a:pt x="56217" y="89437"/>
                  </a:lnTo>
                  <a:lnTo>
                    <a:pt x="56281" y="89692"/>
                  </a:lnTo>
                  <a:lnTo>
                    <a:pt x="56409" y="89820"/>
                  </a:lnTo>
                  <a:lnTo>
                    <a:pt x="56537" y="90012"/>
                  </a:lnTo>
                  <a:lnTo>
                    <a:pt x="56664" y="90139"/>
                  </a:lnTo>
                  <a:lnTo>
                    <a:pt x="56856" y="90267"/>
                  </a:lnTo>
                  <a:lnTo>
                    <a:pt x="57048" y="90331"/>
                  </a:lnTo>
                  <a:lnTo>
                    <a:pt x="57495" y="90331"/>
                  </a:lnTo>
                  <a:lnTo>
                    <a:pt x="57687" y="90267"/>
                  </a:lnTo>
                  <a:lnTo>
                    <a:pt x="57878" y="90139"/>
                  </a:lnTo>
                  <a:lnTo>
                    <a:pt x="58070" y="90012"/>
                  </a:lnTo>
                  <a:lnTo>
                    <a:pt x="58198" y="89820"/>
                  </a:lnTo>
                  <a:lnTo>
                    <a:pt x="58262" y="89692"/>
                  </a:lnTo>
                  <a:lnTo>
                    <a:pt x="58325" y="89437"/>
                  </a:lnTo>
                  <a:lnTo>
                    <a:pt x="58389" y="89245"/>
                  </a:lnTo>
                  <a:lnTo>
                    <a:pt x="58325" y="89053"/>
                  </a:lnTo>
                  <a:lnTo>
                    <a:pt x="58262" y="88798"/>
                  </a:lnTo>
                  <a:lnTo>
                    <a:pt x="58198" y="88670"/>
                  </a:lnTo>
                  <a:lnTo>
                    <a:pt x="58070" y="88478"/>
                  </a:lnTo>
                  <a:lnTo>
                    <a:pt x="57878" y="88351"/>
                  </a:lnTo>
                  <a:lnTo>
                    <a:pt x="57687" y="88223"/>
                  </a:lnTo>
                  <a:lnTo>
                    <a:pt x="57495" y="88159"/>
                  </a:lnTo>
                  <a:lnTo>
                    <a:pt x="57303" y="88159"/>
                  </a:lnTo>
                  <a:lnTo>
                    <a:pt x="57048" y="88223"/>
                  </a:lnTo>
                  <a:lnTo>
                    <a:pt x="56792" y="88287"/>
                  </a:lnTo>
                  <a:lnTo>
                    <a:pt x="51490" y="79088"/>
                  </a:lnTo>
                  <a:lnTo>
                    <a:pt x="51682" y="78896"/>
                  </a:lnTo>
                  <a:lnTo>
                    <a:pt x="51809" y="78704"/>
                  </a:lnTo>
                  <a:lnTo>
                    <a:pt x="51873" y="78449"/>
                  </a:lnTo>
                  <a:lnTo>
                    <a:pt x="51937" y="78193"/>
                  </a:lnTo>
                  <a:lnTo>
                    <a:pt x="51873" y="77938"/>
                  </a:lnTo>
                  <a:lnTo>
                    <a:pt x="51809" y="77682"/>
                  </a:lnTo>
                  <a:lnTo>
                    <a:pt x="51682" y="77491"/>
                  </a:lnTo>
                  <a:lnTo>
                    <a:pt x="51490" y="77299"/>
                  </a:lnTo>
                  <a:lnTo>
                    <a:pt x="56728" y="68228"/>
                  </a:lnTo>
                  <a:lnTo>
                    <a:pt x="56984" y="68355"/>
                  </a:lnTo>
                  <a:lnTo>
                    <a:pt x="57303" y="68419"/>
                  </a:lnTo>
                  <a:lnTo>
                    <a:pt x="57495" y="68355"/>
                  </a:lnTo>
                  <a:lnTo>
                    <a:pt x="57687" y="68291"/>
                  </a:lnTo>
                  <a:lnTo>
                    <a:pt x="57878" y="68228"/>
                  </a:lnTo>
                  <a:lnTo>
                    <a:pt x="58070" y="68100"/>
                  </a:lnTo>
                  <a:lnTo>
                    <a:pt x="58198" y="67908"/>
                  </a:lnTo>
                  <a:lnTo>
                    <a:pt x="58262" y="67716"/>
                  </a:lnTo>
                  <a:lnTo>
                    <a:pt x="58325" y="67525"/>
                  </a:lnTo>
                  <a:lnTo>
                    <a:pt x="58389" y="67333"/>
                  </a:lnTo>
                  <a:lnTo>
                    <a:pt x="58389" y="67269"/>
                  </a:lnTo>
                  <a:lnTo>
                    <a:pt x="68802" y="67269"/>
                  </a:lnTo>
                  <a:lnTo>
                    <a:pt x="68802" y="67333"/>
                  </a:lnTo>
                  <a:lnTo>
                    <a:pt x="68802" y="67525"/>
                  </a:lnTo>
                  <a:lnTo>
                    <a:pt x="68866" y="67716"/>
                  </a:lnTo>
                  <a:lnTo>
                    <a:pt x="68994" y="67908"/>
                  </a:lnTo>
                  <a:lnTo>
                    <a:pt x="69122" y="68100"/>
                  </a:lnTo>
                  <a:lnTo>
                    <a:pt x="69313" y="68228"/>
                  </a:lnTo>
                  <a:lnTo>
                    <a:pt x="69441" y="68291"/>
                  </a:lnTo>
                  <a:lnTo>
                    <a:pt x="69697" y="68355"/>
                  </a:lnTo>
                  <a:lnTo>
                    <a:pt x="69888" y="68419"/>
                  </a:lnTo>
                  <a:lnTo>
                    <a:pt x="70208" y="68355"/>
                  </a:lnTo>
                  <a:lnTo>
                    <a:pt x="70463" y="68228"/>
                  </a:lnTo>
                  <a:lnTo>
                    <a:pt x="75638" y="77235"/>
                  </a:lnTo>
                  <a:lnTo>
                    <a:pt x="75318" y="77363"/>
                  </a:lnTo>
                  <a:lnTo>
                    <a:pt x="75127" y="77618"/>
                  </a:lnTo>
                  <a:lnTo>
                    <a:pt x="74999" y="77874"/>
                  </a:lnTo>
                  <a:lnTo>
                    <a:pt x="74935" y="78193"/>
                  </a:lnTo>
                  <a:lnTo>
                    <a:pt x="74999" y="78513"/>
                  </a:lnTo>
                  <a:lnTo>
                    <a:pt x="75127" y="78832"/>
                  </a:lnTo>
                  <a:lnTo>
                    <a:pt x="75318" y="79024"/>
                  </a:lnTo>
                  <a:lnTo>
                    <a:pt x="75574" y="79215"/>
                  </a:lnTo>
                  <a:lnTo>
                    <a:pt x="70399" y="88223"/>
                  </a:lnTo>
                  <a:lnTo>
                    <a:pt x="70144" y="88159"/>
                  </a:lnTo>
                  <a:lnTo>
                    <a:pt x="69888" y="88159"/>
                  </a:lnTo>
                  <a:lnTo>
                    <a:pt x="69697" y="88223"/>
                  </a:lnTo>
                  <a:lnTo>
                    <a:pt x="69505" y="88351"/>
                  </a:lnTo>
                  <a:lnTo>
                    <a:pt x="69377" y="88478"/>
                  </a:lnTo>
                  <a:lnTo>
                    <a:pt x="69186" y="88670"/>
                  </a:lnTo>
                  <a:lnTo>
                    <a:pt x="69122" y="88798"/>
                  </a:lnTo>
                  <a:lnTo>
                    <a:pt x="69058" y="89053"/>
                  </a:lnTo>
                  <a:lnTo>
                    <a:pt x="69058" y="89245"/>
                  </a:lnTo>
                  <a:lnTo>
                    <a:pt x="69058" y="89437"/>
                  </a:lnTo>
                  <a:lnTo>
                    <a:pt x="69122" y="89692"/>
                  </a:lnTo>
                  <a:lnTo>
                    <a:pt x="69186" y="89820"/>
                  </a:lnTo>
                  <a:lnTo>
                    <a:pt x="69377" y="90012"/>
                  </a:lnTo>
                  <a:lnTo>
                    <a:pt x="69505" y="90139"/>
                  </a:lnTo>
                  <a:lnTo>
                    <a:pt x="69697" y="90267"/>
                  </a:lnTo>
                  <a:lnTo>
                    <a:pt x="69888" y="90331"/>
                  </a:lnTo>
                  <a:lnTo>
                    <a:pt x="70336" y="90331"/>
                  </a:lnTo>
                  <a:lnTo>
                    <a:pt x="70527" y="90267"/>
                  </a:lnTo>
                  <a:lnTo>
                    <a:pt x="70719" y="90139"/>
                  </a:lnTo>
                  <a:lnTo>
                    <a:pt x="70847" y="90012"/>
                  </a:lnTo>
                  <a:lnTo>
                    <a:pt x="71038" y="89820"/>
                  </a:lnTo>
                  <a:lnTo>
                    <a:pt x="71102" y="89692"/>
                  </a:lnTo>
                  <a:lnTo>
                    <a:pt x="71166" y="89437"/>
                  </a:lnTo>
                  <a:lnTo>
                    <a:pt x="71166" y="89245"/>
                  </a:lnTo>
                  <a:lnTo>
                    <a:pt x="71166" y="88926"/>
                  </a:lnTo>
                  <a:lnTo>
                    <a:pt x="71038" y="88670"/>
                  </a:lnTo>
                  <a:lnTo>
                    <a:pt x="70847" y="88415"/>
                  </a:lnTo>
                  <a:lnTo>
                    <a:pt x="70591" y="88287"/>
                  </a:lnTo>
                  <a:lnTo>
                    <a:pt x="75766" y="79279"/>
                  </a:lnTo>
                  <a:lnTo>
                    <a:pt x="76277" y="79279"/>
                  </a:lnTo>
                  <a:lnTo>
                    <a:pt x="76468" y="79215"/>
                  </a:lnTo>
                  <a:lnTo>
                    <a:pt x="76660" y="79088"/>
                  </a:lnTo>
                  <a:lnTo>
                    <a:pt x="76788" y="78960"/>
                  </a:lnTo>
                  <a:lnTo>
                    <a:pt x="76915" y="78832"/>
                  </a:lnTo>
                  <a:lnTo>
                    <a:pt x="77043" y="78640"/>
                  </a:lnTo>
                  <a:lnTo>
                    <a:pt x="77107" y="78449"/>
                  </a:lnTo>
                  <a:lnTo>
                    <a:pt x="77107" y="78193"/>
                  </a:lnTo>
                  <a:lnTo>
                    <a:pt x="77107" y="78002"/>
                  </a:lnTo>
                  <a:lnTo>
                    <a:pt x="77043" y="77810"/>
                  </a:lnTo>
                  <a:lnTo>
                    <a:pt x="76915" y="77618"/>
                  </a:lnTo>
                  <a:lnTo>
                    <a:pt x="76788" y="77427"/>
                  </a:lnTo>
                  <a:lnTo>
                    <a:pt x="76660" y="77299"/>
                  </a:lnTo>
                  <a:lnTo>
                    <a:pt x="76468" y="77235"/>
                  </a:lnTo>
                  <a:lnTo>
                    <a:pt x="76277" y="77171"/>
                  </a:lnTo>
                  <a:lnTo>
                    <a:pt x="76021" y="77107"/>
                  </a:lnTo>
                  <a:lnTo>
                    <a:pt x="75829" y="77171"/>
                  </a:lnTo>
                  <a:lnTo>
                    <a:pt x="70591" y="68164"/>
                  </a:lnTo>
                  <a:lnTo>
                    <a:pt x="70783" y="67972"/>
                  </a:lnTo>
                  <a:lnTo>
                    <a:pt x="70847" y="67780"/>
                  </a:lnTo>
                  <a:lnTo>
                    <a:pt x="70974" y="67589"/>
                  </a:lnTo>
                  <a:lnTo>
                    <a:pt x="70974" y="67333"/>
                  </a:lnTo>
                  <a:lnTo>
                    <a:pt x="70910" y="67078"/>
                  </a:lnTo>
                  <a:lnTo>
                    <a:pt x="70847" y="66822"/>
                  </a:lnTo>
                  <a:lnTo>
                    <a:pt x="70719" y="66567"/>
                  </a:lnTo>
                  <a:lnTo>
                    <a:pt x="70463" y="66439"/>
                  </a:lnTo>
                  <a:lnTo>
                    <a:pt x="75829" y="57176"/>
                  </a:lnTo>
                  <a:lnTo>
                    <a:pt x="76085" y="57240"/>
                  </a:lnTo>
                  <a:lnTo>
                    <a:pt x="76468" y="57240"/>
                  </a:lnTo>
                  <a:lnTo>
                    <a:pt x="76660" y="57176"/>
                  </a:lnTo>
                  <a:lnTo>
                    <a:pt x="77043" y="56984"/>
                  </a:lnTo>
                  <a:lnTo>
                    <a:pt x="77235" y="56665"/>
                  </a:lnTo>
                  <a:lnTo>
                    <a:pt x="77363" y="56281"/>
                  </a:lnTo>
                  <a:lnTo>
                    <a:pt x="87967" y="56281"/>
                  </a:lnTo>
                  <a:lnTo>
                    <a:pt x="88031" y="56665"/>
                  </a:lnTo>
                  <a:lnTo>
                    <a:pt x="88287" y="56984"/>
                  </a:lnTo>
                  <a:lnTo>
                    <a:pt x="88606" y="57176"/>
                  </a:lnTo>
                  <a:lnTo>
                    <a:pt x="88798" y="57240"/>
                  </a:lnTo>
                  <a:lnTo>
                    <a:pt x="89245" y="57240"/>
                  </a:lnTo>
                  <a:lnTo>
                    <a:pt x="89437" y="57176"/>
                  </a:lnTo>
                  <a:lnTo>
                    <a:pt x="89628" y="57048"/>
                  </a:lnTo>
                  <a:lnTo>
                    <a:pt x="89756" y="56920"/>
                  </a:lnTo>
                  <a:lnTo>
                    <a:pt x="89884" y="56792"/>
                  </a:lnTo>
                  <a:lnTo>
                    <a:pt x="90012" y="56601"/>
                  </a:lnTo>
                  <a:lnTo>
                    <a:pt x="90075" y="56409"/>
                  </a:lnTo>
                  <a:lnTo>
                    <a:pt x="90075" y="56154"/>
                  </a:lnTo>
                  <a:lnTo>
                    <a:pt x="90075" y="55898"/>
                  </a:lnTo>
                  <a:lnTo>
                    <a:pt x="89948" y="55643"/>
                  </a:lnTo>
                  <a:lnTo>
                    <a:pt x="89820" y="55451"/>
                  </a:lnTo>
                  <a:lnTo>
                    <a:pt x="89628" y="55323"/>
                  </a:lnTo>
                  <a:lnTo>
                    <a:pt x="94931" y="46060"/>
                  </a:lnTo>
                  <a:lnTo>
                    <a:pt x="95250" y="46188"/>
                  </a:lnTo>
                  <a:lnTo>
                    <a:pt x="95569" y="46252"/>
                  </a:lnTo>
                  <a:lnTo>
                    <a:pt x="95761" y="46252"/>
                  </a:lnTo>
                  <a:lnTo>
                    <a:pt x="95953" y="46188"/>
                  </a:lnTo>
                  <a:lnTo>
                    <a:pt x="96272" y="45932"/>
                  </a:lnTo>
                  <a:lnTo>
                    <a:pt x="96528" y="45677"/>
                  </a:lnTo>
                  <a:lnTo>
                    <a:pt x="96592" y="45230"/>
                  </a:lnTo>
                  <a:lnTo>
                    <a:pt x="106941" y="45230"/>
                  </a:lnTo>
                  <a:lnTo>
                    <a:pt x="107068" y="45677"/>
                  </a:lnTo>
                  <a:lnTo>
                    <a:pt x="107260" y="45932"/>
                  </a:lnTo>
                  <a:lnTo>
                    <a:pt x="107579" y="46188"/>
                  </a:lnTo>
                  <a:lnTo>
                    <a:pt x="107771" y="46252"/>
                  </a:lnTo>
                  <a:lnTo>
                    <a:pt x="108218" y="46252"/>
                  </a:lnTo>
                  <a:lnTo>
                    <a:pt x="108410" y="46188"/>
                  </a:lnTo>
                  <a:lnTo>
                    <a:pt x="108602" y="46060"/>
                  </a:lnTo>
                  <a:lnTo>
                    <a:pt x="108793" y="45932"/>
                  </a:lnTo>
                  <a:lnTo>
                    <a:pt x="108921" y="45741"/>
                  </a:lnTo>
                  <a:lnTo>
                    <a:pt x="108985" y="45613"/>
                  </a:lnTo>
                  <a:lnTo>
                    <a:pt x="109049" y="45357"/>
                  </a:lnTo>
                  <a:lnTo>
                    <a:pt x="109113" y="45166"/>
                  </a:lnTo>
                  <a:lnTo>
                    <a:pt x="109049" y="44974"/>
                  </a:lnTo>
                  <a:lnTo>
                    <a:pt x="108985" y="44719"/>
                  </a:lnTo>
                  <a:lnTo>
                    <a:pt x="108921" y="44527"/>
                  </a:lnTo>
                  <a:lnTo>
                    <a:pt x="108793" y="44399"/>
                  </a:lnTo>
                  <a:lnTo>
                    <a:pt x="108602" y="44271"/>
                  </a:lnTo>
                  <a:lnTo>
                    <a:pt x="108410" y="44144"/>
                  </a:lnTo>
                  <a:lnTo>
                    <a:pt x="108218" y="44080"/>
                  </a:lnTo>
                  <a:lnTo>
                    <a:pt x="107771" y="44080"/>
                  </a:lnTo>
                  <a:lnTo>
                    <a:pt x="107579" y="44144"/>
                  </a:lnTo>
                  <a:lnTo>
                    <a:pt x="107260" y="44335"/>
                  </a:lnTo>
                  <a:lnTo>
                    <a:pt x="107068" y="44655"/>
                  </a:lnTo>
                  <a:lnTo>
                    <a:pt x="106941" y="45038"/>
                  </a:lnTo>
                  <a:lnTo>
                    <a:pt x="96592" y="45038"/>
                  </a:lnTo>
                  <a:lnTo>
                    <a:pt x="96528" y="44655"/>
                  </a:lnTo>
                  <a:lnTo>
                    <a:pt x="96272" y="44335"/>
                  </a:lnTo>
                  <a:lnTo>
                    <a:pt x="95953" y="44144"/>
                  </a:lnTo>
                  <a:lnTo>
                    <a:pt x="95761" y="44080"/>
                  </a:lnTo>
                  <a:lnTo>
                    <a:pt x="95569" y="44080"/>
                  </a:lnTo>
                  <a:lnTo>
                    <a:pt x="95250" y="44144"/>
                  </a:lnTo>
                  <a:lnTo>
                    <a:pt x="94931" y="44271"/>
                  </a:lnTo>
                  <a:lnTo>
                    <a:pt x="89628" y="35008"/>
                  </a:lnTo>
                  <a:lnTo>
                    <a:pt x="89820" y="34881"/>
                  </a:lnTo>
                  <a:lnTo>
                    <a:pt x="89948" y="34625"/>
                  </a:lnTo>
                  <a:lnTo>
                    <a:pt x="90075" y="34433"/>
                  </a:lnTo>
                  <a:lnTo>
                    <a:pt x="90075" y="34178"/>
                  </a:lnTo>
                  <a:lnTo>
                    <a:pt x="90075" y="33858"/>
                  </a:lnTo>
                  <a:lnTo>
                    <a:pt x="89948" y="33667"/>
                  </a:lnTo>
                  <a:lnTo>
                    <a:pt x="89820" y="33411"/>
                  </a:lnTo>
                  <a:lnTo>
                    <a:pt x="89628" y="33284"/>
                  </a:lnTo>
                  <a:lnTo>
                    <a:pt x="90395" y="31942"/>
                  </a:lnTo>
                  <a:lnTo>
                    <a:pt x="94931" y="24021"/>
                  </a:lnTo>
                  <a:lnTo>
                    <a:pt x="95250" y="24148"/>
                  </a:lnTo>
                  <a:lnTo>
                    <a:pt x="95569" y="24212"/>
                  </a:lnTo>
                  <a:lnTo>
                    <a:pt x="95761" y="24212"/>
                  </a:lnTo>
                  <a:lnTo>
                    <a:pt x="95953" y="24148"/>
                  </a:lnTo>
                  <a:lnTo>
                    <a:pt x="96272" y="23957"/>
                  </a:lnTo>
                  <a:lnTo>
                    <a:pt x="96528" y="23637"/>
                  </a:lnTo>
                  <a:lnTo>
                    <a:pt x="96592" y="23254"/>
                  </a:lnTo>
                  <a:lnTo>
                    <a:pt x="108027" y="23254"/>
                  </a:lnTo>
                  <a:lnTo>
                    <a:pt x="113840" y="33284"/>
                  </a:lnTo>
                  <a:lnTo>
                    <a:pt x="113648" y="33411"/>
                  </a:lnTo>
                  <a:lnTo>
                    <a:pt x="113521" y="33667"/>
                  </a:lnTo>
                  <a:lnTo>
                    <a:pt x="113393" y="33858"/>
                  </a:lnTo>
                  <a:lnTo>
                    <a:pt x="113393" y="34178"/>
                  </a:lnTo>
                  <a:lnTo>
                    <a:pt x="113393" y="34370"/>
                  </a:lnTo>
                  <a:lnTo>
                    <a:pt x="113457" y="34561"/>
                  </a:lnTo>
                  <a:lnTo>
                    <a:pt x="113585" y="34753"/>
                  </a:lnTo>
                  <a:lnTo>
                    <a:pt x="113712" y="34881"/>
                  </a:lnTo>
                  <a:lnTo>
                    <a:pt x="113840" y="35072"/>
                  </a:lnTo>
                  <a:lnTo>
                    <a:pt x="114032" y="35136"/>
                  </a:lnTo>
                  <a:lnTo>
                    <a:pt x="114223" y="35200"/>
                  </a:lnTo>
                  <a:lnTo>
                    <a:pt x="114671" y="35200"/>
                  </a:lnTo>
                  <a:lnTo>
                    <a:pt x="114862" y="35136"/>
                  </a:lnTo>
                  <a:lnTo>
                    <a:pt x="115054" y="35072"/>
                  </a:lnTo>
                  <a:lnTo>
                    <a:pt x="115245" y="34881"/>
                  </a:lnTo>
                  <a:lnTo>
                    <a:pt x="115373" y="34753"/>
                  </a:lnTo>
                  <a:lnTo>
                    <a:pt x="115437" y="34561"/>
                  </a:lnTo>
                  <a:lnTo>
                    <a:pt x="115501" y="34370"/>
                  </a:lnTo>
                  <a:lnTo>
                    <a:pt x="115501" y="34178"/>
                  </a:lnTo>
                  <a:lnTo>
                    <a:pt x="115501" y="33922"/>
                  </a:lnTo>
                  <a:lnTo>
                    <a:pt x="115437" y="33731"/>
                  </a:lnTo>
                  <a:lnTo>
                    <a:pt x="115373" y="33539"/>
                  </a:lnTo>
                  <a:lnTo>
                    <a:pt x="115245" y="33411"/>
                  </a:lnTo>
                  <a:lnTo>
                    <a:pt x="115054" y="33220"/>
                  </a:lnTo>
                  <a:lnTo>
                    <a:pt x="114862" y="33156"/>
                  </a:lnTo>
                  <a:lnTo>
                    <a:pt x="114671" y="33092"/>
                  </a:lnTo>
                  <a:lnTo>
                    <a:pt x="114223" y="33092"/>
                  </a:lnTo>
                  <a:lnTo>
                    <a:pt x="113968" y="33156"/>
                  </a:lnTo>
                  <a:lnTo>
                    <a:pt x="108154" y="23062"/>
                  </a:lnTo>
                  <a:lnTo>
                    <a:pt x="96592" y="23062"/>
                  </a:lnTo>
                  <a:lnTo>
                    <a:pt x="96528" y="22679"/>
                  </a:lnTo>
                  <a:lnTo>
                    <a:pt x="96272" y="22360"/>
                  </a:lnTo>
                  <a:lnTo>
                    <a:pt x="95953" y="22104"/>
                  </a:lnTo>
                  <a:lnTo>
                    <a:pt x="95761" y="22040"/>
                  </a:lnTo>
                  <a:lnTo>
                    <a:pt x="95569" y="22040"/>
                  </a:lnTo>
                  <a:lnTo>
                    <a:pt x="95250" y="22104"/>
                  </a:lnTo>
                  <a:lnTo>
                    <a:pt x="94931" y="22232"/>
                  </a:lnTo>
                  <a:lnTo>
                    <a:pt x="89628" y="12969"/>
                  </a:lnTo>
                  <a:lnTo>
                    <a:pt x="89820" y="12841"/>
                  </a:lnTo>
                  <a:lnTo>
                    <a:pt x="89948" y="12649"/>
                  </a:lnTo>
                  <a:lnTo>
                    <a:pt x="90075" y="12394"/>
                  </a:lnTo>
                  <a:lnTo>
                    <a:pt x="90075" y="12138"/>
                  </a:lnTo>
                  <a:lnTo>
                    <a:pt x="90075" y="11883"/>
                  </a:lnTo>
                  <a:lnTo>
                    <a:pt x="90012" y="11691"/>
                  </a:lnTo>
                  <a:lnTo>
                    <a:pt x="89884" y="11499"/>
                  </a:lnTo>
                  <a:lnTo>
                    <a:pt x="89756" y="11372"/>
                  </a:lnTo>
                  <a:lnTo>
                    <a:pt x="89628" y="11244"/>
                  </a:lnTo>
                  <a:lnTo>
                    <a:pt x="89437" y="11116"/>
                  </a:lnTo>
                  <a:lnTo>
                    <a:pt x="89245" y="11052"/>
                  </a:lnTo>
                  <a:lnTo>
                    <a:pt x="88798" y="11052"/>
                  </a:lnTo>
                  <a:lnTo>
                    <a:pt x="88606" y="11116"/>
                  </a:lnTo>
                  <a:lnTo>
                    <a:pt x="88287" y="11308"/>
                  </a:lnTo>
                  <a:lnTo>
                    <a:pt x="88031" y="11627"/>
                  </a:lnTo>
                  <a:lnTo>
                    <a:pt x="87967" y="12011"/>
                  </a:lnTo>
                  <a:lnTo>
                    <a:pt x="77363" y="12011"/>
                  </a:lnTo>
                  <a:lnTo>
                    <a:pt x="77235" y="11627"/>
                  </a:lnTo>
                  <a:lnTo>
                    <a:pt x="77043" y="11308"/>
                  </a:lnTo>
                  <a:lnTo>
                    <a:pt x="76660" y="11116"/>
                  </a:lnTo>
                  <a:lnTo>
                    <a:pt x="76468" y="11052"/>
                  </a:lnTo>
                  <a:lnTo>
                    <a:pt x="76085" y="11052"/>
                  </a:lnTo>
                  <a:lnTo>
                    <a:pt x="75829" y="11116"/>
                  </a:lnTo>
                  <a:lnTo>
                    <a:pt x="70527" y="1981"/>
                  </a:lnTo>
                  <a:lnTo>
                    <a:pt x="70719" y="1789"/>
                  </a:lnTo>
                  <a:lnTo>
                    <a:pt x="70910" y="1598"/>
                  </a:lnTo>
                  <a:lnTo>
                    <a:pt x="70974" y="1342"/>
                  </a:lnTo>
                  <a:lnTo>
                    <a:pt x="71038" y="1087"/>
                  </a:lnTo>
                  <a:lnTo>
                    <a:pt x="70974" y="895"/>
                  </a:lnTo>
                  <a:lnTo>
                    <a:pt x="70910" y="703"/>
                  </a:lnTo>
                  <a:lnTo>
                    <a:pt x="70847" y="512"/>
                  </a:lnTo>
                  <a:lnTo>
                    <a:pt x="70719" y="320"/>
                  </a:lnTo>
                  <a:lnTo>
                    <a:pt x="70527" y="192"/>
                  </a:lnTo>
                  <a:lnTo>
                    <a:pt x="70336" y="128"/>
                  </a:lnTo>
                  <a:lnTo>
                    <a:pt x="70144" y="64"/>
                  </a:lnTo>
                  <a:lnTo>
                    <a:pt x="69952"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39">
              <a:extLst>
                <a:ext uri="{FF2B5EF4-FFF2-40B4-BE49-F238E27FC236}">
                  <a16:creationId xmlns:a16="http://schemas.microsoft.com/office/drawing/2014/main" id="{63799193-CE72-84A2-E72B-AE6F25C49A3A}"/>
                </a:ext>
              </a:extLst>
            </p:cNvPr>
            <p:cNvSpPr/>
            <p:nvPr/>
          </p:nvSpPr>
          <p:spPr>
            <a:xfrm>
              <a:off x="1399800" y="-802100"/>
              <a:ext cx="2037900" cy="1095625"/>
            </a:xfrm>
            <a:custGeom>
              <a:avLst/>
              <a:gdLst/>
              <a:ahLst/>
              <a:cxnLst/>
              <a:rect l="l" t="t" r="r" b="b"/>
              <a:pathLst>
                <a:path w="81516" h="43825" fill="none" extrusionOk="0">
                  <a:moveTo>
                    <a:pt x="62990" y="959"/>
                  </a:moveTo>
                  <a:lnTo>
                    <a:pt x="62990" y="959"/>
                  </a:lnTo>
                  <a:lnTo>
                    <a:pt x="63181" y="959"/>
                  </a:lnTo>
                  <a:lnTo>
                    <a:pt x="63373" y="895"/>
                  </a:lnTo>
                  <a:lnTo>
                    <a:pt x="63756" y="703"/>
                  </a:lnTo>
                  <a:lnTo>
                    <a:pt x="63948" y="384"/>
                  </a:lnTo>
                  <a:lnTo>
                    <a:pt x="64076" y="1"/>
                  </a:lnTo>
                  <a:lnTo>
                    <a:pt x="74680" y="1"/>
                  </a:lnTo>
                  <a:lnTo>
                    <a:pt x="74680" y="1"/>
                  </a:lnTo>
                  <a:lnTo>
                    <a:pt x="74744" y="384"/>
                  </a:lnTo>
                  <a:lnTo>
                    <a:pt x="75000" y="703"/>
                  </a:lnTo>
                  <a:lnTo>
                    <a:pt x="75319" y="895"/>
                  </a:lnTo>
                  <a:lnTo>
                    <a:pt x="75511" y="959"/>
                  </a:lnTo>
                  <a:lnTo>
                    <a:pt x="75702" y="959"/>
                  </a:lnTo>
                  <a:lnTo>
                    <a:pt x="75702" y="959"/>
                  </a:lnTo>
                  <a:lnTo>
                    <a:pt x="75958" y="959"/>
                  </a:lnTo>
                  <a:lnTo>
                    <a:pt x="76150" y="895"/>
                  </a:lnTo>
                  <a:lnTo>
                    <a:pt x="77747" y="3578"/>
                  </a:lnTo>
                  <a:lnTo>
                    <a:pt x="81516" y="10158"/>
                  </a:lnTo>
                  <a:lnTo>
                    <a:pt x="81516" y="10158"/>
                  </a:lnTo>
                  <a:lnTo>
                    <a:pt x="81388" y="10286"/>
                  </a:lnTo>
                  <a:lnTo>
                    <a:pt x="81260" y="10478"/>
                  </a:lnTo>
                  <a:lnTo>
                    <a:pt x="81196" y="10669"/>
                  </a:lnTo>
                  <a:lnTo>
                    <a:pt x="81196" y="10925"/>
                  </a:lnTo>
                  <a:lnTo>
                    <a:pt x="81196" y="10925"/>
                  </a:lnTo>
                  <a:lnTo>
                    <a:pt x="81196" y="11116"/>
                  </a:lnTo>
                  <a:lnTo>
                    <a:pt x="81260" y="11372"/>
                  </a:lnTo>
                  <a:lnTo>
                    <a:pt x="81388" y="11564"/>
                  </a:lnTo>
                  <a:lnTo>
                    <a:pt x="81516" y="11691"/>
                  </a:lnTo>
                  <a:lnTo>
                    <a:pt x="76150" y="20954"/>
                  </a:lnTo>
                  <a:lnTo>
                    <a:pt x="76150" y="20954"/>
                  </a:lnTo>
                  <a:lnTo>
                    <a:pt x="75958" y="20891"/>
                  </a:lnTo>
                  <a:lnTo>
                    <a:pt x="75702" y="20827"/>
                  </a:lnTo>
                  <a:lnTo>
                    <a:pt x="75702" y="20827"/>
                  </a:lnTo>
                  <a:lnTo>
                    <a:pt x="75511" y="20891"/>
                  </a:lnTo>
                  <a:lnTo>
                    <a:pt x="75319" y="20954"/>
                  </a:lnTo>
                  <a:lnTo>
                    <a:pt x="75000" y="21146"/>
                  </a:lnTo>
                  <a:lnTo>
                    <a:pt x="74744" y="21465"/>
                  </a:lnTo>
                  <a:lnTo>
                    <a:pt x="74680" y="21849"/>
                  </a:lnTo>
                  <a:lnTo>
                    <a:pt x="64076" y="21849"/>
                  </a:lnTo>
                  <a:lnTo>
                    <a:pt x="64076" y="21849"/>
                  </a:lnTo>
                  <a:lnTo>
                    <a:pt x="63948" y="21465"/>
                  </a:lnTo>
                  <a:lnTo>
                    <a:pt x="63756" y="21146"/>
                  </a:lnTo>
                  <a:lnTo>
                    <a:pt x="63373" y="20954"/>
                  </a:lnTo>
                  <a:lnTo>
                    <a:pt x="63181" y="20891"/>
                  </a:lnTo>
                  <a:lnTo>
                    <a:pt x="62990" y="20827"/>
                  </a:lnTo>
                  <a:lnTo>
                    <a:pt x="62990" y="20827"/>
                  </a:lnTo>
                  <a:lnTo>
                    <a:pt x="62798" y="20891"/>
                  </a:lnTo>
                  <a:lnTo>
                    <a:pt x="62606" y="20954"/>
                  </a:lnTo>
                  <a:lnTo>
                    <a:pt x="62415" y="21018"/>
                  </a:lnTo>
                  <a:lnTo>
                    <a:pt x="62223" y="21146"/>
                  </a:lnTo>
                  <a:lnTo>
                    <a:pt x="62095" y="21338"/>
                  </a:lnTo>
                  <a:lnTo>
                    <a:pt x="62031" y="21529"/>
                  </a:lnTo>
                  <a:lnTo>
                    <a:pt x="61968" y="21721"/>
                  </a:lnTo>
                  <a:lnTo>
                    <a:pt x="61904" y="21913"/>
                  </a:lnTo>
                  <a:lnTo>
                    <a:pt x="61904" y="21913"/>
                  </a:lnTo>
                  <a:lnTo>
                    <a:pt x="61968" y="22168"/>
                  </a:lnTo>
                  <a:lnTo>
                    <a:pt x="62031" y="22424"/>
                  </a:lnTo>
                  <a:lnTo>
                    <a:pt x="62223" y="22679"/>
                  </a:lnTo>
                  <a:lnTo>
                    <a:pt x="62415" y="22807"/>
                  </a:lnTo>
                  <a:lnTo>
                    <a:pt x="57049" y="32070"/>
                  </a:lnTo>
                  <a:lnTo>
                    <a:pt x="57049" y="32070"/>
                  </a:lnTo>
                  <a:lnTo>
                    <a:pt x="56857" y="32006"/>
                  </a:lnTo>
                  <a:lnTo>
                    <a:pt x="56601" y="32006"/>
                  </a:lnTo>
                  <a:lnTo>
                    <a:pt x="56601" y="32006"/>
                  </a:lnTo>
                  <a:lnTo>
                    <a:pt x="56218" y="32070"/>
                  </a:lnTo>
                  <a:lnTo>
                    <a:pt x="55899" y="32262"/>
                  </a:lnTo>
                  <a:lnTo>
                    <a:pt x="55707" y="32517"/>
                  </a:lnTo>
                  <a:lnTo>
                    <a:pt x="55579" y="32837"/>
                  </a:lnTo>
                  <a:lnTo>
                    <a:pt x="45038" y="32837"/>
                  </a:lnTo>
                  <a:lnTo>
                    <a:pt x="45038" y="32837"/>
                  </a:lnTo>
                  <a:lnTo>
                    <a:pt x="44911" y="32517"/>
                  </a:lnTo>
                  <a:lnTo>
                    <a:pt x="44655" y="32262"/>
                  </a:lnTo>
                  <a:lnTo>
                    <a:pt x="44336" y="32070"/>
                  </a:lnTo>
                  <a:lnTo>
                    <a:pt x="44016" y="32006"/>
                  </a:lnTo>
                  <a:lnTo>
                    <a:pt x="44016" y="32006"/>
                  </a:lnTo>
                  <a:lnTo>
                    <a:pt x="43761" y="32006"/>
                  </a:lnTo>
                  <a:lnTo>
                    <a:pt x="43569" y="32070"/>
                  </a:lnTo>
                  <a:lnTo>
                    <a:pt x="43377" y="32198"/>
                  </a:lnTo>
                  <a:lnTo>
                    <a:pt x="43250" y="32326"/>
                  </a:lnTo>
                  <a:lnTo>
                    <a:pt x="43122" y="32453"/>
                  </a:lnTo>
                  <a:lnTo>
                    <a:pt x="42994" y="32645"/>
                  </a:lnTo>
                  <a:lnTo>
                    <a:pt x="42930" y="32837"/>
                  </a:lnTo>
                  <a:lnTo>
                    <a:pt x="42930" y="33092"/>
                  </a:lnTo>
                  <a:lnTo>
                    <a:pt x="42930" y="33092"/>
                  </a:lnTo>
                  <a:lnTo>
                    <a:pt x="42930" y="33284"/>
                  </a:lnTo>
                  <a:lnTo>
                    <a:pt x="42994" y="33539"/>
                  </a:lnTo>
                  <a:lnTo>
                    <a:pt x="43122" y="33731"/>
                  </a:lnTo>
                  <a:lnTo>
                    <a:pt x="43250" y="33859"/>
                  </a:lnTo>
                  <a:lnTo>
                    <a:pt x="40247" y="39161"/>
                  </a:lnTo>
                  <a:lnTo>
                    <a:pt x="38011" y="42994"/>
                  </a:lnTo>
                  <a:lnTo>
                    <a:pt x="38011" y="42994"/>
                  </a:lnTo>
                  <a:lnTo>
                    <a:pt x="37820" y="42930"/>
                  </a:lnTo>
                  <a:lnTo>
                    <a:pt x="37564" y="42866"/>
                  </a:lnTo>
                  <a:lnTo>
                    <a:pt x="37564" y="42866"/>
                  </a:lnTo>
                  <a:lnTo>
                    <a:pt x="37372" y="42930"/>
                  </a:lnTo>
                  <a:lnTo>
                    <a:pt x="37181" y="42930"/>
                  </a:lnTo>
                  <a:lnTo>
                    <a:pt x="36861" y="43186"/>
                  </a:lnTo>
                  <a:lnTo>
                    <a:pt x="36606" y="43441"/>
                  </a:lnTo>
                  <a:lnTo>
                    <a:pt x="36478" y="43824"/>
                  </a:lnTo>
                  <a:lnTo>
                    <a:pt x="25937" y="43824"/>
                  </a:lnTo>
                  <a:lnTo>
                    <a:pt x="25937" y="43824"/>
                  </a:lnTo>
                  <a:lnTo>
                    <a:pt x="25873" y="43441"/>
                  </a:lnTo>
                  <a:lnTo>
                    <a:pt x="25618" y="43186"/>
                  </a:lnTo>
                  <a:lnTo>
                    <a:pt x="25299" y="42930"/>
                  </a:lnTo>
                  <a:lnTo>
                    <a:pt x="25107" y="42930"/>
                  </a:lnTo>
                  <a:lnTo>
                    <a:pt x="24915" y="42866"/>
                  </a:lnTo>
                  <a:lnTo>
                    <a:pt x="24915" y="42866"/>
                  </a:lnTo>
                  <a:lnTo>
                    <a:pt x="24660" y="42930"/>
                  </a:lnTo>
                  <a:lnTo>
                    <a:pt x="24404" y="42994"/>
                  </a:lnTo>
                  <a:lnTo>
                    <a:pt x="19102" y="33795"/>
                  </a:lnTo>
                  <a:lnTo>
                    <a:pt x="19102" y="33795"/>
                  </a:lnTo>
                  <a:lnTo>
                    <a:pt x="19293" y="33667"/>
                  </a:lnTo>
                  <a:lnTo>
                    <a:pt x="19421" y="33475"/>
                  </a:lnTo>
                  <a:lnTo>
                    <a:pt x="19549" y="33220"/>
                  </a:lnTo>
                  <a:lnTo>
                    <a:pt x="19549" y="32964"/>
                  </a:lnTo>
                  <a:lnTo>
                    <a:pt x="19549" y="32964"/>
                  </a:lnTo>
                  <a:lnTo>
                    <a:pt x="19549" y="32709"/>
                  </a:lnTo>
                  <a:lnTo>
                    <a:pt x="19421" y="32453"/>
                  </a:lnTo>
                  <a:lnTo>
                    <a:pt x="19293" y="32262"/>
                  </a:lnTo>
                  <a:lnTo>
                    <a:pt x="19102" y="32070"/>
                  </a:lnTo>
                  <a:lnTo>
                    <a:pt x="24404" y="22935"/>
                  </a:lnTo>
                  <a:lnTo>
                    <a:pt x="24404" y="22935"/>
                  </a:lnTo>
                  <a:lnTo>
                    <a:pt x="24596" y="22999"/>
                  </a:lnTo>
                  <a:lnTo>
                    <a:pt x="24851" y="22999"/>
                  </a:lnTo>
                  <a:lnTo>
                    <a:pt x="24851" y="22999"/>
                  </a:lnTo>
                  <a:lnTo>
                    <a:pt x="25043" y="22999"/>
                  </a:lnTo>
                  <a:lnTo>
                    <a:pt x="25299" y="22935"/>
                  </a:lnTo>
                  <a:lnTo>
                    <a:pt x="25426" y="22807"/>
                  </a:lnTo>
                  <a:lnTo>
                    <a:pt x="25618" y="22679"/>
                  </a:lnTo>
                  <a:lnTo>
                    <a:pt x="25746" y="22551"/>
                  </a:lnTo>
                  <a:lnTo>
                    <a:pt x="25873" y="22360"/>
                  </a:lnTo>
                  <a:lnTo>
                    <a:pt x="25937" y="22168"/>
                  </a:lnTo>
                  <a:lnTo>
                    <a:pt x="25937" y="21913"/>
                  </a:lnTo>
                  <a:lnTo>
                    <a:pt x="25937" y="21913"/>
                  </a:lnTo>
                  <a:lnTo>
                    <a:pt x="25937" y="21721"/>
                  </a:lnTo>
                  <a:lnTo>
                    <a:pt x="25873" y="21529"/>
                  </a:lnTo>
                  <a:lnTo>
                    <a:pt x="25746" y="21338"/>
                  </a:lnTo>
                  <a:lnTo>
                    <a:pt x="25618" y="21146"/>
                  </a:lnTo>
                  <a:lnTo>
                    <a:pt x="25426" y="21018"/>
                  </a:lnTo>
                  <a:lnTo>
                    <a:pt x="25299" y="20954"/>
                  </a:lnTo>
                  <a:lnTo>
                    <a:pt x="25043" y="20891"/>
                  </a:lnTo>
                  <a:lnTo>
                    <a:pt x="24851" y="20827"/>
                  </a:lnTo>
                  <a:lnTo>
                    <a:pt x="24851" y="20827"/>
                  </a:lnTo>
                  <a:lnTo>
                    <a:pt x="24660" y="20891"/>
                  </a:lnTo>
                  <a:lnTo>
                    <a:pt x="24404" y="20954"/>
                  </a:lnTo>
                  <a:lnTo>
                    <a:pt x="24276" y="21018"/>
                  </a:lnTo>
                  <a:lnTo>
                    <a:pt x="24085" y="21146"/>
                  </a:lnTo>
                  <a:lnTo>
                    <a:pt x="23957" y="21338"/>
                  </a:lnTo>
                  <a:lnTo>
                    <a:pt x="23829" y="21529"/>
                  </a:lnTo>
                  <a:lnTo>
                    <a:pt x="23765" y="21721"/>
                  </a:lnTo>
                  <a:lnTo>
                    <a:pt x="23765" y="21913"/>
                  </a:lnTo>
                  <a:lnTo>
                    <a:pt x="23765" y="21913"/>
                  </a:lnTo>
                  <a:lnTo>
                    <a:pt x="23829" y="22168"/>
                  </a:lnTo>
                  <a:lnTo>
                    <a:pt x="23893" y="22424"/>
                  </a:lnTo>
                  <a:lnTo>
                    <a:pt x="24021" y="22615"/>
                  </a:lnTo>
                  <a:lnTo>
                    <a:pt x="24212" y="22807"/>
                  </a:lnTo>
                  <a:lnTo>
                    <a:pt x="18910" y="31942"/>
                  </a:lnTo>
                  <a:lnTo>
                    <a:pt x="18910" y="31942"/>
                  </a:lnTo>
                  <a:lnTo>
                    <a:pt x="18719" y="31878"/>
                  </a:lnTo>
                  <a:lnTo>
                    <a:pt x="18463" y="31878"/>
                  </a:lnTo>
                  <a:lnTo>
                    <a:pt x="18463" y="31878"/>
                  </a:lnTo>
                  <a:lnTo>
                    <a:pt x="18271" y="31878"/>
                  </a:lnTo>
                  <a:lnTo>
                    <a:pt x="18080" y="31942"/>
                  </a:lnTo>
                  <a:lnTo>
                    <a:pt x="17760" y="32134"/>
                  </a:lnTo>
                  <a:lnTo>
                    <a:pt x="17505" y="32453"/>
                  </a:lnTo>
                  <a:lnTo>
                    <a:pt x="17441" y="32837"/>
                  </a:lnTo>
                  <a:lnTo>
                    <a:pt x="6900" y="32837"/>
                  </a:lnTo>
                  <a:lnTo>
                    <a:pt x="6900" y="32837"/>
                  </a:lnTo>
                  <a:lnTo>
                    <a:pt x="6772" y="32453"/>
                  </a:lnTo>
                  <a:lnTo>
                    <a:pt x="6517" y="32134"/>
                  </a:lnTo>
                  <a:lnTo>
                    <a:pt x="6197" y="31942"/>
                  </a:lnTo>
                  <a:lnTo>
                    <a:pt x="6006" y="31878"/>
                  </a:lnTo>
                  <a:lnTo>
                    <a:pt x="5814" y="31878"/>
                  </a:lnTo>
                  <a:lnTo>
                    <a:pt x="5814" y="31878"/>
                  </a:lnTo>
                  <a:lnTo>
                    <a:pt x="5559" y="31878"/>
                  </a:lnTo>
                  <a:lnTo>
                    <a:pt x="5303" y="32006"/>
                  </a:lnTo>
                  <a:lnTo>
                    <a:pt x="1" y="22807"/>
                  </a:lnTo>
                  <a:lnTo>
                    <a:pt x="1" y="22807"/>
                  </a:lnTo>
                  <a:lnTo>
                    <a:pt x="256" y="22615"/>
                  </a:lnTo>
                  <a:lnTo>
                    <a:pt x="448" y="22360"/>
                  </a:lnTo>
                  <a:lnTo>
                    <a:pt x="576" y="22104"/>
                  </a:lnTo>
                  <a:lnTo>
                    <a:pt x="640" y="21785"/>
                  </a:lnTo>
                  <a:lnTo>
                    <a:pt x="640" y="21785"/>
                  </a:lnTo>
                  <a:lnTo>
                    <a:pt x="640" y="21529"/>
                  </a:lnTo>
                  <a:lnTo>
                    <a:pt x="512" y="21274"/>
                  </a:lnTo>
                  <a:lnTo>
                    <a:pt x="320" y="21018"/>
                  </a:lnTo>
                  <a:lnTo>
                    <a:pt x="128" y="20891"/>
                  </a:lnTo>
                  <a:lnTo>
                    <a:pt x="5367" y="11819"/>
                  </a:lnTo>
                  <a:lnTo>
                    <a:pt x="5367" y="11819"/>
                  </a:lnTo>
                  <a:lnTo>
                    <a:pt x="5686" y="11883"/>
                  </a:lnTo>
                  <a:lnTo>
                    <a:pt x="5686" y="11883"/>
                  </a:lnTo>
                  <a:lnTo>
                    <a:pt x="6070" y="11819"/>
                  </a:lnTo>
                  <a:lnTo>
                    <a:pt x="6389" y="11627"/>
                  </a:lnTo>
                  <a:lnTo>
                    <a:pt x="6645" y="11372"/>
                  </a:lnTo>
                  <a:lnTo>
                    <a:pt x="6772" y="10989"/>
                  </a:lnTo>
                  <a:lnTo>
                    <a:pt x="17441" y="10989"/>
                  </a:lnTo>
                  <a:lnTo>
                    <a:pt x="17441" y="10989"/>
                  </a:lnTo>
                  <a:lnTo>
                    <a:pt x="17505" y="11372"/>
                  </a:lnTo>
                  <a:lnTo>
                    <a:pt x="17760" y="11691"/>
                  </a:lnTo>
                  <a:lnTo>
                    <a:pt x="18080" y="11883"/>
                  </a:lnTo>
                  <a:lnTo>
                    <a:pt x="18271" y="11947"/>
                  </a:lnTo>
                  <a:lnTo>
                    <a:pt x="18463" y="12011"/>
                  </a:lnTo>
                  <a:lnTo>
                    <a:pt x="18463" y="12011"/>
                  </a:lnTo>
                  <a:lnTo>
                    <a:pt x="18719" y="11947"/>
                  </a:lnTo>
                  <a:lnTo>
                    <a:pt x="18910" y="11883"/>
                  </a:lnTo>
                  <a:lnTo>
                    <a:pt x="19102" y="11819"/>
                  </a:lnTo>
                  <a:lnTo>
                    <a:pt x="19230" y="11691"/>
                  </a:lnTo>
                  <a:lnTo>
                    <a:pt x="19357" y="11500"/>
                  </a:lnTo>
                  <a:lnTo>
                    <a:pt x="19485" y="11308"/>
                  </a:lnTo>
                  <a:lnTo>
                    <a:pt x="19549" y="11116"/>
                  </a:lnTo>
                  <a:lnTo>
                    <a:pt x="19549" y="10925"/>
                  </a:lnTo>
                  <a:lnTo>
                    <a:pt x="19549" y="10925"/>
                  </a:lnTo>
                  <a:lnTo>
                    <a:pt x="19549" y="10669"/>
                  </a:lnTo>
                  <a:lnTo>
                    <a:pt x="19421" y="10414"/>
                  </a:lnTo>
                  <a:lnTo>
                    <a:pt x="19293" y="10222"/>
                  </a:lnTo>
                  <a:lnTo>
                    <a:pt x="19102" y="10030"/>
                  </a:lnTo>
                  <a:lnTo>
                    <a:pt x="24085" y="1406"/>
                  </a:lnTo>
                  <a:lnTo>
                    <a:pt x="24404" y="895"/>
                  </a:lnTo>
                  <a:lnTo>
                    <a:pt x="24404" y="895"/>
                  </a:lnTo>
                  <a:lnTo>
                    <a:pt x="24596" y="959"/>
                  </a:lnTo>
                  <a:lnTo>
                    <a:pt x="24851" y="959"/>
                  </a:lnTo>
                  <a:lnTo>
                    <a:pt x="24851" y="959"/>
                  </a:lnTo>
                  <a:lnTo>
                    <a:pt x="25043" y="959"/>
                  </a:lnTo>
                  <a:lnTo>
                    <a:pt x="25235" y="895"/>
                  </a:lnTo>
                  <a:lnTo>
                    <a:pt x="25554" y="703"/>
                  </a:lnTo>
                  <a:lnTo>
                    <a:pt x="25810" y="384"/>
                  </a:lnTo>
                  <a:lnTo>
                    <a:pt x="25937" y="1"/>
                  </a:lnTo>
                  <a:lnTo>
                    <a:pt x="36478" y="1"/>
                  </a:lnTo>
                  <a:lnTo>
                    <a:pt x="36478" y="1"/>
                  </a:lnTo>
                  <a:lnTo>
                    <a:pt x="36606" y="384"/>
                  </a:lnTo>
                  <a:lnTo>
                    <a:pt x="36861" y="703"/>
                  </a:lnTo>
                  <a:lnTo>
                    <a:pt x="37181" y="895"/>
                  </a:lnTo>
                  <a:lnTo>
                    <a:pt x="37372" y="959"/>
                  </a:lnTo>
                  <a:lnTo>
                    <a:pt x="37564" y="959"/>
                  </a:lnTo>
                  <a:lnTo>
                    <a:pt x="37564" y="959"/>
                  </a:lnTo>
                  <a:lnTo>
                    <a:pt x="37820" y="959"/>
                  </a:lnTo>
                  <a:lnTo>
                    <a:pt x="38011" y="895"/>
                  </a:lnTo>
                  <a:lnTo>
                    <a:pt x="43314" y="10030"/>
                  </a:lnTo>
                  <a:lnTo>
                    <a:pt x="43314" y="10030"/>
                  </a:lnTo>
                  <a:lnTo>
                    <a:pt x="43122" y="10222"/>
                  </a:lnTo>
                  <a:lnTo>
                    <a:pt x="42994" y="10414"/>
                  </a:lnTo>
                  <a:lnTo>
                    <a:pt x="42866" y="10669"/>
                  </a:lnTo>
                  <a:lnTo>
                    <a:pt x="42866" y="10925"/>
                  </a:lnTo>
                  <a:lnTo>
                    <a:pt x="42866" y="10925"/>
                  </a:lnTo>
                  <a:lnTo>
                    <a:pt x="42866" y="11116"/>
                  </a:lnTo>
                  <a:lnTo>
                    <a:pt x="42930" y="11372"/>
                  </a:lnTo>
                  <a:lnTo>
                    <a:pt x="43058" y="11500"/>
                  </a:lnTo>
                  <a:lnTo>
                    <a:pt x="43186" y="11691"/>
                  </a:lnTo>
                  <a:lnTo>
                    <a:pt x="43314" y="11819"/>
                  </a:lnTo>
                  <a:lnTo>
                    <a:pt x="43505" y="11947"/>
                  </a:lnTo>
                  <a:lnTo>
                    <a:pt x="43697" y="12011"/>
                  </a:lnTo>
                  <a:lnTo>
                    <a:pt x="43952" y="12011"/>
                  </a:lnTo>
                  <a:lnTo>
                    <a:pt x="43952" y="12011"/>
                  </a:lnTo>
                  <a:lnTo>
                    <a:pt x="44144" y="12011"/>
                  </a:lnTo>
                  <a:lnTo>
                    <a:pt x="44336" y="11947"/>
                  </a:lnTo>
                  <a:lnTo>
                    <a:pt x="44655" y="11691"/>
                  </a:lnTo>
                  <a:lnTo>
                    <a:pt x="44911" y="11436"/>
                  </a:lnTo>
                  <a:lnTo>
                    <a:pt x="45038" y="10989"/>
                  </a:lnTo>
                  <a:lnTo>
                    <a:pt x="55899" y="10989"/>
                  </a:lnTo>
                  <a:lnTo>
                    <a:pt x="55899" y="10989"/>
                  </a:lnTo>
                  <a:lnTo>
                    <a:pt x="56026" y="11436"/>
                  </a:lnTo>
                  <a:lnTo>
                    <a:pt x="56218" y="11691"/>
                  </a:lnTo>
                  <a:lnTo>
                    <a:pt x="56601" y="11947"/>
                  </a:lnTo>
                  <a:lnTo>
                    <a:pt x="56793" y="12011"/>
                  </a:lnTo>
                  <a:lnTo>
                    <a:pt x="56985" y="12011"/>
                  </a:lnTo>
                  <a:lnTo>
                    <a:pt x="56985" y="12011"/>
                  </a:lnTo>
                  <a:lnTo>
                    <a:pt x="57176" y="12011"/>
                  </a:lnTo>
                  <a:lnTo>
                    <a:pt x="57368" y="11947"/>
                  </a:lnTo>
                  <a:lnTo>
                    <a:pt x="57560" y="11819"/>
                  </a:lnTo>
                  <a:lnTo>
                    <a:pt x="57751" y="11691"/>
                  </a:lnTo>
                  <a:lnTo>
                    <a:pt x="57879" y="11500"/>
                  </a:lnTo>
                  <a:lnTo>
                    <a:pt x="57943" y="11372"/>
                  </a:lnTo>
                  <a:lnTo>
                    <a:pt x="58007" y="11116"/>
                  </a:lnTo>
                  <a:lnTo>
                    <a:pt x="58071" y="10925"/>
                  </a:lnTo>
                  <a:lnTo>
                    <a:pt x="58071" y="10925"/>
                  </a:lnTo>
                  <a:lnTo>
                    <a:pt x="58007" y="10605"/>
                  </a:lnTo>
                  <a:lnTo>
                    <a:pt x="57879" y="10286"/>
                  </a:lnTo>
                  <a:lnTo>
                    <a:pt x="57623" y="10094"/>
                  </a:lnTo>
                  <a:lnTo>
                    <a:pt x="57368" y="9903"/>
                  </a:lnTo>
                  <a:lnTo>
                    <a:pt x="58007" y="8817"/>
                  </a:lnTo>
                  <a:lnTo>
                    <a:pt x="62542" y="895"/>
                  </a:lnTo>
                  <a:lnTo>
                    <a:pt x="62542" y="895"/>
                  </a:lnTo>
                  <a:lnTo>
                    <a:pt x="62798" y="959"/>
                  </a:lnTo>
                  <a:lnTo>
                    <a:pt x="62990" y="959"/>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39">
              <a:extLst>
                <a:ext uri="{FF2B5EF4-FFF2-40B4-BE49-F238E27FC236}">
                  <a16:creationId xmlns:a16="http://schemas.microsoft.com/office/drawing/2014/main" id="{EA1F79A0-2ADA-18CE-78CA-12F37A9E7BA6}"/>
                </a:ext>
              </a:extLst>
            </p:cNvPr>
            <p:cNvSpPr/>
            <p:nvPr/>
          </p:nvSpPr>
          <p:spPr>
            <a:xfrm>
              <a:off x="2354850" y="-1076800"/>
              <a:ext cx="605325" cy="544625"/>
            </a:xfrm>
            <a:custGeom>
              <a:avLst/>
              <a:gdLst/>
              <a:ahLst/>
              <a:cxnLst/>
              <a:rect l="l" t="t" r="r" b="b"/>
              <a:pathLst>
                <a:path w="24213" h="21785" fill="none" extrusionOk="0">
                  <a:moveTo>
                    <a:pt x="5750" y="959"/>
                  </a:moveTo>
                  <a:lnTo>
                    <a:pt x="5750" y="959"/>
                  </a:lnTo>
                  <a:lnTo>
                    <a:pt x="5942" y="895"/>
                  </a:lnTo>
                  <a:lnTo>
                    <a:pt x="6134" y="895"/>
                  </a:lnTo>
                  <a:lnTo>
                    <a:pt x="6453" y="640"/>
                  </a:lnTo>
                  <a:lnTo>
                    <a:pt x="6709" y="384"/>
                  </a:lnTo>
                  <a:lnTo>
                    <a:pt x="6773" y="1"/>
                  </a:lnTo>
                  <a:lnTo>
                    <a:pt x="17377" y="1"/>
                  </a:lnTo>
                  <a:lnTo>
                    <a:pt x="17377" y="1"/>
                  </a:lnTo>
                  <a:lnTo>
                    <a:pt x="17505" y="384"/>
                  </a:lnTo>
                  <a:lnTo>
                    <a:pt x="17697" y="704"/>
                  </a:lnTo>
                  <a:lnTo>
                    <a:pt x="18080" y="895"/>
                  </a:lnTo>
                  <a:lnTo>
                    <a:pt x="18272" y="959"/>
                  </a:lnTo>
                  <a:lnTo>
                    <a:pt x="18463" y="959"/>
                  </a:lnTo>
                  <a:lnTo>
                    <a:pt x="18463" y="959"/>
                  </a:lnTo>
                  <a:lnTo>
                    <a:pt x="18655" y="959"/>
                  </a:lnTo>
                  <a:lnTo>
                    <a:pt x="18910" y="831"/>
                  </a:lnTo>
                  <a:lnTo>
                    <a:pt x="24213" y="10031"/>
                  </a:lnTo>
                  <a:lnTo>
                    <a:pt x="24213" y="10031"/>
                  </a:lnTo>
                  <a:lnTo>
                    <a:pt x="24021" y="10158"/>
                  </a:lnTo>
                  <a:lnTo>
                    <a:pt x="23829" y="10414"/>
                  </a:lnTo>
                  <a:lnTo>
                    <a:pt x="23766" y="10605"/>
                  </a:lnTo>
                  <a:lnTo>
                    <a:pt x="23702" y="10925"/>
                  </a:lnTo>
                  <a:lnTo>
                    <a:pt x="23702" y="10925"/>
                  </a:lnTo>
                  <a:lnTo>
                    <a:pt x="23766" y="11180"/>
                  </a:lnTo>
                  <a:lnTo>
                    <a:pt x="23829" y="11372"/>
                  </a:lnTo>
                  <a:lnTo>
                    <a:pt x="24021" y="11628"/>
                  </a:lnTo>
                  <a:lnTo>
                    <a:pt x="24213" y="11755"/>
                  </a:lnTo>
                  <a:lnTo>
                    <a:pt x="23957" y="12139"/>
                  </a:lnTo>
                  <a:lnTo>
                    <a:pt x="18974" y="20827"/>
                  </a:lnTo>
                  <a:lnTo>
                    <a:pt x="18974" y="20827"/>
                  </a:lnTo>
                  <a:lnTo>
                    <a:pt x="18783" y="20827"/>
                  </a:lnTo>
                  <a:lnTo>
                    <a:pt x="18783" y="20827"/>
                  </a:lnTo>
                  <a:lnTo>
                    <a:pt x="18591" y="20827"/>
                  </a:lnTo>
                  <a:lnTo>
                    <a:pt x="18399" y="20891"/>
                  </a:lnTo>
                  <a:lnTo>
                    <a:pt x="18016" y="21082"/>
                  </a:lnTo>
                  <a:lnTo>
                    <a:pt x="17824" y="21402"/>
                  </a:lnTo>
                  <a:lnTo>
                    <a:pt x="17697" y="21785"/>
                  </a:lnTo>
                  <a:lnTo>
                    <a:pt x="6836" y="21785"/>
                  </a:lnTo>
                  <a:lnTo>
                    <a:pt x="6836" y="21785"/>
                  </a:lnTo>
                  <a:lnTo>
                    <a:pt x="6709" y="21402"/>
                  </a:lnTo>
                  <a:lnTo>
                    <a:pt x="6453" y="21082"/>
                  </a:lnTo>
                  <a:lnTo>
                    <a:pt x="6134" y="20891"/>
                  </a:lnTo>
                  <a:lnTo>
                    <a:pt x="5942" y="20827"/>
                  </a:lnTo>
                  <a:lnTo>
                    <a:pt x="5750" y="20827"/>
                  </a:lnTo>
                  <a:lnTo>
                    <a:pt x="5750" y="20827"/>
                  </a:lnTo>
                  <a:lnTo>
                    <a:pt x="5495" y="20827"/>
                  </a:lnTo>
                  <a:lnTo>
                    <a:pt x="5303" y="20955"/>
                  </a:lnTo>
                  <a:lnTo>
                    <a:pt x="1" y="11755"/>
                  </a:lnTo>
                  <a:lnTo>
                    <a:pt x="1" y="11755"/>
                  </a:lnTo>
                  <a:lnTo>
                    <a:pt x="193" y="11628"/>
                  </a:lnTo>
                  <a:lnTo>
                    <a:pt x="320" y="11372"/>
                  </a:lnTo>
                  <a:lnTo>
                    <a:pt x="384" y="11180"/>
                  </a:lnTo>
                  <a:lnTo>
                    <a:pt x="448" y="10925"/>
                  </a:lnTo>
                  <a:lnTo>
                    <a:pt x="448" y="10925"/>
                  </a:lnTo>
                  <a:lnTo>
                    <a:pt x="384" y="10605"/>
                  </a:lnTo>
                  <a:lnTo>
                    <a:pt x="320" y="10414"/>
                  </a:lnTo>
                  <a:lnTo>
                    <a:pt x="193" y="10158"/>
                  </a:lnTo>
                  <a:lnTo>
                    <a:pt x="1" y="10031"/>
                  </a:lnTo>
                  <a:lnTo>
                    <a:pt x="5303" y="831"/>
                  </a:lnTo>
                  <a:lnTo>
                    <a:pt x="5303" y="831"/>
                  </a:lnTo>
                  <a:lnTo>
                    <a:pt x="5495" y="895"/>
                  </a:lnTo>
                  <a:lnTo>
                    <a:pt x="5750" y="959"/>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39">
              <a:extLst>
                <a:ext uri="{FF2B5EF4-FFF2-40B4-BE49-F238E27FC236}">
                  <a16:creationId xmlns:a16="http://schemas.microsoft.com/office/drawing/2014/main" id="{031D059C-CA1A-3C9D-7A76-172894276CD9}"/>
                </a:ext>
              </a:extLst>
            </p:cNvPr>
            <p:cNvSpPr/>
            <p:nvPr/>
          </p:nvSpPr>
          <p:spPr>
            <a:xfrm>
              <a:off x="1874150" y="-1353075"/>
              <a:ext cx="608500" cy="546225"/>
            </a:xfrm>
            <a:custGeom>
              <a:avLst/>
              <a:gdLst/>
              <a:ahLst/>
              <a:cxnLst/>
              <a:rect l="l" t="t" r="r" b="b"/>
              <a:pathLst>
                <a:path w="24340" h="21849" fill="none" extrusionOk="0">
                  <a:moveTo>
                    <a:pt x="5877" y="1022"/>
                  </a:moveTo>
                  <a:lnTo>
                    <a:pt x="5877" y="1022"/>
                  </a:lnTo>
                  <a:lnTo>
                    <a:pt x="6069" y="958"/>
                  </a:lnTo>
                  <a:lnTo>
                    <a:pt x="6261" y="895"/>
                  </a:lnTo>
                  <a:lnTo>
                    <a:pt x="6580" y="703"/>
                  </a:lnTo>
                  <a:lnTo>
                    <a:pt x="6836" y="383"/>
                  </a:lnTo>
                  <a:lnTo>
                    <a:pt x="6963" y="0"/>
                  </a:lnTo>
                  <a:lnTo>
                    <a:pt x="17504" y="0"/>
                  </a:lnTo>
                  <a:lnTo>
                    <a:pt x="17504" y="0"/>
                  </a:lnTo>
                  <a:lnTo>
                    <a:pt x="17632" y="383"/>
                  </a:lnTo>
                  <a:lnTo>
                    <a:pt x="17887" y="703"/>
                  </a:lnTo>
                  <a:lnTo>
                    <a:pt x="18207" y="895"/>
                  </a:lnTo>
                  <a:lnTo>
                    <a:pt x="18398" y="958"/>
                  </a:lnTo>
                  <a:lnTo>
                    <a:pt x="18590" y="1022"/>
                  </a:lnTo>
                  <a:lnTo>
                    <a:pt x="18590" y="1022"/>
                  </a:lnTo>
                  <a:lnTo>
                    <a:pt x="18846" y="958"/>
                  </a:lnTo>
                  <a:lnTo>
                    <a:pt x="19037" y="895"/>
                  </a:lnTo>
                  <a:lnTo>
                    <a:pt x="24340" y="10030"/>
                  </a:lnTo>
                  <a:lnTo>
                    <a:pt x="24340" y="10030"/>
                  </a:lnTo>
                  <a:lnTo>
                    <a:pt x="24148" y="10221"/>
                  </a:lnTo>
                  <a:lnTo>
                    <a:pt x="24020" y="10413"/>
                  </a:lnTo>
                  <a:lnTo>
                    <a:pt x="23892" y="10669"/>
                  </a:lnTo>
                  <a:lnTo>
                    <a:pt x="23892" y="10924"/>
                  </a:lnTo>
                  <a:lnTo>
                    <a:pt x="23892" y="10924"/>
                  </a:lnTo>
                  <a:lnTo>
                    <a:pt x="23892" y="11180"/>
                  </a:lnTo>
                  <a:lnTo>
                    <a:pt x="24020" y="11435"/>
                  </a:lnTo>
                  <a:lnTo>
                    <a:pt x="24148" y="11627"/>
                  </a:lnTo>
                  <a:lnTo>
                    <a:pt x="24340" y="11819"/>
                  </a:lnTo>
                  <a:lnTo>
                    <a:pt x="19037" y="20954"/>
                  </a:lnTo>
                  <a:lnTo>
                    <a:pt x="19037" y="20954"/>
                  </a:lnTo>
                  <a:lnTo>
                    <a:pt x="18846" y="20890"/>
                  </a:lnTo>
                  <a:lnTo>
                    <a:pt x="18590" y="20890"/>
                  </a:lnTo>
                  <a:lnTo>
                    <a:pt x="18590" y="20890"/>
                  </a:lnTo>
                  <a:lnTo>
                    <a:pt x="18398" y="20890"/>
                  </a:lnTo>
                  <a:lnTo>
                    <a:pt x="18207" y="20954"/>
                  </a:lnTo>
                  <a:lnTo>
                    <a:pt x="17887" y="21145"/>
                  </a:lnTo>
                  <a:lnTo>
                    <a:pt x="17632" y="21465"/>
                  </a:lnTo>
                  <a:lnTo>
                    <a:pt x="17504" y="21848"/>
                  </a:lnTo>
                  <a:lnTo>
                    <a:pt x="6963" y="21848"/>
                  </a:lnTo>
                  <a:lnTo>
                    <a:pt x="6963" y="21848"/>
                  </a:lnTo>
                  <a:lnTo>
                    <a:pt x="6836" y="21465"/>
                  </a:lnTo>
                  <a:lnTo>
                    <a:pt x="6580" y="21145"/>
                  </a:lnTo>
                  <a:lnTo>
                    <a:pt x="6261" y="20954"/>
                  </a:lnTo>
                  <a:lnTo>
                    <a:pt x="6069" y="20890"/>
                  </a:lnTo>
                  <a:lnTo>
                    <a:pt x="5877" y="20890"/>
                  </a:lnTo>
                  <a:lnTo>
                    <a:pt x="5877" y="20890"/>
                  </a:lnTo>
                  <a:lnTo>
                    <a:pt x="5622" y="20890"/>
                  </a:lnTo>
                  <a:lnTo>
                    <a:pt x="5430" y="20954"/>
                  </a:lnTo>
                  <a:lnTo>
                    <a:pt x="0" y="11563"/>
                  </a:lnTo>
                  <a:lnTo>
                    <a:pt x="0" y="11563"/>
                  </a:lnTo>
                  <a:lnTo>
                    <a:pt x="256" y="11435"/>
                  </a:lnTo>
                  <a:lnTo>
                    <a:pt x="447" y="11180"/>
                  </a:lnTo>
                  <a:lnTo>
                    <a:pt x="575" y="10924"/>
                  </a:lnTo>
                  <a:lnTo>
                    <a:pt x="575" y="10605"/>
                  </a:lnTo>
                  <a:lnTo>
                    <a:pt x="575" y="10605"/>
                  </a:lnTo>
                  <a:lnTo>
                    <a:pt x="575" y="10413"/>
                  </a:lnTo>
                  <a:lnTo>
                    <a:pt x="511" y="10158"/>
                  </a:lnTo>
                  <a:lnTo>
                    <a:pt x="383" y="9966"/>
                  </a:lnTo>
                  <a:lnTo>
                    <a:pt x="256" y="9838"/>
                  </a:lnTo>
                  <a:lnTo>
                    <a:pt x="5430" y="895"/>
                  </a:lnTo>
                  <a:lnTo>
                    <a:pt x="5430" y="895"/>
                  </a:lnTo>
                  <a:lnTo>
                    <a:pt x="5622" y="958"/>
                  </a:lnTo>
                  <a:lnTo>
                    <a:pt x="5877" y="1022"/>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39">
              <a:extLst>
                <a:ext uri="{FF2B5EF4-FFF2-40B4-BE49-F238E27FC236}">
                  <a16:creationId xmlns:a16="http://schemas.microsoft.com/office/drawing/2014/main" id="{C6769A0E-7C03-31FE-8ECF-2A7FCCA44E4E}"/>
                </a:ext>
              </a:extLst>
            </p:cNvPr>
            <p:cNvSpPr/>
            <p:nvPr/>
          </p:nvSpPr>
          <p:spPr>
            <a:xfrm>
              <a:off x="2830800" y="-1353075"/>
              <a:ext cx="606900" cy="546225"/>
            </a:xfrm>
            <a:custGeom>
              <a:avLst/>
              <a:gdLst/>
              <a:ahLst/>
              <a:cxnLst/>
              <a:rect l="l" t="t" r="r" b="b"/>
              <a:pathLst>
                <a:path w="24276" h="21849" fill="none" extrusionOk="0">
                  <a:moveTo>
                    <a:pt x="5750" y="1022"/>
                  </a:moveTo>
                  <a:lnTo>
                    <a:pt x="5750" y="1022"/>
                  </a:lnTo>
                  <a:lnTo>
                    <a:pt x="5941" y="958"/>
                  </a:lnTo>
                  <a:lnTo>
                    <a:pt x="6133" y="895"/>
                  </a:lnTo>
                  <a:lnTo>
                    <a:pt x="6516" y="703"/>
                  </a:lnTo>
                  <a:lnTo>
                    <a:pt x="6708" y="383"/>
                  </a:lnTo>
                  <a:lnTo>
                    <a:pt x="6836" y="0"/>
                  </a:lnTo>
                  <a:lnTo>
                    <a:pt x="17440" y="0"/>
                  </a:lnTo>
                  <a:lnTo>
                    <a:pt x="17440" y="0"/>
                  </a:lnTo>
                  <a:lnTo>
                    <a:pt x="17504" y="383"/>
                  </a:lnTo>
                  <a:lnTo>
                    <a:pt x="17760" y="703"/>
                  </a:lnTo>
                  <a:lnTo>
                    <a:pt x="18079" y="895"/>
                  </a:lnTo>
                  <a:lnTo>
                    <a:pt x="18271" y="958"/>
                  </a:lnTo>
                  <a:lnTo>
                    <a:pt x="18462" y="1022"/>
                  </a:lnTo>
                  <a:lnTo>
                    <a:pt x="18462" y="1022"/>
                  </a:lnTo>
                  <a:lnTo>
                    <a:pt x="18718" y="958"/>
                  </a:lnTo>
                  <a:lnTo>
                    <a:pt x="18910" y="895"/>
                  </a:lnTo>
                  <a:lnTo>
                    <a:pt x="24276" y="10158"/>
                  </a:lnTo>
                  <a:lnTo>
                    <a:pt x="24276" y="10158"/>
                  </a:lnTo>
                  <a:lnTo>
                    <a:pt x="24148" y="10285"/>
                  </a:lnTo>
                  <a:lnTo>
                    <a:pt x="24020" y="10477"/>
                  </a:lnTo>
                  <a:lnTo>
                    <a:pt x="23956" y="10732"/>
                  </a:lnTo>
                  <a:lnTo>
                    <a:pt x="23956" y="10924"/>
                  </a:lnTo>
                  <a:lnTo>
                    <a:pt x="23956" y="10924"/>
                  </a:lnTo>
                  <a:lnTo>
                    <a:pt x="23956" y="11180"/>
                  </a:lnTo>
                  <a:lnTo>
                    <a:pt x="24020" y="11371"/>
                  </a:lnTo>
                  <a:lnTo>
                    <a:pt x="24148" y="11563"/>
                  </a:lnTo>
                  <a:lnTo>
                    <a:pt x="24276" y="11691"/>
                  </a:lnTo>
                  <a:lnTo>
                    <a:pt x="21337" y="16801"/>
                  </a:lnTo>
                  <a:lnTo>
                    <a:pt x="18910" y="20954"/>
                  </a:lnTo>
                  <a:lnTo>
                    <a:pt x="18910" y="20954"/>
                  </a:lnTo>
                  <a:lnTo>
                    <a:pt x="18718" y="20890"/>
                  </a:lnTo>
                  <a:lnTo>
                    <a:pt x="18462" y="20890"/>
                  </a:lnTo>
                  <a:lnTo>
                    <a:pt x="18462" y="20890"/>
                  </a:lnTo>
                  <a:lnTo>
                    <a:pt x="18271" y="20890"/>
                  </a:lnTo>
                  <a:lnTo>
                    <a:pt x="18079" y="20954"/>
                  </a:lnTo>
                  <a:lnTo>
                    <a:pt x="17760" y="21145"/>
                  </a:lnTo>
                  <a:lnTo>
                    <a:pt x="17504" y="21465"/>
                  </a:lnTo>
                  <a:lnTo>
                    <a:pt x="17440" y="21848"/>
                  </a:lnTo>
                  <a:lnTo>
                    <a:pt x="6836" y="21848"/>
                  </a:lnTo>
                  <a:lnTo>
                    <a:pt x="6836" y="21848"/>
                  </a:lnTo>
                  <a:lnTo>
                    <a:pt x="6708" y="21465"/>
                  </a:lnTo>
                  <a:lnTo>
                    <a:pt x="6516" y="21145"/>
                  </a:lnTo>
                  <a:lnTo>
                    <a:pt x="6133" y="20954"/>
                  </a:lnTo>
                  <a:lnTo>
                    <a:pt x="5941" y="20890"/>
                  </a:lnTo>
                  <a:lnTo>
                    <a:pt x="5750" y="20890"/>
                  </a:lnTo>
                  <a:lnTo>
                    <a:pt x="5750" y="20890"/>
                  </a:lnTo>
                  <a:lnTo>
                    <a:pt x="5558" y="20890"/>
                  </a:lnTo>
                  <a:lnTo>
                    <a:pt x="5302" y="20954"/>
                  </a:lnTo>
                  <a:lnTo>
                    <a:pt x="0" y="11819"/>
                  </a:lnTo>
                  <a:lnTo>
                    <a:pt x="0" y="11819"/>
                  </a:lnTo>
                  <a:lnTo>
                    <a:pt x="192" y="11627"/>
                  </a:lnTo>
                  <a:lnTo>
                    <a:pt x="383" y="11435"/>
                  </a:lnTo>
                  <a:lnTo>
                    <a:pt x="447" y="11180"/>
                  </a:lnTo>
                  <a:lnTo>
                    <a:pt x="511" y="10924"/>
                  </a:lnTo>
                  <a:lnTo>
                    <a:pt x="511" y="10924"/>
                  </a:lnTo>
                  <a:lnTo>
                    <a:pt x="447" y="10669"/>
                  </a:lnTo>
                  <a:lnTo>
                    <a:pt x="383" y="10413"/>
                  </a:lnTo>
                  <a:lnTo>
                    <a:pt x="192" y="10221"/>
                  </a:lnTo>
                  <a:lnTo>
                    <a:pt x="0" y="10030"/>
                  </a:lnTo>
                  <a:lnTo>
                    <a:pt x="5175" y="1150"/>
                  </a:lnTo>
                  <a:lnTo>
                    <a:pt x="5302" y="895"/>
                  </a:lnTo>
                  <a:lnTo>
                    <a:pt x="5302" y="895"/>
                  </a:lnTo>
                  <a:lnTo>
                    <a:pt x="5558" y="958"/>
                  </a:lnTo>
                  <a:lnTo>
                    <a:pt x="5750" y="1022"/>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39">
              <a:extLst>
                <a:ext uri="{FF2B5EF4-FFF2-40B4-BE49-F238E27FC236}">
                  <a16:creationId xmlns:a16="http://schemas.microsoft.com/office/drawing/2014/main" id="{7AB05472-1334-C595-E338-B6E1159751B7}"/>
                </a:ext>
              </a:extLst>
            </p:cNvPr>
            <p:cNvSpPr/>
            <p:nvPr/>
          </p:nvSpPr>
          <p:spPr>
            <a:xfrm>
              <a:off x="1067625" y="-1658125"/>
              <a:ext cx="2887550" cy="2526600"/>
            </a:xfrm>
            <a:custGeom>
              <a:avLst/>
              <a:gdLst/>
              <a:ahLst/>
              <a:cxnLst/>
              <a:rect l="l" t="t" r="r" b="b"/>
              <a:pathLst>
                <a:path w="115502" h="101064" fill="none" extrusionOk="0">
                  <a:moveTo>
                    <a:pt x="69952" y="1"/>
                  </a:moveTo>
                  <a:lnTo>
                    <a:pt x="69952" y="1"/>
                  </a:lnTo>
                  <a:lnTo>
                    <a:pt x="69761" y="64"/>
                  </a:lnTo>
                  <a:lnTo>
                    <a:pt x="69569" y="128"/>
                  </a:lnTo>
                  <a:lnTo>
                    <a:pt x="69186" y="320"/>
                  </a:lnTo>
                  <a:lnTo>
                    <a:pt x="68994" y="639"/>
                  </a:lnTo>
                  <a:lnTo>
                    <a:pt x="68866" y="1023"/>
                  </a:lnTo>
                  <a:lnTo>
                    <a:pt x="57239" y="1023"/>
                  </a:lnTo>
                  <a:lnTo>
                    <a:pt x="57239" y="1214"/>
                  </a:lnTo>
                  <a:lnTo>
                    <a:pt x="68866" y="1214"/>
                  </a:lnTo>
                  <a:lnTo>
                    <a:pt x="68866" y="1214"/>
                  </a:lnTo>
                  <a:lnTo>
                    <a:pt x="68994" y="1598"/>
                  </a:lnTo>
                  <a:lnTo>
                    <a:pt x="69186" y="1917"/>
                  </a:lnTo>
                  <a:lnTo>
                    <a:pt x="69569" y="2109"/>
                  </a:lnTo>
                  <a:lnTo>
                    <a:pt x="69761" y="2173"/>
                  </a:lnTo>
                  <a:lnTo>
                    <a:pt x="69952" y="2173"/>
                  </a:lnTo>
                  <a:lnTo>
                    <a:pt x="69952" y="2173"/>
                  </a:lnTo>
                  <a:lnTo>
                    <a:pt x="70144" y="2173"/>
                  </a:lnTo>
                  <a:lnTo>
                    <a:pt x="70399" y="2109"/>
                  </a:lnTo>
                  <a:lnTo>
                    <a:pt x="75702" y="11244"/>
                  </a:lnTo>
                  <a:lnTo>
                    <a:pt x="75702" y="11244"/>
                  </a:lnTo>
                  <a:lnTo>
                    <a:pt x="75510" y="11436"/>
                  </a:lnTo>
                  <a:lnTo>
                    <a:pt x="75318" y="11627"/>
                  </a:lnTo>
                  <a:lnTo>
                    <a:pt x="75255" y="11883"/>
                  </a:lnTo>
                  <a:lnTo>
                    <a:pt x="75191" y="12138"/>
                  </a:lnTo>
                  <a:lnTo>
                    <a:pt x="75191" y="12138"/>
                  </a:lnTo>
                  <a:lnTo>
                    <a:pt x="75255" y="12394"/>
                  </a:lnTo>
                  <a:lnTo>
                    <a:pt x="75318" y="12649"/>
                  </a:lnTo>
                  <a:lnTo>
                    <a:pt x="75510" y="12841"/>
                  </a:lnTo>
                  <a:lnTo>
                    <a:pt x="75702" y="12969"/>
                  </a:lnTo>
                  <a:lnTo>
                    <a:pt x="73019" y="17568"/>
                  </a:lnTo>
                  <a:lnTo>
                    <a:pt x="70399" y="22168"/>
                  </a:lnTo>
                  <a:lnTo>
                    <a:pt x="70399" y="22168"/>
                  </a:lnTo>
                  <a:lnTo>
                    <a:pt x="70144" y="22104"/>
                  </a:lnTo>
                  <a:lnTo>
                    <a:pt x="69952" y="22040"/>
                  </a:lnTo>
                  <a:lnTo>
                    <a:pt x="69952" y="22040"/>
                  </a:lnTo>
                  <a:lnTo>
                    <a:pt x="69761" y="22040"/>
                  </a:lnTo>
                  <a:lnTo>
                    <a:pt x="69505" y="22104"/>
                  </a:lnTo>
                  <a:lnTo>
                    <a:pt x="69186" y="22360"/>
                  </a:lnTo>
                  <a:lnTo>
                    <a:pt x="68994" y="22679"/>
                  </a:lnTo>
                  <a:lnTo>
                    <a:pt x="68866" y="23062"/>
                  </a:lnTo>
                  <a:lnTo>
                    <a:pt x="58262" y="23062"/>
                  </a:lnTo>
                  <a:lnTo>
                    <a:pt x="58262" y="23062"/>
                  </a:lnTo>
                  <a:lnTo>
                    <a:pt x="58262" y="22807"/>
                  </a:lnTo>
                  <a:lnTo>
                    <a:pt x="58198" y="22615"/>
                  </a:lnTo>
                  <a:lnTo>
                    <a:pt x="57942" y="22296"/>
                  </a:lnTo>
                  <a:lnTo>
                    <a:pt x="57623" y="22104"/>
                  </a:lnTo>
                  <a:lnTo>
                    <a:pt x="57431" y="22040"/>
                  </a:lnTo>
                  <a:lnTo>
                    <a:pt x="57239" y="22040"/>
                  </a:lnTo>
                  <a:lnTo>
                    <a:pt x="57239" y="22040"/>
                  </a:lnTo>
                  <a:lnTo>
                    <a:pt x="56984" y="22040"/>
                  </a:lnTo>
                  <a:lnTo>
                    <a:pt x="56728" y="22168"/>
                  </a:lnTo>
                  <a:lnTo>
                    <a:pt x="55706" y="20379"/>
                  </a:lnTo>
                  <a:lnTo>
                    <a:pt x="51490" y="12969"/>
                  </a:lnTo>
                  <a:lnTo>
                    <a:pt x="51490" y="12969"/>
                  </a:lnTo>
                  <a:lnTo>
                    <a:pt x="51682" y="12841"/>
                  </a:lnTo>
                  <a:lnTo>
                    <a:pt x="51809" y="12649"/>
                  </a:lnTo>
                  <a:lnTo>
                    <a:pt x="51873" y="12394"/>
                  </a:lnTo>
                  <a:lnTo>
                    <a:pt x="51937" y="12138"/>
                  </a:lnTo>
                  <a:lnTo>
                    <a:pt x="51937" y="12138"/>
                  </a:lnTo>
                  <a:lnTo>
                    <a:pt x="51937" y="11883"/>
                  </a:lnTo>
                  <a:lnTo>
                    <a:pt x="51873" y="11691"/>
                  </a:lnTo>
                  <a:lnTo>
                    <a:pt x="51745" y="11499"/>
                  </a:lnTo>
                  <a:lnTo>
                    <a:pt x="51618" y="11372"/>
                  </a:lnTo>
                  <a:lnTo>
                    <a:pt x="51490" y="11244"/>
                  </a:lnTo>
                  <a:lnTo>
                    <a:pt x="51298" y="11116"/>
                  </a:lnTo>
                  <a:lnTo>
                    <a:pt x="51043" y="11052"/>
                  </a:lnTo>
                  <a:lnTo>
                    <a:pt x="50851" y="11052"/>
                  </a:lnTo>
                  <a:lnTo>
                    <a:pt x="50851" y="11052"/>
                  </a:lnTo>
                  <a:lnTo>
                    <a:pt x="50659" y="11052"/>
                  </a:lnTo>
                  <a:lnTo>
                    <a:pt x="50468" y="11116"/>
                  </a:lnTo>
                  <a:lnTo>
                    <a:pt x="50148" y="11308"/>
                  </a:lnTo>
                  <a:lnTo>
                    <a:pt x="49893" y="11627"/>
                  </a:lnTo>
                  <a:lnTo>
                    <a:pt x="49765" y="12011"/>
                  </a:lnTo>
                  <a:lnTo>
                    <a:pt x="39224" y="12011"/>
                  </a:lnTo>
                  <a:lnTo>
                    <a:pt x="39224" y="12011"/>
                  </a:lnTo>
                  <a:lnTo>
                    <a:pt x="39097" y="11627"/>
                  </a:lnTo>
                  <a:lnTo>
                    <a:pt x="38841" y="11308"/>
                  </a:lnTo>
                  <a:lnTo>
                    <a:pt x="38522" y="11116"/>
                  </a:lnTo>
                  <a:lnTo>
                    <a:pt x="38330" y="11052"/>
                  </a:lnTo>
                  <a:lnTo>
                    <a:pt x="38138" y="11052"/>
                  </a:lnTo>
                  <a:lnTo>
                    <a:pt x="38138" y="11052"/>
                  </a:lnTo>
                  <a:lnTo>
                    <a:pt x="37883" y="11052"/>
                  </a:lnTo>
                  <a:lnTo>
                    <a:pt x="37691" y="11116"/>
                  </a:lnTo>
                  <a:lnTo>
                    <a:pt x="31878" y="1023"/>
                  </a:lnTo>
                  <a:lnTo>
                    <a:pt x="31686" y="1150"/>
                  </a:lnTo>
                  <a:lnTo>
                    <a:pt x="37499" y="11244"/>
                  </a:lnTo>
                  <a:lnTo>
                    <a:pt x="37499" y="11244"/>
                  </a:lnTo>
                  <a:lnTo>
                    <a:pt x="37308" y="11436"/>
                  </a:lnTo>
                  <a:lnTo>
                    <a:pt x="37180" y="11627"/>
                  </a:lnTo>
                  <a:lnTo>
                    <a:pt x="37116" y="11883"/>
                  </a:lnTo>
                  <a:lnTo>
                    <a:pt x="37052" y="12138"/>
                  </a:lnTo>
                  <a:lnTo>
                    <a:pt x="37052" y="12138"/>
                  </a:lnTo>
                  <a:lnTo>
                    <a:pt x="37116" y="12394"/>
                  </a:lnTo>
                  <a:lnTo>
                    <a:pt x="37180" y="12649"/>
                  </a:lnTo>
                  <a:lnTo>
                    <a:pt x="37308" y="12841"/>
                  </a:lnTo>
                  <a:lnTo>
                    <a:pt x="37499" y="12969"/>
                  </a:lnTo>
                  <a:lnTo>
                    <a:pt x="32389" y="21912"/>
                  </a:lnTo>
                  <a:lnTo>
                    <a:pt x="32389" y="21912"/>
                  </a:lnTo>
                  <a:lnTo>
                    <a:pt x="32069" y="21785"/>
                  </a:lnTo>
                  <a:lnTo>
                    <a:pt x="31750" y="21721"/>
                  </a:lnTo>
                  <a:lnTo>
                    <a:pt x="31750" y="21721"/>
                  </a:lnTo>
                  <a:lnTo>
                    <a:pt x="31558" y="21721"/>
                  </a:lnTo>
                  <a:lnTo>
                    <a:pt x="31367" y="21785"/>
                  </a:lnTo>
                  <a:lnTo>
                    <a:pt x="31175" y="21912"/>
                  </a:lnTo>
                  <a:lnTo>
                    <a:pt x="30983" y="22040"/>
                  </a:lnTo>
                  <a:lnTo>
                    <a:pt x="30856" y="22232"/>
                  </a:lnTo>
                  <a:lnTo>
                    <a:pt x="30792" y="22360"/>
                  </a:lnTo>
                  <a:lnTo>
                    <a:pt x="30728" y="22615"/>
                  </a:lnTo>
                  <a:lnTo>
                    <a:pt x="30728" y="22807"/>
                  </a:lnTo>
                  <a:lnTo>
                    <a:pt x="30728" y="22807"/>
                  </a:lnTo>
                  <a:lnTo>
                    <a:pt x="30728" y="23062"/>
                  </a:lnTo>
                  <a:lnTo>
                    <a:pt x="19037" y="23062"/>
                  </a:lnTo>
                  <a:lnTo>
                    <a:pt x="19037" y="23062"/>
                  </a:lnTo>
                  <a:lnTo>
                    <a:pt x="19037" y="23254"/>
                  </a:lnTo>
                  <a:lnTo>
                    <a:pt x="19037" y="23254"/>
                  </a:lnTo>
                  <a:lnTo>
                    <a:pt x="30792" y="23254"/>
                  </a:lnTo>
                  <a:lnTo>
                    <a:pt x="30792" y="23254"/>
                  </a:lnTo>
                  <a:lnTo>
                    <a:pt x="30920" y="23509"/>
                  </a:lnTo>
                  <a:lnTo>
                    <a:pt x="31175" y="23701"/>
                  </a:lnTo>
                  <a:lnTo>
                    <a:pt x="31431" y="23829"/>
                  </a:lnTo>
                  <a:lnTo>
                    <a:pt x="31750" y="23893"/>
                  </a:lnTo>
                  <a:lnTo>
                    <a:pt x="31750" y="23893"/>
                  </a:lnTo>
                  <a:lnTo>
                    <a:pt x="32069" y="23829"/>
                  </a:lnTo>
                  <a:lnTo>
                    <a:pt x="37499" y="33284"/>
                  </a:lnTo>
                  <a:lnTo>
                    <a:pt x="37499" y="33284"/>
                  </a:lnTo>
                  <a:lnTo>
                    <a:pt x="37308" y="33411"/>
                  </a:lnTo>
                  <a:lnTo>
                    <a:pt x="37180" y="33667"/>
                  </a:lnTo>
                  <a:lnTo>
                    <a:pt x="37116" y="33858"/>
                  </a:lnTo>
                  <a:lnTo>
                    <a:pt x="37052" y="34178"/>
                  </a:lnTo>
                  <a:lnTo>
                    <a:pt x="37052" y="34178"/>
                  </a:lnTo>
                  <a:lnTo>
                    <a:pt x="37116" y="34433"/>
                  </a:lnTo>
                  <a:lnTo>
                    <a:pt x="37180" y="34625"/>
                  </a:lnTo>
                  <a:lnTo>
                    <a:pt x="37308" y="34881"/>
                  </a:lnTo>
                  <a:lnTo>
                    <a:pt x="37499" y="35008"/>
                  </a:lnTo>
                  <a:lnTo>
                    <a:pt x="32580" y="43633"/>
                  </a:lnTo>
                  <a:lnTo>
                    <a:pt x="32261" y="44144"/>
                  </a:lnTo>
                  <a:lnTo>
                    <a:pt x="32261" y="44144"/>
                  </a:lnTo>
                  <a:lnTo>
                    <a:pt x="32006" y="44080"/>
                  </a:lnTo>
                  <a:lnTo>
                    <a:pt x="31750" y="44080"/>
                  </a:lnTo>
                  <a:lnTo>
                    <a:pt x="31750" y="44080"/>
                  </a:lnTo>
                  <a:lnTo>
                    <a:pt x="31558" y="44080"/>
                  </a:lnTo>
                  <a:lnTo>
                    <a:pt x="31367" y="44144"/>
                  </a:lnTo>
                  <a:lnTo>
                    <a:pt x="31047" y="44335"/>
                  </a:lnTo>
                  <a:lnTo>
                    <a:pt x="30792" y="44655"/>
                  </a:lnTo>
                  <a:lnTo>
                    <a:pt x="30728" y="45038"/>
                  </a:lnTo>
                  <a:lnTo>
                    <a:pt x="20059" y="45038"/>
                  </a:lnTo>
                  <a:lnTo>
                    <a:pt x="20059" y="45038"/>
                  </a:lnTo>
                  <a:lnTo>
                    <a:pt x="20059" y="44846"/>
                  </a:lnTo>
                  <a:lnTo>
                    <a:pt x="19995" y="44655"/>
                  </a:lnTo>
                  <a:lnTo>
                    <a:pt x="19868" y="44463"/>
                  </a:lnTo>
                  <a:lnTo>
                    <a:pt x="19740" y="44271"/>
                  </a:lnTo>
                  <a:lnTo>
                    <a:pt x="19612" y="44144"/>
                  </a:lnTo>
                  <a:lnTo>
                    <a:pt x="19421" y="44080"/>
                  </a:lnTo>
                  <a:lnTo>
                    <a:pt x="19229" y="44016"/>
                  </a:lnTo>
                  <a:lnTo>
                    <a:pt x="18973" y="43952"/>
                  </a:lnTo>
                  <a:lnTo>
                    <a:pt x="18973" y="43952"/>
                  </a:lnTo>
                  <a:lnTo>
                    <a:pt x="18782" y="44016"/>
                  </a:lnTo>
                  <a:lnTo>
                    <a:pt x="18526" y="44080"/>
                  </a:lnTo>
                  <a:lnTo>
                    <a:pt x="12777" y="34114"/>
                  </a:lnTo>
                  <a:lnTo>
                    <a:pt x="12585" y="34178"/>
                  </a:lnTo>
                  <a:lnTo>
                    <a:pt x="18398" y="44144"/>
                  </a:lnTo>
                  <a:lnTo>
                    <a:pt x="18398" y="44144"/>
                  </a:lnTo>
                  <a:lnTo>
                    <a:pt x="18207" y="44335"/>
                  </a:lnTo>
                  <a:lnTo>
                    <a:pt x="18015" y="44527"/>
                  </a:lnTo>
                  <a:lnTo>
                    <a:pt x="17951" y="44782"/>
                  </a:lnTo>
                  <a:lnTo>
                    <a:pt x="17887" y="45038"/>
                  </a:lnTo>
                  <a:lnTo>
                    <a:pt x="17887" y="45038"/>
                  </a:lnTo>
                  <a:lnTo>
                    <a:pt x="17951" y="45357"/>
                  </a:lnTo>
                  <a:lnTo>
                    <a:pt x="18079" y="45613"/>
                  </a:lnTo>
                  <a:lnTo>
                    <a:pt x="18207" y="45805"/>
                  </a:lnTo>
                  <a:lnTo>
                    <a:pt x="18462" y="45996"/>
                  </a:lnTo>
                  <a:lnTo>
                    <a:pt x="13224" y="55004"/>
                  </a:lnTo>
                  <a:lnTo>
                    <a:pt x="13224" y="55004"/>
                  </a:lnTo>
                  <a:lnTo>
                    <a:pt x="12841" y="54940"/>
                  </a:lnTo>
                  <a:lnTo>
                    <a:pt x="12841" y="54940"/>
                  </a:lnTo>
                  <a:lnTo>
                    <a:pt x="12649" y="55004"/>
                  </a:lnTo>
                  <a:lnTo>
                    <a:pt x="12457" y="55068"/>
                  </a:lnTo>
                  <a:lnTo>
                    <a:pt x="12266" y="55132"/>
                  </a:lnTo>
                  <a:lnTo>
                    <a:pt x="12074" y="55259"/>
                  </a:lnTo>
                  <a:lnTo>
                    <a:pt x="11946" y="55451"/>
                  </a:lnTo>
                  <a:lnTo>
                    <a:pt x="11882" y="55643"/>
                  </a:lnTo>
                  <a:lnTo>
                    <a:pt x="11818" y="55834"/>
                  </a:lnTo>
                  <a:lnTo>
                    <a:pt x="11755" y="56026"/>
                  </a:lnTo>
                  <a:lnTo>
                    <a:pt x="11755" y="56090"/>
                  </a:lnTo>
                  <a:lnTo>
                    <a:pt x="0" y="56090"/>
                  </a:lnTo>
                  <a:lnTo>
                    <a:pt x="0" y="56281"/>
                  </a:lnTo>
                  <a:lnTo>
                    <a:pt x="11818" y="56281"/>
                  </a:lnTo>
                  <a:lnTo>
                    <a:pt x="11818" y="56281"/>
                  </a:lnTo>
                  <a:lnTo>
                    <a:pt x="11946" y="56601"/>
                  </a:lnTo>
                  <a:lnTo>
                    <a:pt x="12138" y="56856"/>
                  </a:lnTo>
                  <a:lnTo>
                    <a:pt x="12457" y="57048"/>
                  </a:lnTo>
                  <a:lnTo>
                    <a:pt x="12841" y="57112"/>
                  </a:lnTo>
                  <a:lnTo>
                    <a:pt x="12841" y="57112"/>
                  </a:lnTo>
                  <a:lnTo>
                    <a:pt x="13096" y="57112"/>
                  </a:lnTo>
                  <a:lnTo>
                    <a:pt x="18462" y="66311"/>
                  </a:lnTo>
                  <a:lnTo>
                    <a:pt x="18462" y="66311"/>
                  </a:lnTo>
                  <a:lnTo>
                    <a:pt x="18271" y="66503"/>
                  </a:lnTo>
                  <a:lnTo>
                    <a:pt x="18143" y="66694"/>
                  </a:lnTo>
                  <a:lnTo>
                    <a:pt x="18015" y="66950"/>
                  </a:lnTo>
                  <a:lnTo>
                    <a:pt x="18015" y="67205"/>
                  </a:lnTo>
                  <a:lnTo>
                    <a:pt x="18015" y="67205"/>
                  </a:lnTo>
                  <a:lnTo>
                    <a:pt x="18015" y="67397"/>
                  </a:lnTo>
                  <a:lnTo>
                    <a:pt x="18079" y="67589"/>
                  </a:lnTo>
                  <a:lnTo>
                    <a:pt x="18207" y="67780"/>
                  </a:lnTo>
                  <a:lnTo>
                    <a:pt x="18335" y="67972"/>
                  </a:lnTo>
                  <a:lnTo>
                    <a:pt x="18462" y="68100"/>
                  </a:lnTo>
                  <a:lnTo>
                    <a:pt x="18654" y="68164"/>
                  </a:lnTo>
                  <a:lnTo>
                    <a:pt x="18846" y="68228"/>
                  </a:lnTo>
                  <a:lnTo>
                    <a:pt x="19101" y="68291"/>
                  </a:lnTo>
                  <a:lnTo>
                    <a:pt x="19101" y="68291"/>
                  </a:lnTo>
                  <a:lnTo>
                    <a:pt x="19293" y="68228"/>
                  </a:lnTo>
                  <a:lnTo>
                    <a:pt x="19484" y="68228"/>
                  </a:lnTo>
                  <a:lnTo>
                    <a:pt x="19804" y="67972"/>
                  </a:lnTo>
                  <a:lnTo>
                    <a:pt x="20059" y="67653"/>
                  </a:lnTo>
                  <a:lnTo>
                    <a:pt x="20187" y="67269"/>
                  </a:lnTo>
                  <a:lnTo>
                    <a:pt x="30728" y="67269"/>
                  </a:lnTo>
                  <a:lnTo>
                    <a:pt x="30728" y="67269"/>
                  </a:lnTo>
                  <a:lnTo>
                    <a:pt x="30792" y="67653"/>
                  </a:lnTo>
                  <a:lnTo>
                    <a:pt x="31047" y="67972"/>
                  </a:lnTo>
                  <a:lnTo>
                    <a:pt x="31367" y="68228"/>
                  </a:lnTo>
                  <a:lnTo>
                    <a:pt x="31558" y="68228"/>
                  </a:lnTo>
                  <a:lnTo>
                    <a:pt x="31750" y="68291"/>
                  </a:lnTo>
                  <a:lnTo>
                    <a:pt x="31750" y="68291"/>
                  </a:lnTo>
                  <a:lnTo>
                    <a:pt x="32006" y="68228"/>
                  </a:lnTo>
                  <a:lnTo>
                    <a:pt x="32197" y="68164"/>
                  </a:lnTo>
                  <a:lnTo>
                    <a:pt x="37499" y="77363"/>
                  </a:lnTo>
                  <a:lnTo>
                    <a:pt x="37499" y="77363"/>
                  </a:lnTo>
                  <a:lnTo>
                    <a:pt x="37372" y="77491"/>
                  </a:lnTo>
                  <a:lnTo>
                    <a:pt x="37244" y="77746"/>
                  </a:lnTo>
                  <a:lnTo>
                    <a:pt x="37116" y="77938"/>
                  </a:lnTo>
                  <a:lnTo>
                    <a:pt x="37116" y="78193"/>
                  </a:lnTo>
                  <a:lnTo>
                    <a:pt x="37116" y="78193"/>
                  </a:lnTo>
                  <a:lnTo>
                    <a:pt x="37116" y="78449"/>
                  </a:lnTo>
                  <a:lnTo>
                    <a:pt x="37244" y="78704"/>
                  </a:lnTo>
                  <a:lnTo>
                    <a:pt x="37372" y="78896"/>
                  </a:lnTo>
                  <a:lnTo>
                    <a:pt x="37499" y="79088"/>
                  </a:lnTo>
                  <a:lnTo>
                    <a:pt x="35072" y="83240"/>
                  </a:lnTo>
                  <a:lnTo>
                    <a:pt x="31750" y="89117"/>
                  </a:lnTo>
                  <a:lnTo>
                    <a:pt x="19037" y="89117"/>
                  </a:lnTo>
                  <a:lnTo>
                    <a:pt x="19037" y="89309"/>
                  </a:lnTo>
                  <a:lnTo>
                    <a:pt x="31750" y="89309"/>
                  </a:lnTo>
                  <a:lnTo>
                    <a:pt x="37436" y="99211"/>
                  </a:lnTo>
                  <a:lnTo>
                    <a:pt x="37436" y="99211"/>
                  </a:lnTo>
                  <a:lnTo>
                    <a:pt x="37308" y="99339"/>
                  </a:lnTo>
                  <a:lnTo>
                    <a:pt x="37180" y="99530"/>
                  </a:lnTo>
                  <a:lnTo>
                    <a:pt x="37116" y="99722"/>
                  </a:lnTo>
                  <a:lnTo>
                    <a:pt x="37116" y="99977"/>
                  </a:lnTo>
                  <a:lnTo>
                    <a:pt x="37116" y="99977"/>
                  </a:lnTo>
                  <a:lnTo>
                    <a:pt x="37116" y="100169"/>
                  </a:lnTo>
                  <a:lnTo>
                    <a:pt x="37180" y="100361"/>
                  </a:lnTo>
                  <a:lnTo>
                    <a:pt x="37308" y="100552"/>
                  </a:lnTo>
                  <a:lnTo>
                    <a:pt x="37436" y="100744"/>
                  </a:lnTo>
                  <a:lnTo>
                    <a:pt x="37563" y="100872"/>
                  </a:lnTo>
                  <a:lnTo>
                    <a:pt x="37755" y="100936"/>
                  </a:lnTo>
                  <a:lnTo>
                    <a:pt x="37947" y="100999"/>
                  </a:lnTo>
                  <a:lnTo>
                    <a:pt x="38202" y="101063"/>
                  </a:lnTo>
                  <a:lnTo>
                    <a:pt x="38202" y="101063"/>
                  </a:lnTo>
                  <a:lnTo>
                    <a:pt x="38394" y="100999"/>
                  </a:lnTo>
                  <a:lnTo>
                    <a:pt x="38586" y="100936"/>
                  </a:lnTo>
                  <a:lnTo>
                    <a:pt x="38777" y="100872"/>
                  </a:lnTo>
                  <a:lnTo>
                    <a:pt x="38969" y="100744"/>
                  </a:lnTo>
                  <a:lnTo>
                    <a:pt x="39097" y="100552"/>
                  </a:lnTo>
                  <a:lnTo>
                    <a:pt x="39160" y="100361"/>
                  </a:lnTo>
                  <a:lnTo>
                    <a:pt x="39224" y="100169"/>
                  </a:lnTo>
                  <a:lnTo>
                    <a:pt x="39288" y="99977"/>
                  </a:lnTo>
                  <a:lnTo>
                    <a:pt x="39288" y="99977"/>
                  </a:lnTo>
                  <a:lnTo>
                    <a:pt x="39224" y="99722"/>
                  </a:lnTo>
                  <a:lnTo>
                    <a:pt x="39160" y="99530"/>
                  </a:lnTo>
                  <a:lnTo>
                    <a:pt x="39097" y="99339"/>
                  </a:lnTo>
                  <a:lnTo>
                    <a:pt x="38969" y="99211"/>
                  </a:lnTo>
                  <a:lnTo>
                    <a:pt x="38777" y="99083"/>
                  </a:lnTo>
                  <a:lnTo>
                    <a:pt x="38586" y="98955"/>
                  </a:lnTo>
                  <a:lnTo>
                    <a:pt x="38394" y="98891"/>
                  </a:lnTo>
                  <a:lnTo>
                    <a:pt x="38202" y="98891"/>
                  </a:lnTo>
                  <a:lnTo>
                    <a:pt x="38202" y="98891"/>
                  </a:lnTo>
                  <a:lnTo>
                    <a:pt x="37883" y="98955"/>
                  </a:lnTo>
                  <a:lnTo>
                    <a:pt x="37563" y="99083"/>
                  </a:lnTo>
                  <a:lnTo>
                    <a:pt x="31878" y="89181"/>
                  </a:lnTo>
                  <a:lnTo>
                    <a:pt x="34689" y="84326"/>
                  </a:lnTo>
                  <a:lnTo>
                    <a:pt x="37691" y="79151"/>
                  </a:lnTo>
                  <a:lnTo>
                    <a:pt x="37691" y="79151"/>
                  </a:lnTo>
                  <a:lnTo>
                    <a:pt x="37947" y="79279"/>
                  </a:lnTo>
                  <a:lnTo>
                    <a:pt x="38202" y="79279"/>
                  </a:lnTo>
                  <a:lnTo>
                    <a:pt x="38202" y="79279"/>
                  </a:lnTo>
                  <a:lnTo>
                    <a:pt x="38394" y="79279"/>
                  </a:lnTo>
                  <a:lnTo>
                    <a:pt x="38586" y="79215"/>
                  </a:lnTo>
                  <a:lnTo>
                    <a:pt x="38905" y="79024"/>
                  </a:lnTo>
                  <a:lnTo>
                    <a:pt x="39160" y="78704"/>
                  </a:lnTo>
                  <a:lnTo>
                    <a:pt x="39224" y="78321"/>
                  </a:lnTo>
                  <a:lnTo>
                    <a:pt x="49765" y="78321"/>
                  </a:lnTo>
                  <a:lnTo>
                    <a:pt x="49765" y="78321"/>
                  </a:lnTo>
                  <a:lnTo>
                    <a:pt x="49893" y="78704"/>
                  </a:lnTo>
                  <a:lnTo>
                    <a:pt x="50148" y="79024"/>
                  </a:lnTo>
                  <a:lnTo>
                    <a:pt x="50468" y="79215"/>
                  </a:lnTo>
                  <a:lnTo>
                    <a:pt x="50659" y="79279"/>
                  </a:lnTo>
                  <a:lnTo>
                    <a:pt x="50851" y="79279"/>
                  </a:lnTo>
                  <a:lnTo>
                    <a:pt x="50851" y="79279"/>
                  </a:lnTo>
                  <a:lnTo>
                    <a:pt x="51107" y="79279"/>
                  </a:lnTo>
                  <a:lnTo>
                    <a:pt x="51298" y="79151"/>
                  </a:lnTo>
                  <a:lnTo>
                    <a:pt x="56601" y="88415"/>
                  </a:lnTo>
                  <a:lnTo>
                    <a:pt x="56601" y="88415"/>
                  </a:lnTo>
                  <a:lnTo>
                    <a:pt x="56473" y="88542"/>
                  </a:lnTo>
                  <a:lnTo>
                    <a:pt x="56345" y="88734"/>
                  </a:lnTo>
                  <a:lnTo>
                    <a:pt x="56217" y="88989"/>
                  </a:lnTo>
                  <a:lnTo>
                    <a:pt x="56217" y="89245"/>
                  </a:lnTo>
                  <a:lnTo>
                    <a:pt x="56217" y="89245"/>
                  </a:lnTo>
                  <a:lnTo>
                    <a:pt x="56217" y="89437"/>
                  </a:lnTo>
                  <a:lnTo>
                    <a:pt x="56281" y="89692"/>
                  </a:lnTo>
                  <a:lnTo>
                    <a:pt x="56409" y="89820"/>
                  </a:lnTo>
                  <a:lnTo>
                    <a:pt x="56537" y="90012"/>
                  </a:lnTo>
                  <a:lnTo>
                    <a:pt x="56664" y="90139"/>
                  </a:lnTo>
                  <a:lnTo>
                    <a:pt x="56856" y="90267"/>
                  </a:lnTo>
                  <a:lnTo>
                    <a:pt x="57048" y="90331"/>
                  </a:lnTo>
                  <a:lnTo>
                    <a:pt x="57303" y="90331"/>
                  </a:lnTo>
                  <a:lnTo>
                    <a:pt x="57303" y="90331"/>
                  </a:lnTo>
                  <a:lnTo>
                    <a:pt x="57495" y="90331"/>
                  </a:lnTo>
                  <a:lnTo>
                    <a:pt x="57687" y="90267"/>
                  </a:lnTo>
                  <a:lnTo>
                    <a:pt x="57878" y="90139"/>
                  </a:lnTo>
                  <a:lnTo>
                    <a:pt x="58070" y="90012"/>
                  </a:lnTo>
                  <a:lnTo>
                    <a:pt x="58198" y="89820"/>
                  </a:lnTo>
                  <a:lnTo>
                    <a:pt x="58262" y="89692"/>
                  </a:lnTo>
                  <a:lnTo>
                    <a:pt x="58325" y="89437"/>
                  </a:lnTo>
                  <a:lnTo>
                    <a:pt x="58389" y="89245"/>
                  </a:lnTo>
                  <a:lnTo>
                    <a:pt x="58389" y="89245"/>
                  </a:lnTo>
                  <a:lnTo>
                    <a:pt x="58325" y="89053"/>
                  </a:lnTo>
                  <a:lnTo>
                    <a:pt x="58262" y="88798"/>
                  </a:lnTo>
                  <a:lnTo>
                    <a:pt x="58198" y="88670"/>
                  </a:lnTo>
                  <a:lnTo>
                    <a:pt x="58070" y="88478"/>
                  </a:lnTo>
                  <a:lnTo>
                    <a:pt x="57878" y="88351"/>
                  </a:lnTo>
                  <a:lnTo>
                    <a:pt x="57687" y="88223"/>
                  </a:lnTo>
                  <a:lnTo>
                    <a:pt x="57495" y="88159"/>
                  </a:lnTo>
                  <a:lnTo>
                    <a:pt x="57303" y="88159"/>
                  </a:lnTo>
                  <a:lnTo>
                    <a:pt x="57303" y="88159"/>
                  </a:lnTo>
                  <a:lnTo>
                    <a:pt x="57048" y="88223"/>
                  </a:lnTo>
                  <a:lnTo>
                    <a:pt x="56792" y="88287"/>
                  </a:lnTo>
                  <a:lnTo>
                    <a:pt x="51490" y="79088"/>
                  </a:lnTo>
                  <a:lnTo>
                    <a:pt x="51490" y="79088"/>
                  </a:lnTo>
                  <a:lnTo>
                    <a:pt x="51682" y="78896"/>
                  </a:lnTo>
                  <a:lnTo>
                    <a:pt x="51809" y="78704"/>
                  </a:lnTo>
                  <a:lnTo>
                    <a:pt x="51873" y="78449"/>
                  </a:lnTo>
                  <a:lnTo>
                    <a:pt x="51937" y="78193"/>
                  </a:lnTo>
                  <a:lnTo>
                    <a:pt x="51937" y="78193"/>
                  </a:lnTo>
                  <a:lnTo>
                    <a:pt x="51873" y="77938"/>
                  </a:lnTo>
                  <a:lnTo>
                    <a:pt x="51809" y="77682"/>
                  </a:lnTo>
                  <a:lnTo>
                    <a:pt x="51682" y="77491"/>
                  </a:lnTo>
                  <a:lnTo>
                    <a:pt x="51490" y="77299"/>
                  </a:lnTo>
                  <a:lnTo>
                    <a:pt x="56728" y="68228"/>
                  </a:lnTo>
                  <a:lnTo>
                    <a:pt x="56728" y="68228"/>
                  </a:lnTo>
                  <a:lnTo>
                    <a:pt x="56984" y="68355"/>
                  </a:lnTo>
                  <a:lnTo>
                    <a:pt x="57303" y="68419"/>
                  </a:lnTo>
                  <a:lnTo>
                    <a:pt x="57303" y="68419"/>
                  </a:lnTo>
                  <a:lnTo>
                    <a:pt x="57495" y="68355"/>
                  </a:lnTo>
                  <a:lnTo>
                    <a:pt x="57687" y="68291"/>
                  </a:lnTo>
                  <a:lnTo>
                    <a:pt x="57878" y="68228"/>
                  </a:lnTo>
                  <a:lnTo>
                    <a:pt x="58070" y="68100"/>
                  </a:lnTo>
                  <a:lnTo>
                    <a:pt x="58198" y="67908"/>
                  </a:lnTo>
                  <a:lnTo>
                    <a:pt x="58262" y="67716"/>
                  </a:lnTo>
                  <a:lnTo>
                    <a:pt x="58325" y="67525"/>
                  </a:lnTo>
                  <a:lnTo>
                    <a:pt x="58389" y="67333"/>
                  </a:lnTo>
                  <a:lnTo>
                    <a:pt x="58389" y="67269"/>
                  </a:lnTo>
                  <a:lnTo>
                    <a:pt x="68802" y="67269"/>
                  </a:lnTo>
                  <a:lnTo>
                    <a:pt x="68802" y="67333"/>
                  </a:lnTo>
                  <a:lnTo>
                    <a:pt x="68802" y="67333"/>
                  </a:lnTo>
                  <a:lnTo>
                    <a:pt x="68802" y="67525"/>
                  </a:lnTo>
                  <a:lnTo>
                    <a:pt x="68866" y="67716"/>
                  </a:lnTo>
                  <a:lnTo>
                    <a:pt x="68994" y="67908"/>
                  </a:lnTo>
                  <a:lnTo>
                    <a:pt x="69122" y="68100"/>
                  </a:lnTo>
                  <a:lnTo>
                    <a:pt x="69313" y="68228"/>
                  </a:lnTo>
                  <a:lnTo>
                    <a:pt x="69441" y="68291"/>
                  </a:lnTo>
                  <a:lnTo>
                    <a:pt x="69697" y="68355"/>
                  </a:lnTo>
                  <a:lnTo>
                    <a:pt x="69888" y="68419"/>
                  </a:lnTo>
                  <a:lnTo>
                    <a:pt x="69888" y="68419"/>
                  </a:lnTo>
                  <a:lnTo>
                    <a:pt x="70208" y="68355"/>
                  </a:lnTo>
                  <a:lnTo>
                    <a:pt x="70463" y="68228"/>
                  </a:lnTo>
                  <a:lnTo>
                    <a:pt x="75638" y="77235"/>
                  </a:lnTo>
                  <a:lnTo>
                    <a:pt x="75638" y="77235"/>
                  </a:lnTo>
                  <a:lnTo>
                    <a:pt x="75318" y="77363"/>
                  </a:lnTo>
                  <a:lnTo>
                    <a:pt x="75127" y="77618"/>
                  </a:lnTo>
                  <a:lnTo>
                    <a:pt x="74999" y="77874"/>
                  </a:lnTo>
                  <a:lnTo>
                    <a:pt x="74935" y="78193"/>
                  </a:lnTo>
                  <a:lnTo>
                    <a:pt x="74935" y="78193"/>
                  </a:lnTo>
                  <a:lnTo>
                    <a:pt x="74999" y="78513"/>
                  </a:lnTo>
                  <a:lnTo>
                    <a:pt x="75127" y="78832"/>
                  </a:lnTo>
                  <a:lnTo>
                    <a:pt x="75318" y="79024"/>
                  </a:lnTo>
                  <a:lnTo>
                    <a:pt x="75574" y="79215"/>
                  </a:lnTo>
                  <a:lnTo>
                    <a:pt x="70399" y="88223"/>
                  </a:lnTo>
                  <a:lnTo>
                    <a:pt x="70399" y="88223"/>
                  </a:lnTo>
                  <a:lnTo>
                    <a:pt x="70144" y="88159"/>
                  </a:lnTo>
                  <a:lnTo>
                    <a:pt x="70144" y="88159"/>
                  </a:lnTo>
                  <a:lnTo>
                    <a:pt x="69888" y="88159"/>
                  </a:lnTo>
                  <a:lnTo>
                    <a:pt x="69697" y="88223"/>
                  </a:lnTo>
                  <a:lnTo>
                    <a:pt x="69505" y="88351"/>
                  </a:lnTo>
                  <a:lnTo>
                    <a:pt x="69377" y="88478"/>
                  </a:lnTo>
                  <a:lnTo>
                    <a:pt x="69186" y="88670"/>
                  </a:lnTo>
                  <a:lnTo>
                    <a:pt x="69122" y="88798"/>
                  </a:lnTo>
                  <a:lnTo>
                    <a:pt x="69058" y="89053"/>
                  </a:lnTo>
                  <a:lnTo>
                    <a:pt x="69058" y="89245"/>
                  </a:lnTo>
                  <a:lnTo>
                    <a:pt x="69058" y="89245"/>
                  </a:lnTo>
                  <a:lnTo>
                    <a:pt x="69058" y="89437"/>
                  </a:lnTo>
                  <a:lnTo>
                    <a:pt x="69122" y="89692"/>
                  </a:lnTo>
                  <a:lnTo>
                    <a:pt x="69186" y="89820"/>
                  </a:lnTo>
                  <a:lnTo>
                    <a:pt x="69377" y="90012"/>
                  </a:lnTo>
                  <a:lnTo>
                    <a:pt x="69505" y="90139"/>
                  </a:lnTo>
                  <a:lnTo>
                    <a:pt x="69697" y="90267"/>
                  </a:lnTo>
                  <a:lnTo>
                    <a:pt x="69888" y="90331"/>
                  </a:lnTo>
                  <a:lnTo>
                    <a:pt x="70144" y="90331"/>
                  </a:lnTo>
                  <a:lnTo>
                    <a:pt x="70144" y="90331"/>
                  </a:lnTo>
                  <a:lnTo>
                    <a:pt x="70336" y="90331"/>
                  </a:lnTo>
                  <a:lnTo>
                    <a:pt x="70527" y="90267"/>
                  </a:lnTo>
                  <a:lnTo>
                    <a:pt x="70719" y="90139"/>
                  </a:lnTo>
                  <a:lnTo>
                    <a:pt x="70847" y="90012"/>
                  </a:lnTo>
                  <a:lnTo>
                    <a:pt x="71038" y="89820"/>
                  </a:lnTo>
                  <a:lnTo>
                    <a:pt x="71102" y="89692"/>
                  </a:lnTo>
                  <a:lnTo>
                    <a:pt x="71166" y="89437"/>
                  </a:lnTo>
                  <a:lnTo>
                    <a:pt x="71166" y="89245"/>
                  </a:lnTo>
                  <a:lnTo>
                    <a:pt x="71166" y="89245"/>
                  </a:lnTo>
                  <a:lnTo>
                    <a:pt x="71166" y="88926"/>
                  </a:lnTo>
                  <a:lnTo>
                    <a:pt x="71038" y="88670"/>
                  </a:lnTo>
                  <a:lnTo>
                    <a:pt x="70847" y="88415"/>
                  </a:lnTo>
                  <a:lnTo>
                    <a:pt x="70591" y="88287"/>
                  </a:lnTo>
                  <a:lnTo>
                    <a:pt x="75766" y="79279"/>
                  </a:lnTo>
                  <a:lnTo>
                    <a:pt x="75766" y="79279"/>
                  </a:lnTo>
                  <a:lnTo>
                    <a:pt x="76021" y="79279"/>
                  </a:lnTo>
                  <a:lnTo>
                    <a:pt x="76021" y="79279"/>
                  </a:lnTo>
                  <a:lnTo>
                    <a:pt x="76277" y="79279"/>
                  </a:lnTo>
                  <a:lnTo>
                    <a:pt x="76468" y="79215"/>
                  </a:lnTo>
                  <a:lnTo>
                    <a:pt x="76660" y="79088"/>
                  </a:lnTo>
                  <a:lnTo>
                    <a:pt x="76788" y="78960"/>
                  </a:lnTo>
                  <a:lnTo>
                    <a:pt x="76915" y="78832"/>
                  </a:lnTo>
                  <a:lnTo>
                    <a:pt x="77043" y="78640"/>
                  </a:lnTo>
                  <a:lnTo>
                    <a:pt x="77107" y="78449"/>
                  </a:lnTo>
                  <a:lnTo>
                    <a:pt x="77107" y="78193"/>
                  </a:lnTo>
                  <a:lnTo>
                    <a:pt x="77107" y="78193"/>
                  </a:lnTo>
                  <a:lnTo>
                    <a:pt x="77107" y="78002"/>
                  </a:lnTo>
                  <a:lnTo>
                    <a:pt x="77043" y="77810"/>
                  </a:lnTo>
                  <a:lnTo>
                    <a:pt x="76915" y="77618"/>
                  </a:lnTo>
                  <a:lnTo>
                    <a:pt x="76788" y="77427"/>
                  </a:lnTo>
                  <a:lnTo>
                    <a:pt x="76660" y="77299"/>
                  </a:lnTo>
                  <a:lnTo>
                    <a:pt x="76468" y="77235"/>
                  </a:lnTo>
                  <a:lnTo>
                    <a:pt x="76277" y="77171"/>
                  </a:lnTo>
                  <a:lnTo>
                    <a:pt x="76021" y="77107"/>
                  </a:lnTo>
                  <a:lnTo>
                    <a:pt x="76021" y="77107"/>
                  </a:lnTo>
                  <a:lnTo>
                    <a:pt x="75829" y="77171"/>
                  </a:lnTo>
                  <a:lnTo>
                    <a:pt x="70591" y="68164"/>
                  </a:lnTo>
                  <a:lnTo>
                    <a:pt x="70591" y="68164"/>
                  </a:lnTo>
                  <a:lnTo>
                    <a:pt x="70783" y="67972"/>
                  </a:lnTo>
                  <a:lnTo>
                    <a:pt x="70847" y="67780"/>
                  </a:lnTo>
                  <a:lnTo>
                    <a:pt x="70974" y="67589"/>
                  </a:lnTo>
                  <a:lnTo>
                    <a:pt x="70974" y="67333"/>
                  </a:lnTo>
                  <a:lnTo>
                    <a:pt x="70974" y="67333"/>
                  </a:lnTo>
                  <a:lnTo>
                    <a:pt x="70910" y="67078"/>
                  </a:lnTo>
                  <a:lnTo>
                    <a:pt x="70847" y="66822"/>
                  </a:lnTo>
                  <a:lnTo>
                    <a:pt x="70719" y="66567"/>
                  </a:lnTo>
                  <a:lnTo>
                    <a:pt x="70463" y="66439"/>
                  </a:lnTo>
                  <a:lnTo>
                    <a:pt x="75829" y="57176"/>
                  </a:lnTo>
                  <a:lnTo>
                    <a:pt x="75829" y="57176"/>
                  </a:lnTo>
                  <a:lnTo>
                    <a:pt x="76085" y="57240"/>
                  </a:lnTo>
                  <a:lnTo>
                    <a:pt x="76277" y="57240"/>
                  </a:lnTo>
                  <a:lnTo>
                    <a:pt x="76277" y="57240"/>
                  </a:lnTo>
                  <a:lnTo>
                    <a:pt x="76468" y="57240"/>
                  </a:lnTo>
                  <a:lnTo>
                    <a:pt x="76660" y="57176"/>
                  </a:lnTo>
                  <a:lnTo>
                    <a:pt x="77043" y="56984"/>
                  </a:lnTo>
                  <a:lnTo>
                    <a:pt x="77235" y="56665"/>
                  </a:lnTo>
                  <a:lnTo>
                    <a:pt x="77363" y="56281"/>
                  </a:lnTo>
                  <a:lnTo>
                    <a:pt x="87967" y="56281"/>
                  </a:lnTo>
                  <a:lnTo>
                    <a:pt x="87967" y="56281"/>
                  </a:lnTo>
                  <a:lnTo>
                    <a:pt x="88031" y="56665"/>
                  </a:lnTo>
                  <a:lnTo>
                    <a:pt x="88287" y="56984"/>
                  </a:lnTo>
                  <a:lnTo>
                    <a:pt x="88606" y="57176"/>
                  </a:lnTo>
                  <a:lnTo>
                    <a:pt x="88798" y="57240"/>
                  </a:lnTo>
                  <a:lnTo>
                    <a:pt x="88989" y="57240"/>
                  </a:lnTo>
                  <a:lnTo>
                    <a:pt x="88989" y="57240"/>
                  </a:lnTo>
                  <a:lnTo>
                    <a:pt x="89245" y="57240"/>
                  </a:lnTo>
                  <a:lnTo>
                    <a:pt x="89437" y="57176"/>
                  </a:lnTo>
                  <a:lnTo>
                    <a:pt x="89628" y="57048"/>
                  </a:lnTo>
                  <a:lnTo>
                    <a:pt x="89756" y="56920"/>
                  </a:lnTo>
                  <a:lnTo>
                    <a:pt x="89884" y="56792"/>
                  </a:lnTo>
                  <a:lnTo>
                    <a:pt x="90012" y="56601"/>
                  </a:lnTo>
                  <a:lnTo>
                    <a:pt x="90075" y="56409"/>
                  </a:lnTo>
                  <a:lnTo>
                    <a:pt x="90075" y="56154"/>
                  </a:lnTo>
                  <a:lnTo>
                    <a:pt x="90075" y="56154"/>
                  </a:lnTo>
                  <a:lnTo>
                    <a:pt x="90075" y="55898"/>
                  </a:lnTo>
                  <a:lnTo>
                    <a:pt x="89948" y="55643"/>
                  </a:lnTo>
                  <a:lnTo>
                    <a:pt x="89820" y="55451"/>
                  </a:lnTo>
                  <a:lnTo>
                    <a:pt x="89628" y="55323"/>
                  </a:lnTo>
                  <a:lnTo>
                    <a:pt x="94931" y="46060"/>
                  </a:lnTo>
                  <a:lnTo>
                    <a:pt x="94931" y="46060"/>
                  </a:lnTo>
                  <a:lnTo>
                    <a:pt x="95250" y="46188"/>
                  </a:lnTo>
                  <a:lnTo>
                    <a:pt x="95569" y="46252"/>
                  </a:lnTo>
                  <a:lnTo>
                    <a:pt x="95569" y="46252"/>
                  </a:lnTo>
                  <a:lnTo>
                    <a:pt x="95761" y="46252"/>
                  </a:lnTo>
                  <a:lnTo>
                    <a:pt x="95953" y="46188"/>
                  </a:lnTo>
                  <a:lnTo>
                    <a:pt x="96272" y="45932"/>
                  </a:lnTo>
                  <a:lnTo>
                    <a:pt x="96528" y="45677"/>
                  </a:lnTo>
                  <a:lnTo>
                    <a:pt x="96592" y="45230"/>
                  </a:lnTo>
                  <a:lnTo>
                    <a:pt x="106941" y="45230"/>
                  </a:lnTo>
                  <a:lnTo>
                    <a:pt x="106941" y="45230"/>
                  </a:lnTo>
                  <a:lnTo>
                    <a:pt x="107068" y="45677"/>
                  </a:lnTo>
                  <a:lnTo>
                    <a:pt x="107260" y="45932"/>
                  </a:lnTo>
                  <a:lnTo>
                    <a:pt x="107579" y="46188"/>
                  </a:lnTo>
                  <a:lnTo>
                    <a:pt x="107771" y="46252"/>
                  </a:lnTo>
                  <a:lnTo>
                    <a:pt x="108027" y="46252"/>
                  </a:lnTo>
                  <a:lnTo>
                    <a:pt x="108027" y="46252"/>
                  </a:lnTo>
                  <a:lnTo>
                    <a:pt x="108218" y="46252"/>
                  </a:lnTo>
                  <a:lnTo>
                    <a:pt x="108410" y="46188"/>
                  </a:lnTo>
                  <a:lnTo>
                    <a:pt x="108602" y="46060"/>
                  </a:lnTo>
                  <a:lnTo>
                    <a:pt x="108793" y="45932"/>
                  </a:lnTo>
                  <a:lnTo>
                    <a:pt x="108921" y="45741"/>
                  </a:lnTo>
                  <a:lnTo>
                    <a:pt x="108985" y="45613"/>
                  </a:lnTo>
                  <a:lnTo>
                    <a:pt x="109049" y="45357"/>
                  </a:lnTo>
                  <a:lnTo>
                    <a:pt x="109113" y="45166"/>
                  </a:lnTo>
                  <a:lnTo>
                    <a:pt x="109113" y="45166"/>
                  </a:lnTo>
                  <a:lnTo>
                    <a:pt x="109049" y="44974"/>
                  </a:lnTo>
                  <a:lnTo>
                    <a:pt x="108985" y="44719"/>
                  </a:lnTo>
                  <a:lnTo>
                    <a:pt x="108921" y="44527"/>
                  </a:lnTo>
                  <a:lnTo>
                    <a:pt x="108793" y="44399"/>
                  </a:lnTo>
                  <a:lnTo>
                    <a:pt x="108602" y="44271"/>
                  </a:lnTo>
                  <a:lnTo>
                    <a:pt x="108410" y="44144"/>
                  </a:lnTo>
                  <a:lnTo>
                    <a:pt x="108218" y="44080"/>
                  </a:lnTo>
                  <a:lnTo>
                    <a:pt x="108027" y="44080"/>
                  </a:lnTo>
                  <a:lnTo>
                    <a:pt x="108027" y="44080"/>
                  </a:lnTo>
                  <a:lnTo>
                    <a:pt x="107771" y="44080"/>
                  </a:lnTo>
                  <a:lnTo>
                    <a:pt x="107579" y="44144"/>
                  </a:lnTo>
                  <a:lnTo>
                    <a:pt x="107260" y="44335"/>
                  </a:lnTo>
                  <a:lnTo>
                    <a:pt x="107068" y="44655"/>
                  </a:lnTo>
                  <a:lnTo>
                    <a:pt x="106941" y="45038"/>
                  </a:lnTo>
                  <a:lnTo>
                    <a:pt x="96592" y="45038"/>
                  </a:lnTo>
                  <a:lnTo>
                    <a:pt x="96592" y="45038"/>
                  </a:lnTo>
                  <a:lnTo>
                    <a:pt x="96528" y="44655"/>
                  </a:lnTo>
                  <a:lnTo>
                    <a:pt x="96272" y="44335"/>
                  </a:lnTo>
                  <a:lnTo>
                    <a:pt x="95953" y="44144"/>
                  </a:lnTo>
                  <a:lnTo>
                    <a:pt x="95761" y="44080"/>
                  </a:lnTo>
                  <a:lnTo>
                    <a:pt x="95569" y="44080"/>
                  </a:lnTo>
                  <a:lnTo>
                    <a:pt x="95569" y="44080"/>
                  </a:lnTo>
                  <a:lnTo>
                    <a:pt x="95250" y="44144"/>
                  </a:lnTo>
                  <a:lnTo>
                    <a:pt x="94931" y="44271"/>
                  </a:lnTo>
                  <a:lnTo>
                    <a:pt x="89628" y="35008"/>
                  </a:lnTo>
                  <a:lnTo>
                    <a:pt x="89628" y="35008"/>
                  </a:lnTo>
                  <a:lnTo>
                    <a:pt x="89820" y="34881"/>
                  </a:lnTo>
                  <a:lnTo>
                    <a:pt x="89948" y="34625"/>
                  </a:lnTo>
                  <a:lnTo>
                    <a:pt x="90075" y="34433"/>
                  </a:lnTo>
                  <a:lnTo>
                    <a:pt x="90075" y="34178"/>
                  </a:lnTo>
                  <a:lnTo>
                    <a:pt x="90075" y="34178"/>
                  </a:lnTo>
                  <a:lnTo>
                    <a:pt x="90075" y="33858"/>
                  </a:lnTo>
                  <a:lnTo>
                    <a:pt x="89948" y="33667"/>
                  </a:lnTo>
                  <a:lnTo>
                    <a:pt x="89820" y="33411"/>
                  </a:lnTo>
                  <a:lnTo>
                    <a:pt x="89628" y="33284"/>
                  </a:lnTo>
                  <a:lnTo>
                    <a:pt x="90395" y="31942"/>
                  </a:lnTo>
                  <a:lnTo>
                    <a:pt x="94931" y="24021"/>
                  </a:lnTo>
                  <a:lnTo>
                    <a:pt x="94931" y="24021"/>
                  </a:lnTo>
                  <a:lnTo>
                    <a:pt x="95250" y="24148"/>
                  </a:lnTo>
                  <a:lnTo>
                    <a:pt x="95569" y="24212"/>
                  </a:lnTo>
                  <a:lnTo>
                    <a:pt x="95569" y="24212"/>
                  </a:lnTo>
                  <a:lnTo>
                    <a:pt x="95761" y="24212"/>
                  </a:lnTo>
                  <a:lnTo>
                    <a:pt x="95953" y="24148"/>
                  </a:lnTo>
                  <a:lnTo>
                    <a:pt x="96272" y="23957"/>
                  </a:lnTo>
                  <a:lnTo>
                    <a:pt x="96528" y="23637"/>
                  </a:lnTo>
                  <a:lnTo>
                    <a:pt x="96592" y="23254"/>
                  </a:lnTo>
                  <a:lnTo>
                    <a:pt x="108027" y="23254"/>
                  </a:lnTo>
                  <a:lnTo>
                    <a:pt x="113840" y="33284"/>
                  </a:lnTo>
                  <a:lnTo>
                    <a:pt x="113840" y="33284"/>
                  </a:lnTo>
                  <a:lnTo>
                    <a:pt x="113648" y="33411"/>
                  </a:lnTo>
                  <a:lnTo>
                    <a:pt x="113521" y="33667"/>
                  </a:lnTo>
                  <a:lnTo>
                    <a:pt x="113393" y="33858"/>
                  </a:lnTo>
                  <a:lnTo>
                    <a:pt x="113393" y="34178"/>
                  </a:lnTo>
                  <a:lnTo>
                    <a:pt x="113393" y="34178"/>
                  </a:lnTo>
                  <a:lnTo>
                    <a:pt x="113393" y="34370"/>
                  </a:lnTo>
                  <a:lnTo>
                    <a:pt x="113457" y="34561"/>
                  </a:lnTo>
                  <a:lnTo>
                    <a:pt x="113585" y="34753"/>
                  </a:lnTo>
                  <a:lnTo>
                    <a:pt x="113712" y="34881"/>
                  </a:lnTo>
                  <a:lnTo>
                    <a:pt x="113840" y="35072"/>
                  </a:lnTo>
                  <a:lnTo>
                    <a:pt x="114032" y="35136"/>
                  </a:lnTo>
                  <a:lnTo>
                    <a:pt x="114223" y="35200"/>
                  </a:lnTo>
                  <a:lnTo>
                    <a:pt x="114479" y="35200"/>
                  </a:lnTo>
                  <a:lnTo>
                    <a:pt x="114479" y="35200"/>
                  </a:lnTo>
                  <a:lnTo>
                    <a:pt x="114671" y="35200"/>
                  </a:lnTo>
                  <a:lnTo>
                    <a:pt x="114862" y="35136"/>
                  </a:lnTo>
                  <a:lnTo>
                    <a:pt x="115054" y="35072"/>
                  </a:lnTo>
                  <a:lnTo>
                    <a:pt x="115245" y="34881"/>
                  </a:lnTo>
                  <a:lnTo>
                    <a:pt x="115373" y="34753"/>
                  </a:lnTo>
                  <a:lnTo>
                    <a:pt x="115437" y="34561"/>
                  </a:lnTo>
                  <a:lnTo>
                    <a:pt x="115501" y="34370"/>
                  </a:lnTo>
                  <a:lnTo>
                    <a:pt x="115501" y="34178"/>
                  </a:lnTo>
                  <a:lnTo>
                    <a:pt x="115501" y="34178"/>
                  </a:lnTo>
                  <a:lnTo>
                    <a:pt x="115501" y="33922"/>
                  </a:lnTo>
                  <a:lnTo>
                    <a:pt x="115437" y="33731"/>
                  </a:lnTo>
                  <a:lnTo>
                    <a:pt x="115373" y="33539"/>
                  </a:lnTo>
                  <a:lnTo>
                    <a:pt x="115245" y="33411"/>
                  </a:lnTo>
                  <a:lnTo>
                    <a:pt x="115054" y="33220"/>
                  </a:lnTo>
                  <a:lnTo>
                    <a:pt x="114862" y="33156"/>
                  </a:lnTo>
                  <a:lnTo>
                    <a:pt x="114671" y="33092"/>
                  </a:lnTo>
                  <a:lnTo>
                    <a:pt x="114479" y="33092"/>
                  </a:lnTo>
                  <a:lnTo>
                    <a:pt x="114479" y="33092"/>
                  </a:lnTo>
                  <a:lnTo>
                    <a:pt x="114223" y="33092"/>
                  </a:lnTo>
                  <a:lnTo>
                    <a:pt x="113968" y="33156"/>
                  </a:lnTo>
                  <a:lnTo>
                    <a:pt x="108154" y="23062"/>
                  </a:lnTo>
                  <a:lnTo>
                    <a:pt x="108154" y="23062"/>
                  </a:lnTo>
                  <a:lnTo>
                    <a:pt x="96592" y="23062"/>
                  </a:lnTo>
                  <a:lnTo>
                    <a:pt x="96592" y="23062"/>
                  </a:lnTo>
                  <a:lnTo>
                    <a:pt x="96528" y="22679"/>
                  </a:lnTo>
                  <a:lnTo>
                    <a:pt x="96272" y="22360"/>
                  </a:lnTo>
                  <a:lnTo>
                    <a:pt x="95953" y="22104"/>
                  </a:lnTo>
                  <a:lnTo>
                    <a:pt x="95761" y="22040"/>
                  </a:lnTo>
                  <a:lnTo>
                    <a:pt x="95569" y="22040"/>
                  </a:lnTo>
                  <a:lnTo>
                    <a:pt x="95569" y="22040"/>
                  </a:lnTo>
                  <a:lnTo>
                    <a:pt x="95250" y="22104"/>
                  </a:lnTo>
                  <a:lnTo>
                    <a:pt x="94931" y="22232"/>
                  </a:lnTo>
                  <a:lnTo>
                    <a:pt x="89628" y="12969"/>
                  </a:lnTo>
                  <a:lnTo>
                    <a:pt x="89628" y="12969"/>
                  </a:lnTo>
                  <a:lnTo>
                    <a:pt x="89820" y="12841"/>
                  </a:lnTo>
                  <a:lnTo>
                    <a:pt x="89948" y="12649"/>
                  </a:lnTo>
                  <a:lnTo>
                    <a:pt x="90075" y="12394"/>
                  </a:lnTo>
                  <a:lnTo>
                    <a:pt x="90075" y="12138"/>
                  </a:lnTo>
                  <a:lnTo>
                    <a:pt x="90075" y="12138"/>
                  </a:lnTo>
                  <a:lnTo>
                    <a:pt x="90075" y="11883"/>
                  </a:lnTo>
                  <a:lnTo>
                    <a:pt x="90012" y="11691"/>
                  </a:lnTo>
                  <a:lnTo>
                    <a:pt x="89884" y="11499"/>
                  </a:lnTo>
                  <a:lnTo>
                    <a:pt x="89756" y="11372"/>
                  </a:lnTo>
                  <a:lnTo>
                    <a:pt x="89628" y="11244"/>
                  </a:lnTo>
                  <a:lnTo>
                    <a:pt x="89437" y="11116"/>
                  </a:lnTo>
                  <a:lnTo>
                    <a:pt x="89245" y="11052"/>
                  </a:lnTo>
                  <a:lnTo>
                    <a:pt x="88989" y="11052"/>
                  </a:lnTo>
                  <a:lnTo>
                    <a:pt x="88989" y="11052"/>
                  </a:lnTo>
                  <a:lnTo>
                    <a:pt x="88798" y="11052"/>
                  </a:lnTo>
                  <a:lnTo>
                    <a:pt x="88606" y="11116"/>
                  </a:lnTo>
                  <a:lnTo>
                    <a:pt x="88287" y="11308"/>
                  </a:lnTo>
                  <a:lnTo>
                    <a:pt x="88031" y="11627"/>
                  </a:lnTo>
                  <a:lnTo>
                    <a:pt x="87967" y="12011"/>
                  </a:lnTo>
                  <a:lnTo>
                    <a:pt x="77363" y="12011"/>
                  </a:lnTo>
                  <a:lnTo>
                    <a:pt x="77363" y="12011"/>
                  </a:lnTo>
                  <a:lnTo>
                    <a:pt x="77235" y="11627"/>
                  </a:lnTo>
                  <a:lnTo>
                    <a:pt x="77043" y="11308"/>
                  </a:lnTo>
                  <a:lnTo>
                    <a:pt x="76660" y="11116"/>
                  </a:lnTo>
                  <a:lnTo>
                    <a:pt x="76468" y="11052"/>
                  </a:lnTo>
                  <a:lnTo>
                    <a:pt x="76277" y="11052"/>
                  </a:lnTo>
                  <a:lnTo>
                    <a:pt x="76277" y="11052"/>
                  </a:lnTo>
                  <a:lnTo>
                    <a:pt x="76085" y="11052"/>
                  </a:lnTo>
                  <a:lnTo>
                    <a:pt x="75829" y="11116"/>
                  </a:lnTo>
                  <a:lnTo>
                    <a:pt x="70527" y="1981"/>
                  </a:lnTo>
                  <a:lnTo>
                    <a:pt x="70527" y="1981"/>
                  </a:lnTo>
                  <a:lnTo>
                    <a:pt x="70719" y="1789"/>
                  </a:lnTo>
                  <a:lnTo>
                    <a:pt x="70910" y="1598"/>
                  </a:lnTo>
                  <a:lnTo>
                    <a:pt x="70974" y="1342"/>
                  </a:lnTo>
                  <a:lnTo>
                    <a:pt x="71038" y="1087"/>
                  </a:lnTo>
                  <a:lnTo>
                    <a:pt x="71038" y="1087"/>
                  </a:lnTo>
                  <a:lnTo>
                    <a:pt x="70974" y="895"/>
                  </a:lnTo>
                  <a:lnTo>
                    <a:pt x="70910" y="703"/>
                  </a:lnTo>
                  <a:lnTo>
                    <a:pt x="70847" y="512"/>
                  </a:lnTo>
                  <a:lnTo>
                    <a:pt x="70719" y="320"/>
                  </a:lnTo>
                  <a:lnTo>
                    <a:pt x="70527" y="192"/>
                  </a:lnTo>
                  <a:lnTo>
                    <a:pt x="70336" y="128"/>
                  </a:lnTo>
                  <a:lnTo>
                    <a:pt x="70144" y="64"/>
                  </a:lnTo>
                  <a:lnTo>
                    <a:pt x="69952"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853460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60">
          <a:extLst>
            <a:ext uri="{FF2B5EF4-FFF2-40B4-BE49-F238E27FC236}">
              <a16:creationId xmlns:a16="http://schemas.microsoft.com/office/drawing/2014/main" id="{B367052A-DA33-6C2B-F390-8A45032362B5}"/>
            </a:ext>
          </a:extLst>
        </p:cNvPr>
        <p:cNvGrpSpPr/>
        <p:nvPr/>
      </p:nvGrpSpPr>
      <p:grpSpPr>
        <a:xfrm>
          <a:off x="0" y="0"/>
          <a:ext cx="0" cy="0"/>
          <a:chOff x="0" y="0"/>
          <a:chExt cx="0" cy="0"/>
        </a:xfrm>
      </p:grpSpPr>
      <p:sp>
        <p:nvSpPr>
          <p:cNvPr id="2361" name="Google Shape;2361;p39">
            <a:extLst>
              <a:ext uri="{FF2B5EF4-FFF2-40B4-BE49-F238E27FC236}">
                <a16:creationId xmlns:a16="http://schemas.microsoft.com/office/drawing/2014/main" id="{66CF887B-90BA-6345-3466-E217744D568C}"/>
              </a:ext>
            </a:extLst>
          </p:cNvPr>
          <p:cNvSpPr txBox="1">
            <a:spLocks noGrp="1"/>
          </p:cNvSpPr>
          <p:nvPr>
            <p:ph type="title"/>
          </p:nvPr>
        </p:nvSpPr>
        <p:spPr>
          <a:xfrm>
            <a:off x="709605" y="2763975"/>
            <a:ext cx="7365759" cy="1050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Architecutre et outils utilises</a:t>
            </a:r>
            <a:endParaRPr dirty="0"/>
          </a:p>
        </p:txBody>
      </p:sp>
      <p:sp>
        <p:nvSpPr>
          <p:cNvPr id="2362" name="Google Shape;2362;p39">
            <a:extLst>
              <a:ext uri="{FF2B5EF4-FFF2-40B4-BE49-F238E27FC236}">
                <a16:creationId xmlns:a16="http://schemas.microsoft.com/office/drawing/2014/main" id="{84879790-135C-80FF-A227-77AF3CCAD643}"/>
              </a:ext>
            </a:extLst>
          </p:cNvPr>
          <p:cNvSpPr txBox="1">
            <a:spLocks noGrp="1"/>
          </p:cNvSpPr>
          <p:nvPr>
            <p:ph type="title" idx="2"/>
          </p:nvPr>
        </p:nvSpPr>
        <p:spPr>
          <a:xfrm>
            <a:off x="709618" y="1328925"/>
            <a:ext cx="1626600" cy="1286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05</a:t>
            </a:r>
            <a:endParaRPr dirty="0"/>
          </a:p>
        </p:txBody>
      </p:sp>
      <p:cxnSp>
        <p:nvCxnSpPr>
          <p:cNvPr id="2363" name="Google Shape;2363;p39">
            <a:extLst>
              <a:ext uri="{FF2B5EF4-FFF2-40B4-BE49-F238E27FC236}">
                <a16:creationId xmlns:a16="http://schemas.microsoft.com/office/drawing/2014/main" id="{787F20A0-3A97-E394-A9B4-6A651907D85D}"/>
              </a:ext>
            </a:extLst>
          </p:cNvPr>
          <p:cNvCxnSpPr/>
          <p:nvPr/>
        </p:nvCxnSpPr>
        <p:spPr>
          <a:xfrm rot="10800000">
            <a:off x="-866282" y="2763975"/>
            <a:ext cx="2389200" cy="0"/>
          </a:xfrm>
          <a:prstGeom prst="straightConnector1">
            <a:avLst/>
          </a:prstGeom>
          <a:noFill/>
          <a:ln w="9525" cap="flat" cmpd="sng">
            <a:solidFill>
              <a:schemeClr val="dk1"/>
            </a:solidFill>
            <a:prstDash val="solid"/>
            <a:round/>
            <a:headEnd type="none" w="med" len="med"/>
            <a:tailEnd type="none" w="med" len="med"/>
          </a:ln>
        </p:spPr>
      </p:cxnSp>
      <p:grpSp>
        <p:nvGrpSpPr>
          <p:cNvPr id="2365" name="Google Shape;2365;p39">
            <a:extLst>
              <a:ext uri="{FF2B5EF4-FFF2-40B4-BE49-F238E27FC236}">
                <a16:creationId xmlns:a16="http://schemas.microsoft.com/office/drawing/2014/main" id="{18155F24-4E4A-69AF-279C-405042BFFC7C}"/>
              </a:ext>
            </a:extLst>
          </p:cNvPr>
          <p:cNvGrpSpPr/>
          <p:nvPr/>
        </p:nvGrpSpPr>
        <p:grpSpPr>
          <a:xfrm rot="5400000">
            <a:off x="1814964" y="-1292741"/>
            <a:ext cx="3689134" cy="3227984"/>
            <a:chOff x="1067625" y="-1658125"/>
            <a:chExt cx="2887550" cy="2526600"/>
          </a:xfrm>
        </p:grpSpPr>
        <p:sp>
          <p:nvSpPr>
            <p:cNvPr id="2366" name="Google Shape;2366;p39">
              <a:extLst>
                <a:ext uri="{FF2B5EF4-FFF2-40B4-BE49-F238E27FC236}">
                  <a16:creationId xmlns:a16="http://schemas.microsoft.com/office/drawing/2014/main" id="{AA6DC17F-8106-06FD-A335-83818936FE56}"/>
                </a:ext>
              </a:extLst>
            </p:cNvPr>
            <p:cNvSpPr/>
            <p:nvPr/>
          </p:nvSpPr>
          <p:spPr>
            <a:xfrm>
              <a:off x="1067625" y="-1658125"/>
              <a:ext cx="2887550" cy="2526600"/>
            </a:xfrm>
            <a:custGeom>
              <a:avLst/>
              <a:gdLst/>
              <a:ahLst/>
              <a:cxnLst/>
              <a:rect l="l" t="t" r="r" b="b"/>
              <a:pathLst>
                <a:path w="115502" h="101064" extrusionOk="0">
                  <a:moveTo>
                    <a:pt x="49765" y="12202"/>
                  </a:moveTo>
                  <a:lnTo>
                    <a:pt x="49893" y="12585"/>
                  </a:lnTo>
                  <a:lnTo>
                    <a:pt x="50148" y="12905"/>
                  </a:lnTo>
                  <a:lnTo>
                    <a:pt x="50468" y="13097"/>
                  </a:lnTo>
                  <a:lnTo>
                    <a:pt x="50659" y="13160"/>
                  </a:lnTo>
                  <a:lnTo>
                    <a:pt x="50851" y="13224"/>
                  </a:lnTo>
                  <a:lnTo>
                    <a:pt x="51107" y="13160"/>
                  </a:lnTo>
                  <a:lnTo>
                    <a:pt x="51298" y="13097"/>
                  </a:lnTo>
                  <a:lnTo>
                    <a:pt x="56601" y="22232"/>
                  </a:lnTo>
                  <a:lnTo>
                    <a:pt x="56409" y="22423"/>
                  </a:lnTo>
                  <a:lnTo>
                    <a:pt x="56281" y="22615"/>
                  </a:lnTo>
                  <a:lnTo>
                    <a:pt x="56153" y="22871"/>
                  </a:lnTo>
                  <a:lnTo>
                    <a:pt x="56153" y="23126"/>
                  </a:lnTo>
                  <a:lnTo>
                    <a:pt x="56153" y="23382"/>
                  </a:lnTo>
                  <a:lnTo>
                    <a:pt x="56281" y="23637"/>
                  </a:lnTo>
                  <a:lnTo>
                    <a:pt x="56409" y="23829"/>
                  </a:lnTo>
                  <a:lnTo>
                    <a:pt x="56601" y="24021"/>
                  </a:lnTo>
                  <a:lnTo>
                    <a:pt x="51298" y="33156"/>
                  </a:lnTo>
                  <a:lnTo>
                    <a:pt x="51107" y="33092"/>
                  </a:lnTo>
                  <a:lnTo>
                    <a:pt x="50659" y="33092"/>
                  </a:lnTo>
                  <a:lnTo>
                    <a:pt x="50468" y="33156"/>
                  </a:lnTo>
                  <a:lnTo>
                    <a:pt x="50148" y="33347"/>
                  </a:lnTo>
                  <a:lnTo>
                    <a:pt x="49893" y="33667"/>
                  </a:lnTo>
                  <a:lnTo>
                    <a:pt x="49765" y="34050"/>
                  </a:lnTo>
                  <a:lnTo>
                    <a:pt x="39224" y="34050"/>
                  </a:lnTo>
                  <a:lnTo>
                    <a:pt x="39097" y="33667"/>
                  </a:lnTo>
                  <a:lnTo>
                    <a:pt x="38841" y="33347"/>
                  </a:lnTo>
                  <a:lnTo>
                    <a:pt x="38522" y="33156"/>
                  </a:lnTo>
                  <a:lnTo>
                    <a:pt x="38330" y="33092"/>
                  </a:lnTo>
                  <a:lnTo>
                    <a:pt x="37883" y="33092"/>
                  </a:lnTo>
                  <a:lnTo>
                    <a:pt x="37691" y="33156"/>
                  </a:lnTo>
                  <a:lnTo>
                    <a:pt x="32261" y="23765"/>
                  </a:lnTo>
                  <a:lnTo>
                    <a:pt x="32517" y="23637"/>
                  </a:lnTo>
                  <a:lnTo>
                    <a:pt x="32708" y="23382"/>
                  </a:lnTo>
                  <a:lnTo>
                    <a:pt x="32836" y="23126"/>
                  </a:lnTo>
                  <a:lnTo>
                    <a:pt x="32836" y="22807"/>
                  </a:lnTo>
                  <a:lnTo>
                    <a:pt x="32836" y="22615"/>
                  </a:lnTo>
                  <a:lnTo>
                    <a:pt x="32772" y="22360"/>
                  </a:lnTo>
                  <a:lnTo>
                    <a:pt x="32644" y="22168"/>
                  </a:lnTo>
                  <a:lnTo>
                    <a:pt x="32517" y="22040"/>
                  </a:lnTo>
                  <a:lnTo>
                    <a:pt x="37691" y="13097"/>
                  </a:lnTo>
                  <a:lnTo>
                    <a:pt x="37883" y="13160"/>
                  </a:lnTo>
                  <a:lnTo>
                    <a:pt x="38138" y="13224"/>
                  </a:lnTo>
                  <a:lnTo>
                    <a:pt x="38330" y="13160"/>
                  </a:lnTo>
                  <a:lnTo>
                    <a:pt x="38522" y="13097"/>
                  </a:lnTo>
                  <a:lnTo>
                    <a:pt x="38841" y="12905"/>
                  </a:lnTo>
                  <a:lnTo>
                    <a:pt x="39097" y="12585"/>
                  </a:lnTo>
                  <a:lnTo>
                    <a:pt x="39224" y="12202"/>
                  </a:lnTo>
                  <a:close/>
                  <a:moveTo>
                    <a:pt x="87967" y="12202"/>
                  </a:moveTo>
                  <a:lnTo>
                    <a:pt x="88031" y="12585"/>
                  </a:lnTo>
                  <a:lnTo>
                    <a:pt x="88287" y="12905"/>
                  </a:lnTo>
                  <a:lnTo>
                    <a:pt x="88606" y="13097"/>
                  </a:lnTo>
                  <a:lnTo>
                    <a:pt x="88798" y="13160"/>
                  </a:lnTo>
                  <a:lnTo>
                    <a:pt x="88989" y="13224"/>
                  </a:lnTo>
                  <a:lnTo>
                    <a:pt x="89245" y="13160"/>
                  </a:lnTo>
                  <a:lnTo>
                    <a:pt x="89437" y="13097"/>
                  </a:lnTo>
                  <a:lnTo>
                    <a:pt x="94803" y="22360"/>
                  </a:lnTo>
                  <a:lnTo>
                    <a:pt x="94675" y="22487"/>
                  </a:lnTo>
                  <a:lnTo>
                    <a:pt x="94547" y="22679"/>
                  </a:lnTo>
                  <a:lnTo>
                    <a:pt x="94483" y="22934"/>
                  </a:lnTo>
                  <a:lnTo>
                    <a:pt x="94483" y="23126"/>
                  </a:lnTo>
                  <a:lnTo>
                    <a:pt x="94483" y="23382"/>
                  </a:lnTo>
                  <a:lnTo>
                    <a:pt x="94547" y="23573"/>
                  </a:lnTo>
                  <a:lnTo>
                    <a:pt x="94675" y="23765"/>
                  </a:lnTo>
                  <a:lnTo>
                    <a:pt x="94803" y="23893"/>
                  </a:lnTo>
                  <a:lnTo>
                    <a:pt x="91864" y="29003"/>
                  </a:lnTo>
                  <a:lnTo>
                    <a:pt x="89437" y="33156"/>
                  </a:lnTo>
                  <a:lnTo>
                    <a:pt x="89245" y="33092"/>
                  </a:lnTo>
                  <a:lnTo>
                    <a:pt x="88798" y="33092"/>
                  </a:lnTo>
                  <a:lnTo>
                    <a:pt x="88606" y="33156"/>
                  </a:lnTo>
                  <a:lnTo>
                    <a:pt x="88287" y="33347"/>
                  </a:lnTo>
                  <a:lnTo>
                    <a:pt x="88031" y="33667"/>
                  </a:lnTo>
                  <a:lnTo>
                    <a:pt x="87967" y="34050"/>
                  </a:lnTo>
                  <a:lnTo>
                    <a:pt x="77363" y="34050"/>
                  </a:lnTo>
                  <a:lnTo>
                    <a:pt x="77235" y="33667"/>
                  </a:lnTo>
                  <a:lnTo>
                    <a:pt x="77043" y="33347"/>
                  </a:lnTo>
                  <a:lnTo>
                    <a:pt x="76660" y="33156"/>
                  </a:lnTo>
                  <a:lnTo>
                    <a:pt x="76468" y="33092"/>
                  </a:lnTo>
                  <a:lnTo>
                    <a:pt x="76085" y="33092"/>
                  </a:lnTo>
                  <a:lnTo>
                    <a:pt x="75829" y="33156"/>
                  </a:lnTo>
                  <a:lnTo>
                    <a:pt x="70527" y="24021"/>
                  </a:lnTo>
                  <a:lnTo>
                    <a:pt x="70719" y="23829"/>
                  </a:lnTo>
                  <a:lnTo>
                    <a:pt x="70910" y="23637"/>
                  </a:lnTo>
                  <a:lnTo>
                    <a:pt x="70974" y="23382"/>
                  </a:lnTo>
                  <a:lnTo>
                    <a:pt x="71038" y="23126"/>
                  </a:lnTo>
                  <a:lnTo>
                    <a:pt x="70974" y="22871"/>
                  </a:lnTo>
                  <a:lnTo>
                    <a:pt x="70910" y="22615"/>
                  </a:lnTo>
                  <a:lnTo>
                    <a:pt x="70719" y="22423"/>
                  </a:lnTo>
                  <a:lnTo>
                    <a:pt x="70527" y="22232"/>
                  </a:lnTo>
                  <a:lnTo>
                    <a:pt x="75702" y="13352"/>
                  </a:lnTo>
                  <a:lnTo>
                    <a:pt x="75829" y="13097"/>
                  </a:lnTo>
                  <a:lnTo>
                    <a:pt x="76085" y="13160"/>
                  </a:lnTo>
                  <a:lnTo>
                    <a:pt x="76277" y="13224"/>
                  </a:lnTo>
                  <a:lnTo>
                    <a:pt x="76468" y="13160"/>
                  </a:lnTo>
                  <a:lnTo>
                    <a:pt x="76660" y="13097"/>
                  </a:lnTo>
                  <a:lnTo>
                    <a:pt x="77043" y="12905"/>
                  </a:lnTo>
                  <a:lnTo>
                    <a:pt x="77235" y="12585"/>
                  </a:lnTo>
                  <a:lnTo>
                    <a:pt x="77363" y="12202"/>
                  </a:lnTo>
                  <a:close/>
                  <a:moveTo>
                    <a:pt x="68866" y="23254"/>
                  </a:moveTo>
                  <a:lnTo>
                    <a:pt x="68994" y="23637"/>
                  </a:lnTo>
                  <a:lnTo>
                    <a:pt x="69186" y="23957"/>
                  </a:lnTo>
                  <a:lnTo>
                    <a:pt x="69569" y="24148"/>
                  </a:lnTo>
                  <a:lnTo>
                    <a:pt x="69761" y="24212"/>
                  </a:lnTo>
                  <a:lnTo>
                    <a:pt x="70144" y="24212"/>
                  </a:lnTo>
                  <a:lnTo>
                    <a:pt x="70399" y="24084"/>
                  </a:lnTo>
                  <a:lnTo>
                    <a:pt x="75702" y="33284"/>
                  </a:lnTo>
                  <a:lnTo>
                    <a:pt x="75510" y="33411"/>
                  </a:lnTo>
                  <a:lnTo>
                    <a:pt x="75318" y="33667"/>
                  </a:lnTo>
                  <a:lnTo>
                    <a:pt x="75255" y="33858"/>
                  </a:lnTo>
                  <a:lnTo>
                    <a:pt x="75191" y="34178"/>
                  </a:lnTo>
                  <a:lnTo>
                    <a:pt x="75255" y="34433"/>
                  </a:lnTo>
                  <a:lnTo>
                    <a:pt x="75318" y="34625"/>
                  </a:lnTo>
                  <a:lnTo>
                    <a:pt x="75510" y="34881"/>
                  </a:lnTo>
                  <a:lnTo>
                    <a:pt x="75702" y="35008"/>
                  </a:lnTo>
                  <a:lnTo>
                    <a:pt x="75446" y="35392"/>
                  </a:lnTo>
                  <a:lnTo>
                    <a:pt x="70463" y="44080"/>
                  </a:lnTo>
                  <a:lnTo>
                    <a:pt x="70080" y="44080"/>
                  </a:lnTo>
                  <a:lnTo>
                    <a:pt x="69888" y="44144"/>
                  </a:lnTo>
                  <a:lnTo>
                    <a:pt x="69505" y="44335"/>
                  </a:lnTo>
                  <a:lnTo>
                    <a:pt x="69313" y="44655"/>
                  </a:lnTo>
                  <a:lnTo>
                    <a:pt x="69186" y="45038"/>
                  </a:lnTo>
                  <a:lnTo>
                    <a:pt x="58325" y="45038"/>
                  </a:lnTo>
                  <a:lnTo>
                    <a:pt x="58198" y="44655"/>
                  </a:lnTo>
                  <a:lnTo>
                    <a:pt x="57942" y="44335"/>
                  </a:lnTo>
                  <a:lnTo>
                    <a:pt x="57623" y="44144"/>
                  </a:lnTo>
                  <a:lnTo>
                    <a:pt x="57431" y="44080"/>
                  </a:lnTo>
                  <a:lnTo>
                    <a:pt x="56984" y="44080"/>
                  </a:lnTo>
                  <a:lnTo>
                    <a:pt x="56792" y="44208"/>
                  </a:lnTo>
                  <a:lnTo>
                    <a:pt x="51490" y="35008"/>
                  </a:lnTo>
                  <a:lnTo>
                    <a:pt x="51682" y="34881"/>
                  </a:lnTo>
                  <a:lnTo>
                    <a:pt x="51809" y="34625"/>
                  </a:lnTo>
                  <a:lnTo>
                    <a:pt x="51873" y="34433"/>
                  </a:lnTo>
                  <a:lnTo>
                    <a:pt x="51937" y="34178"/>
                  </a:lnTo>
                  <a:lnTo>
                    <a:pt x="51873" y="33858"/>
                  </a:lnTo>
                  <a:lnTo>
                    <a:pt x="51809" y="33667"/>
                  </a:lnTo>
                  <a:lnTo>
                    <a:pt x="51682" y="33411"/>
                  </a:lnTo>
                  <a:lnTo>
                    <a:pt x="51490" y="33284"/>
                  </a:lnTo>
                  <a:lnTo>
                    <a:pt x="56792" y="24084"/>
                  </a:lnTo>
                  <a:lnTo>
                    <a:pt x="56984" y="24148"/>
                  </a:lnTo>
                  <a:lnTo>
                    <a:pt x="57239" y="24212"/>
                  </a:lnTo>
                  <a:lnTo>
                    <a:pt x="57431" y="24148"/>
                  </a:lnTo>
                  <a:lnTo>
                    <a:pt x="57623" y="24148"/>
                  </a:lnTo>
                  <a:lnTo>
                    <a:pt x="57942" y="23893"/>
                  </a:lnTo>
                  <a:lnTo>
                    <a:pt x="58198" y="23637"/>
                  </a:lnTo>
                  <a:lnTo>
                    <a:pt x="58262" y="23254"/>
                  </a:lnTo>
                  <a:close/>
                  <a:moveTo>
                    <a:pt x="87967" y="34242"/>
                  </a:moveTo>
                  <a:lnTo>
                    <a:pt x="88031" y="34625"/>
                  </a:lnTo>
                  <a:lnTo>
                    <a:pt x="88287" y="34944"/>
                  </a:lnTo>
                  <a:lnTo>
                    <a:pt x="88606" y="35136"/>
                  </a:lnTo>
                  <a:lnTo>
                    <a:pt x="88798" y="35200"/>
                  </a:lnTo>
                  <a:lnTo>
                    <a:pt x="89245" y="35200"/>
                  </a:lnTo>
                  <a:lnTo>
                    <a:pt x="89437" y="35136"/>
                  </a:lnTo>
                  <a:lnTo>
                    <a:pt x="91034" y="37819"/>
                  </a:lnTo>
                  <a:lnTo>
                    <a:pt x="94803" y="44399"/>
                  </a:lnTo>
                  <a:lnTo>
                    <a:pt x="94675" y="44527"/>
                  </a:lnTo>
                  <a:lnTo>
                    <a:pt x="94547" y="44719"/>
                  </a:lnTo>
                  <a:lnTo>
                    <a:pt x="94483" y="44910"/>
                  </a:lnTo>
                  <a:lnTo>
                    <a:pt x="94483" y="45166"/>
                  </a:lnTo>
                  <a:lnTo>
                    <a:pt x="94483" y="45357"/>
                  </a:lnTo>
                  <a:lnTo>
                    <a:pt x="94547" y="45613"/>
                  </a:lnTo>
                  <a:lnTo>
                    <a:pt x="94675" y="45805"/>
                  </a:lnTo>
                  <a:lnTo>
                    <a:pt x="94803" y="45932"/>
                  </a:lnTo>
                  <a:lnTo>
                    <a:pt x="89437" y="55195"/>
                  </a:lnTo>
                  <a:lnTo>
                    <a:pt x="89245" y="55132"/>
                  </a:lnTo>
                  <a:lnTo>
                    <a:pt x="88989" y="55068"/>
                  </a:lnTo>
                  <a:lnTo>
                    <a:pt x="88798" y="55132"/>
                  </a:lnTo>
                  <a:lnTo>
                    <a:pt x="88606" y="55195"/>
                  </a:lnTo>
                  <a:lnTo>
                    <a:pt x="88287" y="55387"/>
                  </a:lnTo>
                  <a:lnTo>
                    <a:pt x="88031" y="55706"/>
                  </a:lnTo>
                  <a:lnTo>
                    <a:pt x="87967" y="56090"/>
                  </a:lnTo>
                  <a:lnTo>
                    <a:pt x="77363" y="56090"/>
                  </a:lnTo>
                  <a:lnTo>
                    <a:pt x="77235" y="55706"/>
                  </a:lnTo>
                  <a:lnTo>
                    <a:pt x="77043" y="55387"/>
                  </a:lnTo>
                  <a:lnTo>
                    <a:pt x="76660" y="55195"/>
                  </a:lnTo>
                  <a:lnTo>
                    <a:pt x="76468" y="55132"/>
                  </a:lnTo>
                  <a:lnTo>
                    <a:pt x="76277" y="55068"/>
                  </a:lnTo>
                  <a:lnTo>
                    <a:pt x="76085" y="55132"/>
                  </a:lnTo>
                  <a:lnTo>
                    <a:pt x="75893" y="55195"/>
                  </a:lnTo>
                  <a:lnTo>
                    <a:pt x="75702" y="55259"/>
                  </a:lnTo>
                  <a:lnTo>
                    <a:pt x="75510" y="55387"/>
                  </a:lnTo>
                  <a:lnTo>
                    <a:pt x="75382" y="55579"/>
                  </a:lnTo>
                  <a:lnTo>
                    <a:pt x="75318" y="55770"/>
                  </a:lnTo>
                  <a:lnTo>
                    <a:pt x="75255" y="55962"/>
                  </a:lnTo>
                  <a:lnTo>
                    <a:pt x="75191" y="56154"/>
                  </a:lnTo>
                  <a:lnTo>
                    <a:pt x="75255" y="56409"/>
                  </a:lnTo>
                  <a:lnTo>
                    <a:pt x="75318" y="56665"/>
                  </a:lnTo>
                  <a:lnTo>
                    <a:pt x="75510" y="56920"/>
                  </a:lnTo>
                  <a:lnTo>
                    <a:pt x="75702" y="57048"/>
                  </a:lnTo>
                  <a:lnTo>
                    <a:pt x="70336" y="66311"/>
                  </a:lnTo>
                  <a:lnTo>
                    <a:pt x="70144" y="66247"/>
                  </a:lnTo>
                  <a:lnTo>
                    <a:pt x="69888" y="66247"/>
                  </a:lnTo>
                  <a:lnTo>
                    <a:pt x="69505" y="66311"/>
                  </a:lnTo>
                  <a:lnTo>
                    <a:pt x="69186" y="66503"/>
                  </a:lnTo>
                  <a:lnTo>
                    <a:pt x="68994" y="66758"/>
                  </a:lnTo>
                  <a:lnTo>
                    <a:pt x="68866" y="67078"/>
                  </a:lnTo>
                  <a:lnTo>
                    <a:pt x="58325" y="67078"/>
                  </a:lnTo>
                  <a:lnTo>
                    <a:pt x="58198" y="66758"/>
                  </a:lnTo>
                  <a:lnTo>
                    <a:pt x="57942" y="66503"/>
                  </a:lnTo>
                  <a:lnTo>
                    <a:pt x="57623" y="66311"/>
                  </a:lnTo>
                  <a:lnTo>
                    <a:pt x="57303" y="66247"/>
                  </a:lnTo>
                  <a:lnTo>
                    <a:pt x="57048" y="66247"/>
                  </a:lnTo>
                  <a:lnTo>
                    <a:pt x="56856" y="66311"/>
                  </a:lnTo>
                  <a:lnTo>
                    <a:pt x="56664" y="66439"/>
                  </a:lnTo>
                  <a:lnTo>
                    <a:pt x="56537" y="66567"/>
                  </a:lnTo>
                  <a:lnTo>
                    <a:pt x="56409" y="66694"/>
                  </a:lnTo>
                  <a:lnTo>
                    <a:pt x="56281" y="66886"/>
                  </a:lnTo>
                  <a:lnTo>
                    <a:pt x="56217" y="67078"/>
                  </a:lnTo>
                  <a:lnTo>
                    <a:pt x="56217" y="67333"/>
                  </a:lnTo>
                  <a:lnTo>
                    <a:pt x="56217" y="67525"/>
                  </a:lnTo>
                  <a:lnTo>
                    <a:pt x="56281" y="67780"/>
                  </a:lnTo>
                  <a:lnTo>
                    <a:pt x="56409" y="67972"/>
                  </a:lnTo>
                  <a:lnTo>
                    <a:pt x="56537" y="68100"/>
                  </a:lnTo>
                  <a:lnTo>
                    <a:pt x="53534" y="73402"/>
                  </a:lnTo>
                  <a:lnTo>
                    <a:pt x="51298" y="77235"/>
                  </a:lnTo>
                  <a:lnTo>
                    <a:pt x="51107" y="77171"/>
                  </a:lnTo>
                  <a:lnTo>
                    <a:pt x="50851" y="77107"/>
                  </a:lnTo>
                  <a:lnTo>
                    <a:pt x="50659" y="77171"/>
                  </a:lnTo>
                  <a:lnTo>
                    <a:pt x="50468" y="77171"/>
                  </a:lnTo>
                  <a:lnTo>
                    <a:pt x="50148" y="77427"/>
                  </a:lnTo>
                  <a:lnTo>
                    <a:pt x="49893" y="77682"/>
                  </a:lnTo>
                  <a:lnTo>
                    <a:pt x="49765" y="78065"/>
                  </a:lnTo>
                  <a:lnTo>
                    <a:pt x="39224" y="78065"/>
                  </a:lnTo>
                  <a:lnTo>
                    <a:pt x="39160" y="77682"/>
                  </a:lnTo>
                  <a:lnTo>
                    <a:pt x="38905" y="77427"/>
                  </a:lnTo>
                  <a:lnTo>
                    <a:pt x="38586" y="77171"/>
                  </a:lnTo>
                  <a:lnTo>
                    <a:pt x="38394" y="77171"/>
                  </a:lnTo>
                  <a:lnTo>
                    <a:pt x="38202" y="77107"/>
                  </a:lnTo>
                  <a:lnTo>
                    <a:pt x="37947" y="77171"/>
                  </a:lnTo>
                  <a:lnTo>
                    <a:pt x="37691" y="77235"/>
                  </a:lnTo>
                  <a:lnTo>
                    <a:pt x="32389" y="68036"/>
                  </a:lnTo>
                  <a:lnTo>
                    <a:pt x="32580" y="67908"/>
                  </a:lnTo>
                  <a:lnTo>
                    <a:pt x="32708" y="67716"/>
                  </a:lnTo>
                  <a:lnTo>
                    <a:pt x="32836" y="67461"/>
                  </a:lnTo>
                  <a:lnTo>
                    <a:pt x="32836" y="67205"/>
                  </a:lnTo>
                  <a:lnTo>
                    <a:pt x="32836" y="66950"/>
                  </a:lnTo>
                  <a:lnTo>
                    <a:pt x="32708" y="66694"/>
                  </a:lnTo>
                  <a:lnTo>
                    <a:pt x="32580" y="66503"/>
                  </a:lnTo>
                  <a:lnTo>
                    <a:pt x="32389" y="66311"/>
                  </a:lnTo>
                  <a:lnTo>
                    <a:pt x="37691" y="57176"/>
                  </a:lnTo>
                  <a:lnTo>
                    <a:pt x="37883" y="57240"/>
                  </a:lnTo>
                  <a:lnTo>
                    <a:pt x="38330" y="57240"/>
                  </a:lnTo>
                  <a:lnTo>
                    <a:pt x="38586" y="57176"/>
                  </a:lnTo>
                  <a:lnTo>
                    <a:pt x="38713" y="57048"/>
                  </a:lnTo>
                  <a:lnTo>
                    <a:pt x="38905" y="56920"/>
                  </a:lnTo>
                  <a:lnTo>
                    <a:pt x="39033" y="56792"/>
                  </a:lnTo>
                  <a:lnTo>
                    <a:pt x="39160" y="56601"/>
                  </a:lnTo>
                  <a:lnTo>
                    <a:pt x="39224" y="56409"/>
                  </a:lnTo>
                  <a:lnTo>
                    <a:pt x="39224" y="56154"/>
                  </a:lnTo>
                  <a:lnTo>
                    <a:pt x="39224" y="55962"/>
                  </a:lnTo>
                  <a:lnTo>
                    <a:pt x="39160" y="55770"/>
                  </a:lnTo>
                  <a:lnTo>
                    <a:pt x="39033" y="55579"/>
                  </a:lnTo>
                  <a:lnTo>
                    <a:pt x="38905" y="55387"/>
                  </a:lnTo>
                  <a:lnTo>
                    <a:pt x="38713" y="55259"/>
                  </a:lnTo>
                  <a:lnTo>
                    <a:pt x="38586" y="55195"/>
                  </a:lnTo>
                  <a:lnTo>
                    <a:pt x="38330" y="55132"/>
                  </a:lnTo>
                  <a:lnTo>
                    <a:pt x="38138" y="55068"/>
                  </a:lnTo>
                  <a:lnTo>
                    <a:pt x="37947" y="55132"/>
                  </a:lnTo>
                  <a:lnTo>
                    <a:pt x="37691" y="55195"/>
                  </a:lnTo>
                  <a:lnTo>
                    <a:pt x="37563" y="55259"/>
                  </a:lnTo>
                  <a:lnTo>
                    <a:pt x="37372" y="55387"/>
                  </a:lnTo>
                  <a:lnTo>
                    <a:pt x="37244" y="55579"/>
                  </a:lnTo>
                  <a:lnTo>
                    <a:pt x="37116" y="55770"/>
                  </a:lnTo>
                  <a:lnTo>
                    <a:pt x="37052" y="55962"/>
                  </a:lnTo>
                  <a:lnTo>
                    <a:pt x="37052" y="56154"/>
                  </a:lnTo>
                  <a:lnTo>
                    <a:pt x="37116" y="56409"/>
                  </a:lnTo>
                  <a:lnTo>
                    <a:pt x="37180" y="56665"/>
                  </a:lnTo>
                  <a:lnTo>
                    <a:pt x="37308" y="56856"/>
                  </a:lnTo>
                  <a:lnTo>
                    <a:pt x="37499" y="57048"/>
                  </a:lnTo>
                  <a:lnTo>
                    <a:pt x="32197" y="66183"/>
                  </a:lnTo>
                  <a:lnTo>
                    <a:pt x="32006" y="66119"/>
                  </a:lnTo>
                  <a:lnTo>
                    <a:pt x="31558" y="66119"/>
                  </a:lnTo>
                  <a:lnTo>
                    <a:pt x="31367" y="66183"/>
                  </a:lnTo>
                  <a:lnTo>
                    <a:pt x="31047" y="66375"/>
                  </a:lnTo>
                  <a:lnTo>
                    <a:pt x="30792" y="66694"/>
                  </a:lnTo>
                  <a:lnTo>
                    <a:pt x="30728" y="67078"/>
                  </a:lnTo>
                  <a:lnTo>
                    <a:pt x="20187" y="67078"/>
                  </a:lnTo>
                  <a:lnTo>
                    <a:pt x="20059" y="66694"/>
                  </a:lnTo>
                  <a:lnTo>
                    <a:pt x="19804" y="66375"/>
                  </a:lnTo>
                  <a:lnTo>
                    <a:pt x="19484" y="66183"/>
                  </a:lnTo>
                  <a:lnTo>
                    <a:pt x="19293" y="66119"/>
                  </a:lnTo>
                  <a:lnTo>
                    <a:pt x="18846" y="66119"/>
                  </a:lnTo>
                  <a:lnTo>
                    <a:pt x="18590" y="66247"/>
                  </a:lnTo>
                  <a:lnTo>
                    <a:pt x="13288" y="57048"/>
                  </a:lnTo>
                  <a:lnTo>
                    <a:pt x="13543" y="56856"/>
                  </a:lnTo>
                  <a:lnTo>
                    <a:pt x="13735" y="56601"/>
                  </a:lnTo>
                  <a:lnTo>
                    <a:pt x="13863" y="56345"/>
                  </a:lnTo>
                  <a:lnTo>
                    <a:pt x="13927" y="56026"/>
                  </a:lnTo>
                  <a:lnTo>
                    <a:pt x="13927" y="55770"/>
                  </a:lnTo>
                  <a:lnTo>
                    <a:pt x="13799" y="55515"/>
                  </a:lnTo>
                  <a:lnTo>
                    <a:pt x="13607" y="55259"/>
                  </a:lnTo>
                  <a:lnTo>
                    <a:pt x="13415" y="55132"/>
                  </a:lnTo>
                  <a:lnTo>
                    <a:pt x="18654" y="46060"/>
                  </a:lnTo>
                  <a:lnTo>
                    <a:pt x="18973" y="46124"/>
                  </a:lnTo>
                  <a:lnTo>
                    <a:pt x="19357" y="46060"/>
                  </a:lnTo>
                  <a:lnTo>
                    <a:pt x="19676" y="45868"/>
                  </a:lnTo>
                  <a:lnTo>
                    <a:pt x="19932" y="45613"/>
                  </a:lnTo>
                  <a:lnTo>
                    <a:pt x="20059" y="45230"/>
                  </a:lnTo>
                  <a:lnTo>
                    <a:pt x="30728" y="45230"/>
                  </a:lnTo>
                  <a:lnTo>
                    <a:pt x="30792" y="45613"/>
                  </a:lnTo>
                  <a:lnTo>
                    <a:pt x="31047" y="45932"/>
                  </a:lnTo>
                  <a:lnTo>
                    <a:pt x="31367" y="46124"/>
                  </a:lnTo>
                  <a:lnTo>
                    <a:pt x="31558" y="46188"/>
                  </a:lnTo>
                  <a:lnTo>
                    <a:pt x="31750" y="46252"/>
                  </a:lnTo>
                  <a:lnTo>
                    <a:pt x="32006" y="46188"/>
                  </a:lnTo>
                  <a:lnTo>
                    <a:pt x="32197" y="46124"/>
                  </a:lnTo>
                  <a:lnTo>
                    <a:pt x="32389" y="46060"/>
                  </a:lnTo>
                  <a:lnTo>
                    <a:pt x="32517" y="45932"/>
                  </a:lnTo>
                  <a:lnTo>
                    <a:pt x="32644" y="45741"/>
                  </a:lnTo>
                  <a:lnTo>
                    <a:pt x="32772" y="45549"/>
                  </a:lnTo>
                  <a:lnTo>
                    <a:pt x="32836" y="45357"/>
                  </a:lnTo>
                  <a:lnTo>
                    <a:pt x="32836" y="45166"/>
                  </a:lnTo>
                  <a:lnTo>
                    <a:pt x="32836" y="44910"/>
                  </a:lnTo>
                  <a:lnTo>
                    <a:pt x="32708" y="44655"/>
                  </a:lnTo>
                  <a:lnTo>
                    <a:pt x="32580" y="44463"/>
                  </a:lnTo>
                  <a:lnTo>
                    <a:pt x="32389" y="44271"/>
                  </a:lnTo>
                  <a:lnTo>
                    <a:pt x="37372" y="35647"/>
                  </a:lnTo>
                  <a:lnTo>
                    <a:pt x="37691" y="35136"/>
                  </a:lnTo>
                  <a:lnTo>
                    <a:pt x="37883" y="35200"/>
                  </a:lnTo>
                  <a:lnTo>
                    <a:pt x="38330" y="35200"/>
                  </a:lnTo>
                  <a:lnTo>
                    <a:pt x="38522" y="35136"/>
                  </a:lnTo>
                  <a:lnTo>
                    <a:pt x="38841" y="34944"/>
                  </a:lnTo>
                  <a:lnTo>
                    <a:pt x="39097" y="34625"/>
                  </a:lnTo>
                  <a:lnTo>
                    <a:pt x="39224" y="34242"/>
                  </a:lnTo>
                  <a:lnTo>
                    <a:pt x="49765" y="34242"/>
                  </a:lnTo>
                  <a:lnTo>
                    <a:pt x="49893" y="34625"/>
                  </a:lnTo>
                  <a:lnTo>
                    <a:pt x="50148" y="34944"/>
                  </a:lnTo>
                  <a:lnTo>
                    <a:pt x="50468" y="35136"/>
                  </a:lnTo>
                  <a:lnTo>
                    <a:pt x="50659" y="35200"/>
                  </a:lnTo>
                  <a:lnTo>
                    <a:pt x="51107" y="35200"/>
                  </a:lnTo>
                  <a:lnTo>
                    <a:pt x="51298" y="35136"/>
                  </a:lnTo>
                  <a:lnTo>
                    <a:pt x="56601" y="44271"/>
                  </a:lnTo>
                  <a:lnTo>
                    <a:pt x="56409" y="44463"/>
                  </a:lnTo>
                  <a:lnTo>
                    <a:pt x="56281" y="44655"/>
                  </a:lnTo>
                  <a:lnTo>
                    <a:pt x="56153" y="44910"/>
                  </a:lnTo>
                  <a:lnTo>
                    <a:pt x="56153" y="45166"/>
                  </a:lnTo>
                  <a:lnTo>
                    <a:pt x="56153" y="45357"/>
                  </a:lnTo>
                  <a:lnTo>
                    <a:pt x="56217" y="45613"/>
                  </a:lnTo>
                  <a:lnTo>
                    <a:pt x="56345" y="45741"/>
                  </a:lnTo>
                  <a:lnTo>
                    <a:pt x="56473" y="45932"/>
                  </a:lnTo>
                  <a:lnTo>
                    <a:pt x="56601" y="46060"/>
                  </a:lnTo>
                  <a:lnTo>
                    <a:pt x="56792" y="46188"/>
                  </a:lnTo>
                  <a:lnTo>
                    <a:pt x="56984" y="46252"/>
                  </a:lnTo>
                  <a:lnTo>
                    <a:pt x="57431" y="46252"/>
                  </a:lnTo>
                  <a:lnTo>
                    <a:pt x="57623" y="46188"/>
                  </a:lnTo>
                  <a:lnTo>
                    <a:pt x="57942" y="45932"/>
                  </a:lnTo>
                  <a:lnTo>
                    <a:pt x="58198" y="45677"/>
                  </a:lnTo>
                  <a:lnTo>
                    <a:pt x="58325" y="45230"/>
                  </a:lnTo>
                  <a:lnTo>
                    <a:pt x="69186" y="45230"/>
                  </a:lnTo>
                  <a:lnTo>
                    <a:pt x="69313" y="45677"/>
                  </a:lnTo>
                  <a:lnTo>
                    <a:pt x="69505" y="45932"/>
                  </a:lnTo>
                  <a:lnTo>
                    <a:pt x="69888" y="46188"/>
                  </a:lnTo>
                  <a:lnTo>
                    <a:pt x="70080" y="46252"/>
                  </a:lnTo>
                  <a:lnTo>
                    <a:pt x="70463" y="46252"/>
                  </a:lnTo>
                  <a:lnTo>
                    <a:pt x="70655" y="46188"/>
                  </a:lnTo>
                  <a:lnTo>
                    <a:pt x="70847" y="46060"/>
                  </a:lnTo>
                  <a:lnTo>
                    <a:pt x="71038" y="45932"/>
                  </a:lnTo>
                  <a:lnTo>
                    <a:pt x="71166" y="45741"/>
                  </a:lnTo>
                  <a:lnTo>
                    <a:pt x="71230" y="45613"/>
                  </a:lnTo>
                  <a:lnTo>
                    <a:pt x="71294" y="45357"/>
                  </a:lnTo>
                  <a:lnTo>
                    <a:pt x="71358" y="45166"/>
                  </a:lnTo>
                  <a:lnTo>
                    <a:pt x="71294" y="44846"/>
                  </a:lnTo>
                  <a:lnTo>
                    <a:pt x="71166" y="44527"/>
                  </a:lnTo>
                  <a:lnTo>
                    <a:pt x="70910" y="44335"/>
                  </a:lnTo>
                  <a:lnTo>
                    <a:pt x="70655" y="44144"/>
                  </a:lnTo>
                  <a:lnTo>
                    <a:pt x="71294" y="43058"/>
                  </a:lnTo>
                  <a:lnTo>
                    <a:pt x="75829" y="35136"/>
                  </a:lnTo>
                  <a:lnTo>
                    <a:pt x="76085" y="35200"/>
                  </a:lnTo>
                  <a:lnTo>
                    <a:pt x="76468" y="35200"/>
                  </a:lnTo>
                  <a:lnTo>
                    <a:pt x="76660" y="35136"/>
                  </a:lnTo>
                  <a:lnTo>
                    <a:pt x="77043" y="34944"/>
                  </a:lnTo>
                  <a:lnTo>
                    <a:pt x="77235" y="34625"/>
                  </a:lnTo>
                  <a:lnTo>
                    <a:pt x="77363" y="34242"/>
                  </a:lnTo>
                  <a:close/>
                  <a:moveTo>
                    <a:pt x="69952" y="1"/>
                  </a:moveTo>
                  <a:lnTo>
                    <a:pt x="69761" y="64"/>
                  </a:lnTo>
                  <a:lnTo>
                    <a:pt x="69569" y="128"/>
                  </a:lnTo>
                  <a:lnTo>
                    <a:pt x="69186" y="320"/>
                  </a:lnTo>
                  <a:lnTo>
                    <a:pt x="68994" y="639"/>
                  </a:lnTo>
                  <a:lnTo>
                    <a:pt x="68866" y="1023"/>
                  </a:lnTo>
                  <a:lnTo>
                    <a:pt x="57239" y="1023"/>
                  </a:lnTo>
                  <a:lnTo>
                    <a:pt x="57239" y="1214"/>
                  </a:lnTo>
                  <a:lnTo>
                    <a:pt x="68866" y="1214"/>
                  </a:lnTo>
                  <a:lnTo>
                    <a:pt x="68994" y="1598"/>
                  </a:lnTo>
                  <a:lnTo>
                    <a:pt x="69186" y="1917"/>
                  </a:lnTo>
                  <a:lnTo>
                    <a:pt x="69569" y="2109"/>
                  </a:lnTo>
                  <a:lnTo>
                    <a:pt x="69761" y="2173"/>
                  </a:lnTo>
                  <a:lnTo>
                    <a:pt x="70144" y="2173"/>
                  </a:lnTo>
                  <a:lnTo>
                    <a:pt x="70399" y="2109"/>
                  </a:lnTo>
                  <a:lnTo>
                    <a:pt x="75702" y="11244"/>
                  </a:lnTo>
                  <a:lnTo>
                    <a:pt x="75510" y="11436"/>
                  </a:lnTo>
                  <a:lnTo>
                    <a:pt x="75318" y="11627"/>
                  </a:lnTo>
                  <a:lnTo>
                    <a:pt x="75255" y="11883"/>
                  </a:lnTo>
                  <a:lnTo>
                    <a:pt x="75191" y="12138"/>
                  </a:lnTo>
                  <a:lnTo>
                    <a:pt x="75255" y="12394"/>
                  </a:lnTo>
                  <a:lnTo>
                    <a:pt x="75318" y="12649"/>
                  </a:lnTo>
                  <a:lnTo>
                    <a:pt x="75510" y="12841"/>
                  </a:lnTo>
                  <a:lnTo>
                    <a:pt x="75702" y="12969"/>
                  </a:lnTo>
                  <a:lnTo>
                    <a:pt x="73019" y="17568"/>
                  </a:lnTo>
                  <a:lnTo>
                    <a:pt x="70399" y="22168"/>
                  </a:lnTo>
                  <a:lnTo>
                    <a:pt x="70144" y="22104"/>
                  </a:lnTo>
                  <a:lnTo>
                    <a:pt x="69952" y="22040"/>
                  </a:lnTo>
                  <a:lnTo>
                    <a:pt x="69761" y="22040"/>
                  </a:lnTo>
                  <a:lnTo>
                    <a:pt x="69505" y="22104"/>
                  </a:lnTo>
                  <a:lnTo>
                    <a:pt x="69186" y="22360"/>
                  </a:lnTo>
                  <a:lnTo>
                    <a:pt x="68994" y="22679"/>
                  </a:lnTo>
                  <a:lnTo>
                    <a:pt x="68866" y="23062"/>
                  </a:lnTo>
                  <a:lnTo>
                    <a:pt x="58262" y="23062"/>
                  </a:lnTo>
                  <a:lnTo>
                    <a:pt x="58262" y="22807"/>
                  </a:lnTo>
                  <a:lnTo>
                    <a:pt x="58198" y="22615"/>
                  </a:lnTo>
                  <a:lnTo>
                    <a:pt x="57942" y="22296"/>
                  </a:lnTo>
                  <a:lnTo>
                    <a:pt x="57623" y="22104"/>
                  </a:lnTo>
                  <a:lnTo>
                    <a:pt x="57431" y="22040"/>
                  </a:lnTo>
                  <a:lnTo>
                    <a:pt x="56984" y="22040"/>
                  </a:lnTo>
                  <a:lnTo>
                    <a:pt x="56728" y="22168"/>
                  </a:lnTo>
                  <a:lnTo>
                    <a:pt x="55706" y="20379"/>
                  </a:lnTo>
                  <a:lnTo>
                    <a:pt x="51490" y="12969"/>
                  </a:lnTo>
                  <a:lnTo>
                    <a:pt x="51682" y="12841"/>
                  </a:lnTo>
                  <a:lnTo>
                    <a:pt x="51809" y="12649"/>
                  </a:lnTo>
                  <a:lnTo>
                    <a:pt x="51873" y="12394"/>
                  </a:lnTo>
                  <a:lnTo>
                    <a:pt x="51937" y="12138"/>
                  </a:lnTo>
                  <a:lnTo>
                    <a:pt x="51937" y="11883"/>
                  </a:lnTo>
                  <a:lnTo>
                    <a:pt x="51873" y="11691"/>
                  </a:lnTo>
                  <a:lnTo>
                    <a:pt x="51745" y="11499"/>
                  </a:lnTo>
                  <a:lnTo>
                    <a:pt x="51618" y="11372"/>
                  </a:lnTo>
                  <a:lnTo>
                    <a:pt x="51490" y="11244"/>
                  </a:lnTo>
                  <a:lnTo>
                    <a:pt x="51298" y="11116"/>
                  </a:lnTo>
                  <a:lnTo>
                    <a:pt x="51043" y="11052"/>
                  </a:lnTo>
                  <a:lnTo>
                    <a:pt x="50659" y="11052"/>
                  </a:lnTo>
                  <a:lnTo>
                    <a:pt x="50468" y="11116"/>
                  </a:lnTo>
                  <a:lnTo>
                    <a:pt x="50148" y="11308"/>
                  </a:lnTo>
                  <a:lnTo>
                    <a:pt x="49893" y="11627"/>
                  </a:lnTo>
                  <a:lnTo>
                    <a:pt x="49765" y="12011"/>
                  </a:lnTo>
                  <a:lnTo>
                    <a:pt x="39224" y="12011"/>
                  </a:lnTo>
                  <a:lnTo>
                    <a:pt x="39097" y="11627"/>
                  </a:lnTo>
                  <a:lnTo>
                    <a:pt x="38841" y="11308"/>
                  </a:lnTo>
                  <a:lnTo>
                    <a:pt x="38522" y="11116"/>
                  </a:lnTo>
                  <a:lnTo>
                    <a:pt x="38330" y="11052"/>
                  </a:lnTo>
                  <a:lnTo>
                    <a:pt x="37883" y="11052"/>
                  </a:lnTo>
                  <a:lnTo>
                    <a:pt x="37691" y="11116"/>
                  </a:lnTo>
                  <a:lnTo>
                    <a:pt x="31878" y="1023"/>
                  </a:lnTo>
                  <a:lnTo>
                    <a:pt x="31686" y="1150"/>
                  </a:lnTo>
                  <a:lnTo>
                    <a:pt x="37499" y="11244"/>
                  </a:lnTo>
                  <a:lnTo>
                    <a:pt x="37308" y="11436"/>
                  </a:lnTo>
                  <a:lnTo>
                    <a:pt x="37180" y="11627"/>
                  </a:lnTo>
                  <a:lnTo>
                    <a:pt x="37116" y="11883"/>
                  </a:lnTo>
                  <a:lnTo>
                    <a:pt x="37052" y="12138"/>
                  </a:lnTo>
                  <a:lnTo>
                    <a:pt x="37116" y="12394"/>
                  </a:lnTo>
                  <a:lnTo>
                    <a:pt x="37180" y="12649"/>
                  </a:lnTo>
                  <a:lnTo>
                    <a:pt x="37308" y="12841"/>
                  </a:lnTo>
                  <a:lnTo>
                    <a:pt x="37499" y="12969"/>
                  </a:lnTo>
                  <a:lnTo>
                    <a:pt x="32389" y="21912"/>
                  </a:lnTo>
                  <a:lnTo>
                    <a:pt x="32069" y="21785"/>
                  </a:lnTo>
                  <a:lnTo>
                    <a:pt x="31750" y="21721"/>
                  </a:lnTo>
                  <a:lnTo>
                    <a:pt x="31558" y="21721"/>
                  </a:lnTo>
                  <a:lnTo>
                    <a:pt x="31367" y="21785"/>
                  </a:lnTo>
                  <a:lnTo>
                    <a:pt x="31175" y="21912"/>
                  </a:lnTo>
                  <a:lnTo>
                    <a:pt x="30983" y="22040"/>
                  </a:lnTo>
                  <a:lnTo>
                    <a:pt x="30856" y="22232"/>
                  </a:lnTo>
                  <a:lnTo>
                    <a:pt x="30792" y="22360"/>
                  </a:lnTo>
                  <a:lnTo>
                    <a:pt x="30728" y="22615"/>
                  </a:lnTo>
                  <a:lnTo>
                    <a:pt x="30728" y="22807"/>
                  </a:lnTo>
                  <a:lnTo>
                    <a:pt x="30728" y="23062"/>
                  </a:lnTo>
                  <a:lnTo>
                    <a:pt x="19037" y="23062"/>
                  </a:lnTo>
                  <a:lnTo>
                    <a:pt x="19037" y="23254"/>
                  </a:lnTo>
                  <a:lnTo>
                    <a:pt x="30792" y="23254"/>
                  </a:lnTo>
                  <a:lnTo>
                    <a:pt x="30920" y="23509"/>
                  </a:lnTo>
                  <a:lnTo>
                    <a:pt x="31175" y="23701"/>
                  </a:lnTo>
                  <a:lnTo>
                    <a:pt x="31431" y="23829"/>
                  </a:lnTo>
                  <a:lnTo>
                    <a:pt x="31750" y="23893"/>
                  </a:lnTo>
                  <a:lnTo>
                    <a:pt x="32069" y="23829"/>
                  </a:lnTo>
                  <a:lnTo>
                    <a:pt x="37499" y="33284"/>
                  </a:lnTo>
                  <a:lnTo>
                    <a:pt x="37308" y="33411"/>
                  </a:lnTo>
                  <a:lnTo>
                    <a:pt x="37180" y="33667"/>
                  </a:lnTo>
                  <a:lnTo>
                    <a:pt x="37116" y="33858"/>
                  </a:lnTo>
                  <a:lnTo>
                    <a:pt x="37052" y="34178"/>
                  </a:lnTo>
                  <a:lnTo>
                    <a:pt x="37116" y="34433"/>
                  </a:lnTo>
                  <a:lnTo>
                    <a:pt x="37180" y="34625"/>
                  </a:lnTo>
                  <a:lnTo>
                    <a:pt x="37308" y="34881"/>
                  </a:lnTo>
                  <a:lnTo>
                    <a:pt x="37499" y="35008"/>
                  </a:lnTo>
                  <a:lnTo>
                    <a:pt x="32580" y="43633"/>
                  </a:lnTo>
                  <a:lnTo>
                    <a:pt x="32261" y="44144"/>
                  </a:lnTo>
                  <a:lnTo>
                    <a:pt x="32006" y="44080"/>
                  </a:lnTo>
                  <a:lnTo>
                    <a:pt x="31558" y="44080"/>
                  </a:lnTo>
                  <a:lnTo>
                    <a:pt x="31367" y="44144"/>
                  </a:lnTo>
                  <a:lnTo>
                    <a:pt x="31047" y="44335"/>
                  </a:lnTo>
                  <a:lnTo>
                    <a:pt x="30792" y="44655"/>
                  </a:lnTo>
                  <a:lnTo>
                    <a:pt x="30728" y="45038"/>
                  </a:lnTo>
                  <a:lnTo>
                    <a:pt x="20059" y="45038"/>
                  </a:lnTo>
                  <a:lnTo>
                    <a:pt x="20059" y="44846"/>
                  </a:lnTo>
                  <a:lnTo>
                    <a:pt x="19995" y="44655"/>
                  </a:lnTo>
                  <a:lnTo>
                    <a:pt x="19868" y="44463"/>
                  </a:lnTo>
                  <a:lnTo>
                    <a:pt x="19740" y="44271"/>
                  </a:lnTo>
                  <a:lnTo>
                    <a:pt x="19612" y="44144"/>
                  </a:lnTo>
                  <a:lnTo>
                    <a:pt x="19421" y="44080"/>
                  </a:lnTo>
                  <a:lnTo>
                    <a:pt x="19229" y="44016"/>
                  </a:lnTo>
                  <a:lnTo>
                    <a:pt x="18973" y="43952"/>
                  </a:lnTo>
                  <a:lnTo>
                    <a:pt x="18782" y="44016"/>
                  </a:lnTo>
                  <a:lnTo>
                    <a:pt x="18526" y="44080"/>
                  </a:lnTo>
                  <a:lnTo>
                    <a:pt x="12777" y="34114"/>
                  </a:lnTo>
                  <a:lnTo>
                    <a:pt x="12585" y="34178"/>
                  </a:lnTo>
                  <a:lnTo>
                    <a:pt x="18398" y="44144"/>
                  </a:lnTo>
                  <a:lnTo>
                    <a:pt x="18207" y="44335"/>
                  </a:lnTo>
                  <a:lnTo>
                    <a:pt x="18015" y="44527"/>
                  </a:lnTo>
                  <a:lnTo>
                    <a:pt x="17951" y="44782"/>
                  </a:lnTo>
                  <a:lnTo>
                    <a:pt x="17887" y="45038"/>
                  </a:lnTo>
                  <a:lnTo>
                    <a:pt x="17951" y="45357"/>
                  </a:lnTo>
                  <a:lnTo>
                    <a:pt x="18079" y="45613"/>
                  </a:lnTo>
                  <a:lnTo>
                    <a:pt x="18207" y="45805"/>
                  </a:lnTo>
                  <a:lnTo>
                    <a:pt x="18462" y="45996"/>
                  </a:lnTo>
                  <a:lnTo>
                    <a:pt x="13224" y="55004"/>
                  </a:lnTo>
                  <a:lnTo>
                    <a:pt x="12841" y="54940"/>
                  </a:lnTo>
                  <a:lnTo>
                    <a:pt x="12649" y="55004"/>
                  </a:lnTo>
                  <a:lnTo>
                    <a:pt x="12457" y="55068"/>
                  </a:lnTo>
                  <a:lnTo>
                    <a:pt x="12266" y="55132"/>
                  </a:lnTo>
                  <a:lnTo>
                    <a:pt x="12074" y="55259"/>
                  </a:lnTo>
                  <a:lnTo>
                    <a:pt x="11946" y="55451"/>
                  </a:lnTo>
                  <a:lnTo>
                    <a:pt x="11882" y="55643"/>
                  </a:lnTo>
                  <a:lnTo>
                    <a:pt x="11818" y="55834"/>
                  </a:lnTo>
                  <a:lnTo>
                    <a:pt x="11755" y="56026"/>
                  </a:lnTo>
                  <a:lnTo>
                    <a:pt x="11755" y="56090"/>
                  </a:lnTo>
                  <a:lnTo>
                    <a:pt x="0" y="56090"/>
                  </a:lnTo>
                  <a:lnTo>
                    <a:pt x="0" y="56281"/>
                  </a:lnTo>
                  <a:lnTo>
                    <a:pt x="11818" y="56281"/>
                  </a:lnTo>
                  <a:lnTo>
                    <a:pt x="11946" y="56601"/>
                  </a:lnTo>
                  <a:lnTo>
                    <a:pt x="12138" y="56856"/>
                  </a:lnTo>
                  <a:lnTo>
                    <a:pt x="12457" y="57048"/>
                  </a:lnTo>
                  <a:lnTo>
                    <a:pt x="12841" y="57112"/>
                  </a:lnTo>
                  <a:lnTo>
                    <a:pt x="13096" y="57112"/>
                  </a:lnTo>
                  <a:lnTo>
                    <a:pt x="18462" y="66311"/>
                  </a:lnTo>
                  <a:lnTo>
                    <a:pt x="18271" y="66503"/>
                  </a:lnTo>
                  <a:lnTo>
                    <a:pt x="18143" y="66694"/>
                  </a:lnTo>
                  <a:lnTo>
                    <a:pt x="18015" y="66950"/>
                  </a:lnTo>
                  <a:lnTo>
                    <a:pt x="18015" y="67205"/>
                  </a:lnTo>
                  <a:lnTo>
                    <a:pt x="18015" y="67397"/>
                  </a:lnTo>
                  <a:lnTo>
                    <a:pt x="18079" y="67589"/>
                  </a:lnTo>
                  <a:lnTo>
                    <a:pt x="18207" y="67780"/>
                  </a:lnTo>
                  <a:lnTo>
                    <a:pt x="18335" y="67972"/>
                  </a:lnTo>
                  <a:lnTo>
                    <a:pt x="18462" y="68100"/>
                  </a:lnTo>
                  <a:lnTo>
                    <a:pt x="18654" y="68164"/>
                  </a:lnTo>
                  <a:lnTo>
                    <a:pt x="18846" y="68228"/>
                  </a:lnTo>
                  <a:lnTo>
                    <a:pt x="19101" y="68291"/>
                  </a:lnTo>
                  <a:lnTo>
                    <a:pt x="19293" y="68228"/>
                  </a:lnTo>
                  <a:lnTo>
                    <a:pt x="19484" y="68228"/>
                  </a:lnTo>
                  <a:lnTo>
                    <a:pt x="19804" y="67972"/>
                  </a:lnTo>
                  <a:lnTo>
                    <a:pt x="20059" y="67653"/>
                  </a:lnTo>
                  <a:lnTo>
                    <a:pt x="20187" y="67269"/>
                  </a:lnTo>
                  <a:lnTo>
                    <a:pt x="30728" y="67269"/>
                  </a:lnTo>
                  <a:lnTo>
                    <a:pt x="30792" y="67653"/>
                  </a:lnTo>
                  <a:lnTo>
                    <a:pt x="31047" y="67972"/>
                  </a:lnTo>
                  <a:lnTo>
                    <a:pt x="31367" y="68228"/>
                  </a:lnTo>
                  <a:lnTo>
                    <a:pt x="31558" y="68228"/>
                  </a:lnTo>
                  <a:lnTo>
                    <a:pt x="31750" y="68291"/>
                  </a:lnTo>
                  <a:lnTo>
                    <a:pt x="32006" y="68228"/>
                  </a:lnTo>
                  <a:lnTo>
                    <a:pt x="32197" y="68164"/>
                  </a:lnTo>
                  <a:lnTo>
                    <a:pt x="37499" y="77363"/>
                  </a:lnTo>
                  <a:lnTo>
                    <a:pt x="37372" y="77491"/>
                  </a:lnTo>
                  <a:lnTo>
                    <a:pt x="37244" y="77746"/>
                  </a:lnTo>
                  <a:lnTo>
                    <a:pt x="37116" y="77938"/>
                  </a:lnTo>
                  <a:lnTo>
                    <a:pt x="37116" y="78193"/>
                  </a:lnTo>
                  <a:lnTo>
                    <a:pt x="37116" y="78449"/>
                  </a:lnTo>
                  <a:lnTo>
                    <a:pt x="37244" y="78704"/>
                  </a:lnTo>
                  <a:lnTo>
                    <a:pt x="37372" y="78896"/>
                  </a:lnTo>
                  <a:lnTo>
                    <a:pt x="37499" y="79088"/>
                  </a:lnTo>
                  <a:lnTo>
                    <a:pt x="35072" y="83240"/>
                  </a:lnTo>
                  <a:lnTo>
                    <a:pt x="31750" y="89117"/>
                  </a:lnTo>
                  <a:lnTo>
                    <a:pt x="19037" y="89117"/>
                  </a:lnTo>
                  <a:lnTo>
                    <a:pt x="19037" y="89309"/>
                  </a:lnTo>
                  <a:lnTo>
                    <a:pt x="31750" y="89309"/>
                  </a:lnTo>
                  <a:lnTo>
                    <a:pt x="37436" y="99211"/>
                  </a:lnTo>
                  <a:lnTo>
                    <a:pt x="37308" y="99339"/>
                  </a:lnTo>
                  <a:lnTo>
                    <a:pt x="37180" y="99530"/>
                  </a:lnTo>
                  <a:lnTo>
                    <a:pt x="37116" y="99722"/>
                  </a:lnTo>
                  <a:lnTo>
                    <a:pt x="37116" y="99977"/>
                  </a:lnTo>
                  <a:lnTo>
                    <a:pt x="37116" y="100169"/>
                  </a:lnTo>
                  <a:lnTo>
                    <a:pt x="37180" y="100361"/>
                  </a:lnTo>
                  <a:lnTo>
                    <a:pt x="37308" y="100552"/>
                  </a:lnTo>
                  <a:lnTo>
                    <a:pt x="37436" y="100744"/>
                  </a:lnTo>
                  <a:lnTo>
                    <a:pt x="37563" y="100872"/>
                  </a:lnTo>
                  <a:lnTo>
                    <a:pt x="37755" y="100936"/>
                  </a:lnTo>
                  <a:lnTo>
                    <a:pt x="37947" y="100999"/>
                  </a:lnTo>
                  <a:lnTo>
                    <a:pt x="38202" y="101063"/>
                  </a:lnTo>
                  <a:lnTo>
                    <a:pt x="38394" y="100999"/>
                  </a:lnTo>
                  <a:lnTo>
                    <a:pt x="38586" y="100936"/>
                  </a:lnTo>
                  <a:lnTo>
                    <a:pt x="38777" y="100872"/>
                  </a:lnTo>
                  <a:lnTo>
                    <a:pt x="38969" y="100744"/>
                  </a:lnTo>
                  <a:lnTo>
                    <a:pt x="39097" y="100552"/>
                  </a:lnTo>
                  <a:lnTo>
                    <a:pt x="39160" y="100361"/>
                  </a:lnTo>
                  <a:lnTo>
                    <a:pt x="39224" y="100169"/>
                  </a:lnTo>
                  <a:lnTo>
                    <a:pt x="39288" y="99977"/>
                  </a:lnTo>
                  <a:lnTo>
                    <a:pt x="39224" y="99722"/>
                  </a:lnTo>
                  <a:lnTo>
                    <a:pt x="39160" y="99530"/>
                  </a:lnTo>
                  <a:lnTo>
                    <a:pt x="39097" y="99339"/>
                  </a:lnTo>
                  <a:lnTo>
                    <a:pt x="38969" y="99211"/>
                  </a:lnTo>
                  <a:lnTo>
                    <a:pt x="38777" y="99083"/>
                  </a:lnTo>
                  <a:lnTo>
                    <a:pt x="38586" y="98955"/>
                  </a:lnTo>
                  <a:lnTo>
                    <a:pt x="38394" y="98891"/>
                  </a:lnTo>
                  <a:lnTo>
                    <a:pt x="38202" y="98891"/>
                  </a:lnTo>
                  <a:lnTo>
                    <a:pt x="37883" y="98955"/>
                  </a:lnTo>
                  <a:lnTo>
                    <a:pt x="37563" y="99083"/>
                  </a:lnTo>
                  <a:lnTo>
                    <a:pt x="31878" y="89181"/>
                  </a:lnTo>
                  <a:lnTo>
                    <a:pt x="34689" y="84326"/>
                  </a:lnTo>
                  <a:lnTo>
                    <a:pt x="37691" y="79151"/>
                  </a:lnTo>
                  <a:lnTo>
                    <a:pt x="37947" y="79279"/>
                  </a:lnTo>
                  <a:lnTo>
                    <a:pt x="38394" y="79279"/>
                  </a:lnTo>
                  <a:lnTo>
                    <a:pt x="38586" y="79215"/>
                  </a:lnTo>
                  <a:lnTo>
                    <a:pt x="38905" y="79024"/>
                  </a:lnTo>
                  <a:lnTo>
                    <a:pt x="39160" y="78704"/>
                  </a:lnTo>
                  <a:lnTo>
                    <a:pt x="39224" y="78321"/>
                  </a:lnTo>
                  <a:lnTo>
                    <a:pt x="49765" y="78321"/>
                  </a:lnTo>
                  <a:lnTo>
                    <a:pt x="49893" y="78704"/>
                  </a:lnTo>
                  <a:lnTo>
                    <a:pt x="50148" y="79024"/>
                  </a:lnTo>
                  <a:lnTo>
                    <a:pt x="50468" y="79215"/>
                  </a:lnTo>
                  <a:lnTo>
                    <a:pt x="50659" y="79279"/>
                  </a:lnTo>
                  <a:lnTo>
                    <a:pt x="51107" y="79279"/>
                  </a:lnTo>
                  <a:lnTo>
                    <a:pt x="51298" y="79151"/>
                  </a:lnTo>
                  <a:lnTo>
                    <a:pt x="56601" y="88415"/>
                  </a:lnTo>
                  <a:lnTo>
                    <a:pt x="56473" y="88542"/>
                  </a:lnTo>
                  <a:lnTo>
                    <a:pt x="56345" y="88734"/>
                  </a:lnTo>
                  <a:lnTo>
                    <a:pt x="56217" y="88989"/>
                  </a:lnTo>
                  <a:lnTo>
                    <a:pt x="56217" y="89245"/>
                  </a:lnTo>
                  <a:lnTo>
                    <a:pt x="56217" y="89437"/>
                  </a:lnTo>
                  <a:lnTo>
                    <a:pt x="56281" y="89692"/>
                  </a:lnTo>
                  <a:lnTo>
                    <a:pt x="56409" y="89820"/>
                  </a:lnTo>
                  <a:lnTo>
                    <a:pt x="56537" y="90012"/>
                  </a:lnTo>
                  <a:lnTo>
                    <a:pt x="56664" y="90139"/>
                  </a:lnTo>
                  <a:lnTo>
                    <a:pt x="56856" y="90267"/>
                  </a:lnTo>
                  <a:lnTo>
                    <a:pt x="57048" y="90331"/>
                  </a:lnTo>
                  <a:lnTo>
                    <a:pt x="57495" y="90331"/>
                  </a:lnTo>
                  <a:lnTo>
                    <a:pt x="57687" y="90267"/>
                  </a:lnTo>
                  <a:lnTo>
                    <a:pt x="57878" y="90139"/>
                  </a:lnTo>
                  <a:lnTo>
                    <a:pt x="58070" y="90012"/>
                  </a:lnTo>
                  <a:lnTo>
                    <a:pt x="58198" y="89820"/>
                  </a:lnTo>
                  <a:lnTo>
                    <a:pt x="58262" y="89692"/>
                  </a:lnTo>
                  <a:lnTo>
                    <a:pt x="58325" y="89437"/>
                  </a:lnTo>
                  <a:lnTo>
                    <a:pt x="58389" y="89245"/>
                  </a:lnTo>
                  <a:lnTo>
                    <a:pt x="58325" y="89053"/>
                  </a:lnTo>
                  <a:lnTo>
                    <a:pt x="58262" y="88798"/>
                  </a:lnTo>
                  <a:lnTo>
                    <a:pt x="58198" y="88670"/>
                  </a:lnTo>
                  <a:lnTo>
                    <a:pt x="58070" y="88478"/>
                  </a:lnTo>
                  <a:lnTo>
                    <a:pt x="57878" y="88351"/>
                  </a:lnTo>
                  <a:lnTo>
                    <a:pt x="57687" y="88223"/>
                  </a:lnTo>
                  <a:lnTo>
                    <a:pt x="57495" y="88159"/>
                  </a:lnTo>
                  <a:lnTo>
                    <a:pt x="57303" y="88159"/>
                  </a:lnTo>
                  <a:lnTo>
                    <a:pt x="57048" y="88223"/>
                  </a:lnTo>
                  <a:lnTo>
                    <a:pt x="56792" y="88287"/>
                  </a:lnTo>
                  <a:lnTo>
                    <a:pt x="51490" y="79088"/>
                  </a:lnTo>
                  <a:lnTo>
                    <a:pt x="51682" y="78896"/>
                  </a:lnTo>
                  <a:lnTo>
                    <a:pt x="51809" y="78704"/>
                  </a:lnTo>
                  <a:lnTo>
                    <a:pt x="51873" y="78449"/>
                  </a:lnTo>
                  <a:lnTo>
                    <a:pt x="51937" y="78193"/>
                  </a:lnTo>
                  <a:lnTo>
                    <a:pt x="51873" y="77938"/>
                  </a:lnTo>
                  <a:lnTo>
                    <a:pt x="51809" y="77682"/>
                  </a:lnTo>
                  <a:lnTo>
                    <a:pt x="51682" y="77491"/>
                  </a:lnTo>
                  <a:lnTo>
                    <a:pt x="51490" y="77299"/>
                  </a:lnTo>
                  <a:lnTo>
                    <a:pt x="56728" y="68228"/>
                  </a:lnTo>
                  <a:lnTo>
                    <a:pt x="56984" y="68355"/>
                  </a:lnTo>
                  <a:lnTo>
                    <a:pt x="57303" y="68419"/>
                  </a:lnTo>
                  <a:lnTo>
                    <a:pt x="57495" y="68355"/>
                  </a:lnTo>
                  <a:lnTo>
                    <a:pt x="57687" y="68291"/>
                  </a:lnTo>
                  <a:lnTo>
                    <a:pt x="57878" y="68228"/>
                  </a:lnTo>
                  <a:lnTo>
                    <a:pt x="58070" y="68100"/>
                  </a:lnTo>
                  <a:lnTo>
                    <a:pt x="58198" y="67908"/>
                  </a:lnTo>
                  <a:lnTo>
                    <a:pt x="58262" y="67716"/>
                  </a:lnTo>
                  <a:lnTo>
                    <a:pt x="58325" y="67525"/>
                  </a:lnTo>
                  <a:lnTo>
                    <a:pt x="58389" y="67333"/>
                  </a:lnTo>
                  <a:lnTo>
                    <a:pt x="58389" y="67269"/>
                  </a:lnTo>
                  <a:lnTo>
                    <a:pt x="68802" y="67269"/>
                  </a:lnTo>
                  <a:lnTo>
                    <a:pt x="68802" y="67333"/>
                  </a:lnTo>
                  <a:lnTo>
                    <a:pt x="68802" y="67525"/>
                  </a:lnTo>
                  <a:lnTo>
                    <a:pt x="68866" y="67716"/>
                  </a:lnTo>
                  <a:lnTo>
                    <a:pt x="68994" y="67908"/>
                  </a:lnTo>
                  <a:lnTo>
                    <a:pt x="69122" y="68100"/>
                  </a:lnTo>
                  <a:lnTo>
                    <a:pt x="69313" y="68228"/>
                  </a:lnTo>
                  <a:lnTo>
                    <a:pt x="69441" y="68291"/>
                  </a:lnTo>
                  <a:lnTo>
                    <a:pt x="69697" y="68355"/>
                  </a:lnTo>
                  <a:lnTo>
                    <a:pt x="69888" y="68419"/>
                  </a:lnTo>
                  <a:lnTo>
                    <a:pt x="70208" y="68355"/>
                  </a:lnTo>
                  <a:lnTo>
                    <a:pt x="70463" y="68228"/>
                  </a:lnTo>
                  <a:lnTo>
                    <a:pt x="75638" y="77235"/>
                  </a:lnTo>
                  <a:lnTo>
                    <a:pt x="75318" y="77363"/>
                  </a:lnTo>
                  <a:lnTo>
                    <a:pt x="75127" y="77618"/>
                  </a:lnTo>
                  <a:lnTo>
                    <a:pt x="74999" y="77874"/>
                  </a:lnTo>
                  <a:lnTo>
                    <a:pt x="74935" y="78193"/>
                  </a:lnTo>
                  <a:lnTo>
                    <a:pt x="74999" y="78513"/>
                  </a:lnTo>
                  <a:lnTo>
                    <a:pt x="75127" y="78832"/>
                  </a:lnTo>
                  <a:lnTo>
                    <a:pt x="75318" y="79024"/>
                  </a:lnTo>
                  <a:lnTo>
                    <a:pt x="75574" y="79215"/>
                  </a:lnTo>
                  <a:lnTo>
                    <a:pt x="70399" y="88223"/>
                  </a:lnTo>
                  <a:lnTo>
                    <a:pt x="70144" y="88159"/>
                  </a:lnTo>
                  <a:lnTo>
                    <a:pt x="69888" y="88159"/>
                  </a:lnTo>
                  <a:lnTo>
                    <a:pt x="69697" y="88223"/>
                  </a:lnTo>
                  <a:lnTo>
                    <a:pt x="69505" y="88351"/>
                  </a:lnTo>
                  <a:lnTo>
                    <a:pt x="69377" y="88478"/>
                  </a:lnTo>
                  <a:lnTo>
                    <a:pt x="69186" y="88670"/>
                  </a:lnTo>
                  <a:lnTo>
                    <a:pt x="69122" y="88798"/>
                  </a:lnTo>
                  <a:lnTo>
                    <a:pt x="69058" y="89053"/>
                  </a:lnTo>
                  <a:lnTo>
                    <a:pt x="69058" y="89245"/>
                  </a:lnTo>
                  <a:lnTo>
                    <a:pt x="69058" y="89437"/>
                  </a:lnTo>
                  <a:lnTo>
                    <a:pt x="69122" y="89692"/>
                  </a:lnTo>
                  <a:lnTo>
                    <a:pt x="69186" y="89820"/>
                  </a:lnTo>
                  <a:lnTo>
                    <a:pt x="69377" y="90012"/>
                  </a:lnTo>
                  <a:lnTo>
                    <a:pt x="69505" y="90139"/>
                  </a:lnTo>
                  <a:lnTo>
                    <a:pt x="69697" y="90267"/>
                  </a:lnTo>
                  <a:lnTo>
                    <a:pt x="69888" y="90331"/>
                  </a:lnTo>
                  <a:lnTo>
                    <a:pt x="70336" y="90331"/>
                  </a:lnTo>
                  <a:lnTo>
                    <a:pt x="70527" y="90267"/>
                  </a:lnTo>
                  <a:lnTo>
                    <a:pt x="70719" y="90139"/>
                  </a:lnTo>
                  <a:lnTo>
                    <a:pt x="70847" y="90012"/>
                  </a:lnTo>
                  <a:lnTo>
                    <a:pt x="71038" y="89820"/>
                  </a:lnTo>
                  <a:lnTo>
                    <a:pt x="71102" y="89692"/>
                  </a:lnTo>
                  <a:lnTo>
                    <a:pt x="71166" y="89437"/>
                  </a:lnTo>
                  <a:lnTo>
                    <a:pt x="71166" y="89245"/>
                  </a:lnTo>
                  <a:lnTo>
                    <a:pt x="71166" y="88926"/>
                  </a:lnTo>
                  <a:lnTo>
                    <a:pt x="71038" y="88670"/>
                  </a:lnTo>
                  <a:lnTo>
                    <a:pt x="70847" y="88415"/>
                  </a:lnTo>
                  <a:lnTo>
                    <a:pt x="70591" y="88287"/>
                  </a:lnTo>
                  <a:lnTo>
                    <a:pt x="75766" y="79279"/>
                  </a:lnTo>
                  <a:lnTo>
                    <a:pt x="76277" y="79279"/>
                  </a:lnTo>
                  <a:lnTo>
                    <a:pt x="76468" y="79215"/>
                  </a:lnTo>
                  <a:lnTo>
                    <a:pt x="76660" y="79088"/>
                  </a:lnTo>
                  <a:lnTo>
                    <a:pt x="76788" y="78960"/>
                  </a:lnTo>
                  <a:lnTo>
                    <a:pt x="76915" y="78832"/>
                  </a:lnTo>
                  <a:lnTo>
                    <a:pt x="77043" y="78640"/>
                  </a:lnTo>
                  <a:lnTo>
                    <a:pt x="77107" y="78449"/>
                  </a:lnTo>
                  <a:lnTo>
                    <a:pt x="77107" y="78193"/>
                  </a:lnTo>
                  <a:lnTo>
                    <a:pt x="77107" y="78002"/>
                  </a:lnTo>
                  <a:lnTo>
                    <a:pt x="77043" y="77810"/>
                  </a:lnTo>
                  <a:lnTo>
                    <a:pt x="76915" y="77618"/>
                  </a:lnTo>
                  <a:lnTo>
                    <a:pt x="76788" y="77427"/>
                  </a:lnTo>
                  <a:lnTo>
                    <a:pt x="76660" y="77299"/>
                  </a:lnTo>
                  <a:lnTo>
                    <a:pt x="76468" y="77235"/>
                  </a:lnTo>
                  <a:lnTo>
                    <a:pt x="76277" y="77171"/>
                  </a:lnTo>
                  <a:lnTo>
                    <a:pt x="76021" y="77107"/>
                  </a:lnTo>
                  <a:lnTo>
                    <a:pt x="75829" y="77171"/>
                  </a:lnTo>
                  <a:lnTo>
                    <a:pt x="70591" y="68164"/>
                  </a:lnTo>
                  <a:lnTo>
                    <a:pt x="70783" y="67972"/>
                  </a:lnTo>
                  <a:lnTo>
                    <a:pt x="70847" y="67780"/>
                  </a:lnTo>
                  <a:lnTo>
                    <a:pt x="70974" y="67589"/>
                  </a:lnTo>
                  <a:lnTo>
                    <a:pt x="70974" y="67333"/>
                  </a:lnTo>
                  <a:lnTo>
                    <a:pt x="70910" y="67078"/>
                  </a:lnTo>
                  <a:lnTo>
                    <a:pt x="70847" y="66822"/>
                  </a:lnTo>
                  <a:lnTo>
                    <a:pt x="70719" y="66567"/>
                  </a:lnTo>
                  <a:lnTo>
                    <a:pt x="70463" y="66439"/>
                  </a:lnTo>
                  <a:lnTo>
                    <a:pt x="75829" y="57176"/>
                  </a:lnTo>
                  <a:lnTo>
                    <a:pt x="76085" y="57240"/>
                  </a:lnTo>
                  <a:lnTo>
                    <a:pt x="76468" y="57240"/>
                  </a:lnTo>
                  <a:lnTo>
                    <a:pt x="76660" y="57176"/>
                  </a:lnTo>
                  <a:lnTo>
                    <a:pt x="77043" y="56984"/>
                  </a:lnTo>
                  <a:lnTo>
                    <a:pt x="77235" y="56665"/>
                  </a:lnTo>
                  <a:lnTo>
                    <a:pt x="77363" y="56281"/>
                  </a:lnTo>
                  <a:lnTo>
                    <a:pt x="87967" y="56281"/>
                  </a:lnTo>
                  <a:lnTo>
                    <a:pt x="88031" y="56665"/>
                  </a:lnTo>
                  <a:lnTo>
                    <a:pt x="88287" y="56984"/>
                  </a:lnTo>
                  <a:lnTo>
                    <a:pt x="88606" y="57176"/>
                  </a:lnTo>
                  <a:lnTo>
                    <a:pt x="88798" y="57240"/>
                  </a:lnTo>
                  <a:lnTo>
                    <a:pt x="89245" y="57240"/>
                  </a:lnTo>
                  <a:lnTo>
                    <a:pt x="89437" y="57176"/>
                  </a:lnTo>
                  <a:lnTo>
                    <a:pt x="89628" y="57048"/>
                  </a:lnTo>
                  <a:lnTo>
                    <a:pt x="89756" y="56920"/>
                  </a:lnTo>
                  <a:lnTo>
                    <a:pt x="89884" y="56792"/>
                  </a:lnTo>
                  <a:lnTo>
                    <a:pt x="90012" y="56601"/>
                  </a:lnTo>
                  <a:lnTo>
                    <a:pt x="90075" y="56409"/>
                  </a:lnTo>
                  <a:lnTo>
                    <a:pt x="90075" y="56154"/>
                  </a:lnTo>
                  <a:lnTo>
                    <a:pt x="90075" y="55898"/>
                  </a:lnTo>
                  <a:lnTo>
                    <a:pt x="89948" y="55643"/>
                  </a:lnTo>
                  <a:lnTo>
                    <a:pt x="89820" y="55451"/>
                  </a:lnTo>
                  <a:lnTo>
                    <a:pt x="89628" y="55323"/>
                  </a:lnTo>
                  <a:lnTo>
                    <a:pt x="94931" y="46060"/>
                  </a:lnTo>
                  <a:lnTo>
                    <a:pt x="95250" y="46188"/>
                  </a:lnTo>
                  <a:lnTo>
                    <a:pt x="95569" y="46252"/>
                  </a:lnTo>
                  <a:lnTo>
                    <a:pt x="95761" y="46252"/>
                  </a:lnTo>
                  <a:lnTo>
                    <a:pt x="95953" y="46188"/>
                  </a:lnTo>
                  <a:lnTo>
                    <a:pt x="96272" y="45932"/>
                  </a:lnTo>
                  <a:lnTo>
                    <a:pt x="96528" y="45677"/>
                  </a:lnTo>
                  <a:lnTo>
                    <a:pt x="96592" y="45230"/>
                  </a:lnTo>
                  <a:lnTo>
                    <a:pt x="106941" y="45230"/>
                  </a:lnTo>
                  <a:lnTo>
                    <a:pt x="107068" y="45677"/>
                  </a:lnTo>
                  <a:lnTo>
                    <a:pt x="107260" y="45932"/>
                  </a:lnTo>
                  <a:lnTo>
                    <a:pt x="107579" y="46188"/>
                  </a:lnTo>
                  <a:lnTo>
                    <a:pt x="107771" y="46252"/>
                  </a:lnTo>
                  <a:lnTo>
                    <a:pt x="108218" y="46252"/>
                  </a:lnTo>
                  <a:lnTo>
                    <a:pt x="108410" y="46188"/>
                  </a:lnTo>
                  <a:lnTo>
                    <a:pt x="108602" y="46060"/>
                  </a:lnTo>
                  <a:lnTo>
                    <a:pt x="108793" y="45932"/>
                  </a:lnTo>
                  <a:lnTo>
                    <a:pt x="108921" y="45741"/>
                  </a:lnTo>
                  <a:lnTo>
                    <a:pt x="108985" y="45613"/>
                  </a:lnTo>
                  <a:lnTo>
                    <a:pt x="109049" y="45357"/>
                  </a:lnTo>
                  <a:lnTo>
                    <a:pt x="109113" y="45166"/>
                  </a:lnTo>
                  <a:lnTo>
                    <a:pt x="109049" y="44974"/>
                  </a:lnTo>
                  <a:lnTo>
                    <a:pt x="108985" y="44719"/>
                  </a:lnTo>
                  <a:lnTo>
                    <a:pt x="108921" y="44527"/>
                  </a:lnTo>
                  <a:lnTo>
                    <a:pt x="108793" y="44399"/>
                  </a:lnTo>
                  <a:lnTo>
                    <a:pt x="108602" y="44271"/>
                  </a:lnTo>
                  <a:lnTo>
                    <a:pt x="108410" y="44144"/>
                  </a:lnTo>
                  <a:lnTo>
                    <a:pt x="108218" y="44080"/>
                  </a:lnTo>
                  <a:lnTo>
                    <a:pt x="107771" y="44080"/>
                  </a:lnTo>
                  <a:lnTo>
                    <a:pt x="107579" y="44144"/>
                  </a:lnTo>
                  <a:lnTo>
                    <a:pt x="107260" y="44335"/>
                  </a:lnTo>
                  <a:lnTo>
                    <a:pt x="107068" y="44655"/>
                  </a:lnTo>
                  <a:lnTo>
                    <a:pt x="106941" y="45038"/>
                  </a:lnTo>
                  <a:lnTo>
                    <a:pt x="96592" y="45038"/>
                  </a:lnTo>
                  <a:lnTo>
                    <a:pt x="96528" y="44655"/>
                  </a:lnTo>
                  <a:lnTo>
                    <a:pt x="96272" y="44335"/>
                  </a:lnTo>
                  <a:lnTo>
                    <a:pt x="95953" y="44144"/>
                  </a:lnTo>
                  <a:lnTo>
                    <a:pt x="95761" y="44080"/>
                  </a:lnTo>
                  <a:lnTo>
                    <a:pt x="95569" y="44080"/>
                  </a:lnTo>
                  <a:lnTo>
                    <a:pt x="95250" y="44144"/>
                  </a:lnTo>
                  <a:lnTo>
                    <a:pt x="94931" y="44271"/>
                  </a:lnTo>
                  <a:lnTo>
                    <a:pt x="89628" y="35008"/>
                  </a:lnTo>
                  <a:lnTo>
                    <a:pt x="89820" y="34881"/>
                  </a:lnTo>
                  <a:lnTo>
                    <a:pt x="89948" y="34625"/>
                  </a:lnTo>
                  <a:lnTo>
                    <a:pt x="90075" y="34433"/>
                  </a:lnTo>
                  <a:lnTo>
                    <a:pt x="90075" y="34178"/>
                  </a:lnTo>
                  <a:lnTo>
                    <a:pt x="90075" y="33858"/>
                  </a:lnTo>
                  <a:lnTo>
                    <a:pt x="89948" y="33667"/>
                  </a:lnTo>
                  <a:lnTo>
                    <a:pt x="89820" y="33411"/>
                  </a:lnTo>
                  <a:lnTo>
                    <a:pt x="89628" y="33284"/>
                  </a:lnTo>
                  <a:lnTo>
                    <a:pt x="90395" y="31942"/>
                  </a:lnTo>
                  <a:lnTo>
                    <a:pt x="94931" y="24021"/>
                  </a:lnTo>
                  <a:lnTo>
                    <a:pt x="95250" y="24148"/>
                  </a:lnTo>
                  <a:lnTo>
                    <a:pt x="95569" y="24212"/>
                  </a:lnTo>
                  <a:lnTo>
                    <a:pt x="95761" y="24212"/>
                  </a:lnTo>
                  <a:lnTo>
                    <a:pt x="95953" y="24148"/>
                  </a:lnTo>
                  <a:lnTo>
                    <a:pt x="96272" y="23957"/>
                  </a:lnTo>
                  <a:lnTo>
                    <a:pt x="96528" y="23637"/>
                  </a:lnTo>
                  <a:lnTo>
                    <a:pt x="96592" y="23254"/>
                  </a:lnTo>
                  <a:lnTo>
                    <a:pt x="108027" y="23254"/>
                  </a:lnTo>
                  <a:lnTo>
                    <a:pt x="113840" y="33284"/>
                  </a:lnTo>
                  <a:lnTo>
                    <a:pt x="113648" y="33411"/>
                  </a:lnTo>
                  <a:lnTo>
                    <a:pt x="113521" y="33667"/>
                  </a:lnTo>
                  <a:lnTo>
                    <a:pt x="113393" y="33858"/>
                  </a:lnTo>
                  <a:lnTo>
                    <a:pt x="113393" y="34178"/>
                  </a:lnTo>
                  <a:lnTo>
                    <a:pt x="113393" y="34370"/>
                  </a:lnTo>
                  <a:lnTo>
                    <a:pt x="113457" y="34561"/>
                  </a:lnTo>
                  <a:lnTo>
                    <a:pt x="113585" y="34753"/>
                  </a:lnTo>
                  <a:lnTo>
                    <a:pt x="113712" y="34881"/>
                  </a:lnTo>
                  <a:lnTo>
                    <a:pt x="113840" y="35072"/>
                  </a:lnTo>
                  <a:lnTo>
                    <a:pt x="114032" y="35136"/>
                  </a:lnTo>
                  <a:lnTo>
                    <a:pt x="114223" y="35200"/>
                  </a:lnTo>
                  <a:lnTo>
                    <a:pt x="114671" y="35200"/>
                  </a:lnTo>
                  <a:lnTo>
                    <a:pt x="114862" y="35136"/>
                  </a:lnTo>
                  <a:lnTo>
                    <a:pt x="115054" y="35072"/>
                  </a:lnTo>
                  <a:lnTo>
                    <a:pt x="115245" y="34881"/>
                  </a:lnTo>
                  <a:lnTo>
                    <a:pt x="115373" y="34753"/>
                  </a:lnTo>
                  <a:lnTo>
                    <a:pt x="115437" y="34561"/>
                  </a:lnTo>
                  <a:lnTo>
                    <a:pt x="115501" y="34370"/>
                  </a:lnTo>
                  <a:lnTo>
                    <a:pt x="115501" y="34178"/>
                  </a:lnTo>
                  <a:lnTo>
                    <a:pt x="115501" y="33922"/>
                  </a:lnTo>
                  <a:lnTo>
                    <a:pt x="115437" y="33731"/>
                  </a:lnTo>
                  <a:lnTo>
                    <a:pt x="115373" y="33539"/>
                  </a:lnTo>
                  <a:lnTo>
                    <a:pt x="115245" y="33411"/>
                  </a:lnTo>
                  <a:lnTo>
                    <a:pt x="115054" y="33220"/>
                  </a:lnTo>
                  <a:lnTo>
                    <a:pt x="114862" y="33156"/>
                  </a:lnTo>
                  <a:lnTo>
                    <a:pt x="114671" y="33092"/>
                  </a:lnTo>
                  <a:lnTo>
                    <a:pt x="114223" y="33092"/>
                  </a:lnTo>
                  <a:lnTo>
                    <a:pt x="113968" y="33156"/>
                  </a:lnTo>
                  <a:lnTo>
                    <a:pt x="108154" y="23062"/>
                  </a:lnTo>
                  <a:lnTo>
                    <a:pt x="96592" y="23062"/>
                  </a:lnTo>
                  <a:lnTo>
                    <a:pt x="96528" y="22679"/>
                  </a:lnTo>
                  <a:lnTo>
                    <a:pt x="96272" y="22360"/>
                  </a:lnTo>
                  <a:lnTo>
                    <a:pt x="95953" y="22104"/>
                  </a:lnTo>
                  <a:lnTo>
                    <a:pt x="95761" y="22040"/>
                  </a:lnTo>
                  <a:lnTo>
                    <a:pt x="95569" y="22040"/>
                  </a:lnTo>
                  <a:lnTo>
                    <a:pt x="95250" y="22104"/>
                  </a:lnTo>
                  <a:lnTo>
                    <a:pt x="94931" y="22232"/>
                  </a:lnTo>
                  <a:lnTo>
                    <a:pt x="89628" y="12969"/>
                  </a:lnTo>
                  <a:lnTo>
                    <a:pt x="89820" y="12841"/>
                  </a:lnTo>
                  <a:lnTo>
                    <a:pt x="89948" y="12649"/>
                  </a:lnTo>
                  <a:lnTo>
                    <a:pt x="90075" y="12394"/>
                  </a:lnTo>
                  <a:lnTo>
                    <a:pt x="90075" y="12138"/>
                  </a:lnTo>
                  <a:lnTo>
                    <a:pt x="90075" y="11883"/>
                  </a:lnTo>
                  <a:lnTo>
                    <a:pt x="90012" y="11691"/>
                  </a:lnTo>
                  <a:lnTo>
                    <a:pt x="89884" y="11499"/>
                  </a:lnTo>
                  <a:lnTo>
                    <a:pt x="89756" y="11372"/>
                  </a:lnTo>
                  <a:lnTo>
                    <a:pt x="89628" y="11244"/>
                  </a:lnTo>
                  <a:lnTo>
                    <a:pt x="89437" y="11116"/>
                  </a:lnTo>
                  <a:lnTo>
                    <a:pt x="89245" y="11052"/>
                  </a:lnTo>
                  <a:lnTo>
                    <a:pt x="88798" y="11052"/>
                  </a:lnTo>
                  <a:lnTo>
                    <a:pt x="88606" y="11116"/>
                  </a:lnTo>
                  <a:lnTo>
                    <a:pt x="88287" y="11308"/>
                  </a:lnTo>
                  <a:lnTo>
                    <a:pt x="88031" y="11627"/>
                  </a:lnTo>
                  <a:lnTo>
                    <a:pt x="87967" y="12011"/>
                  </a:lnTo>
                  <a:lnTo>
                    <a:pt x="77363" y="12011"/>
                  </a:lnTo>
                  <a:lnTo>
                    <a:pt x="77235" y="11627"/>
                  </a:lnTo>
                  <a:lnTo>
                    <a:pt x="77043" y="11308"/>
                  </a:lnTo>
                  <a:lnTo>
                    <a:pt x="76660" y="11116"/>
                  </a:lnTo>
                  <a:lnTo>
                    <a:pt x="76468" y="11052"/>
                  </a:lnTo>
                  <a:lnTo>
                    <a:pt x="76085" y="11052"/>
                  </a:lnTo>
                  <a:lnTo>
                    <a:pt x="75829" y="11116"/>
                  </a:lnTo>
                  <a:lnTo>
                    <a:pt x="70527" y="1981"/>
                  </a:lnTo>
                  <a:lnTo>
                    <a:pt x="70719" y="1789"/>
                  </a:lnTo>
                  <a:lnTo>
                    <a:pt x="70910" y="1598"/>
                  </a:lnTo>
                  <a:lnTo>
                    <a:pt x="70974" y="1342"/>
                  </a:lnTo>
                  <a:lnTo>
                    <a:pt x="71038" y="1087"/>
                  </a:lnTo>
                  <a:lnTo>
                    <a:pt x="70974" y="895"/>
                  </a:lnTo>
                  <a:lnTo>
                    <a:pt x="70910" y="703"/>
                  </a:lnTo>
                  <a:lnTo>
                    <a:pt x="70847" y="512"/>
                  </a:lnTo>
                  <a:lnTo>
                    <a:pt x="70719" y="320"/>
                  </a:lnTo>
                  <a:lnTo>
                    <a:pt x="70527" y="192"/>
                  </a:lnTo>
                  <a:lnTo>
                    <a:pt x="70336" y="128"/>
                  </a:lnTo>
                  <a:lnTo>
                    <a:pt x="70144" y="64"/>
                  </a:lnTo>
                  <a:lnTo>
                    <a:pt x="69952"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39">
              <a:extLst>
                <a:ext uri="{FF2B5EF4-FFF2-40B4-BE49-F238E27FC236}">
                  <a16:creationId xmlns:a16="http://schemas.microsoft.com/office/drawing/2014/main" id="{F04F163E-D631-7679-5475-A4B6F9CCBFDF}"/>
                </a:ext>
              </a:extLst>
            </p:cNvPr>
            <p:cNvSpPr/>
            <p:nvPr/>
          </p:nvSpPr>
          <p:spPr>
            <a:xfrm>
              <a:off x="1399800" y="-802100"/>
              <a:ext cx="2037900" cy="1095625"/>
            </a:xfrm>
            <a:custGeom>
              <a:avLst/>
              <a:gdLst/>
              <a:ahLst/>
              <a:cxnLst/>
              <a:rect l="l" t="t" r="r" b="b"/>
              <a:pathLst>
                <a:path w="81516" h="43825" fill="none" extrusionOk="0">
                  <a:moveTo>
                    <a:pt x="62990" y="959"/>
                  </a:moveTo>
                  <a:lnTo>
                    <a:pt x="62990" y="959"/>
                  </a:lnTo>
                  <a:lnTo>
                    <a:pt x="63181" y="959"/>
                  </a:lnTo>
                  <a:lnTo>
                    <a:pt x="63373" y="895"/>
                  </a:lnTo>
                  <a:lnTo>
                    <a:pt x="63756" y="703"/>
                  </a:lnTo>
                  <a:lnTo>
                    <a:pt x="63948" y="384"/>
                  </a:lnTo>
                  <a:lnTo>
                    <a:pt x="64076" y="1"/>
                  </a:lnTo>
                  <a:lnTo>
                    <a:pt x="74680" y="1"/>
                  </a:lnTo>
                  <a:lnTo>
                    <a:pt x="74680" y="1"/>
                  </a:lnTo>
                  <a:lnTo>
                    <a:pt x="74744" y="384"/>
                  </a:lnTo>
                  <a:lnTo>
                    <a:pt x="75000" y="703"/>
                  </a:lnTo>
                  <a:lnTo>
                    <a:pt x="75319" y="895"/>
                  </a:lnTo>
                  <a:lnTo>
                    <a:pt x="75511" y="959"/>
                  </a:lnTo>
                  <a:lnTo>
                    <a:pt x="75702" y="959"/>
                  </a:lnTo>
                  <a:lnTo>
                    <a:pt x="75702" y="959"/>
                  </a:lnTo>
                  <a:lnTo>
                    <a:pt x="75958" y="959"/>
                  </a:lnTo>
                  <a:lnTo>
                    <a:pt x="76150" y="895"/>
                  </a:lnTo>
                  <a:lnTo>
                    <a:pt x="77747" y="3578"/>
                  </a:lnTo>
                  <a:lnTo>
                    <a:pt x="81516" y="10158"/>
                  </a:lnTo>
                  <a:lnTo>
                    <a:pt x="81516" y="10158"/>
                  </a:lnTo>
                  <a:lnTo>
                    <a:pt x="81388" y="10286"/>
                  </a:lnTo>
                  <a:lnTo>
                    <a:pt x="81260" y="10478"/>
                  </a:lnTo>
                  <a:lnTo>
                    <a:pt x="81196" y="10669"/>
                  </a:lnTo>
                  <a:lnTo>
                    <a:pt x="81196" y="10925"/>
                  </a:lnTo>
                  <a:lnTo>
                    <a:pt x="81196" y="10925"/>
                  </a:lnTo>
                  <a:lnTo>
                    <a:pt x="81196" y="11116"/>
                  </a:lnTo>
                  <a:lnTo>
                    <a:pt x="81260" y="11372"/>
                  </a:lnTo>
                  <a:lnTo>
                    <a:pt x="81388" y="11564"/>
                  </a:lnTo>
                  <a:lnTo>
                    <a:pt x="81516" y="11691"/>
                  </a:lnTo>
                  <a:lnTo>
                    <a:pt x="76150" y="20954"/>
                  </a:lnTo>
                  <a:lnTo>
                    <a:pt x="76150" y="20954"/>
                  </a:lnTo>
                  <a:lnTo>
                    <a:pt x="75958" y="20891"/>
                  </a:lnTo>
                  <a:lnTo>
                    <a:pt x="75702" y="20827"/>
                  </a:lnTo>
                  <a:lnTo>
                    <a:pt x="75702" y="20827"/>
                  </a:lnTo>
                  <a:lnTo>
                    <a:pt x="75511" y="20891"/>
                  </a:lnTo>
                  <a:lnTo>
                    <a:pt x="75319" y="20954"/>
                  </a:lnTo>
                  <a:lnTo>
                    <a:pt x="75000" y="21146"/>
                  </a:lnTo>
                  <a:lnTo>
                    <a:pt x="74744" y="21465"/>
                  </a:lnTo>
                  <a:lnTo>
                    <a:pt x="74680" y="21849"/>
                  </a:lnTo>
                  <a:lnTo>
                    <a:pt x="64076" y="21849"/>
                  </a:lnTo>
                  <a:lnTo>
                    <a:pt x="64076" y="21849"/>
                  </a:lnTo>
                  <a:lnTo>
                    <a:pt x="63948" y="21465"/>
                  </a:lnTo>
                  <a:lnTo>
                    <a:pt x="63756" y="21146"/>
                  </a:lnTo>
                  <a:lnTo>
                    <a:pt x="63373" y="20954"/>
                  </a:lnTo>
                  <a:lnTo>
                    <a:pt x="63181" y="20891"/>
                  </a:lnTo>
                  <a:lnTo>
                    <a:pt x="62990" y="20827"/>
                  </a:lnTo>
                  <a:lnTo>
                    <a:pt x="62990" y="20827"/>
                  </a:lnTo>
                  <a:lnTo>
                    <a:pt x="62798" y="20891"/>
                  </a:lnTo>
                  <a:lnTo>
                    <a:pt x="62606" y="20954"/>
                  </a:lnTo>
                  <a:lnTo>
                    <a:pt x="62415" y="21018"/>
                  </a:lnTo>
                  <a:lnTo>
                    <a:pt x="62223" y="21146"/>
                  </a:lnTo>
                  <a:lnTo>
                    <a:pt x="62095" y="21338"/>
                  </a:lnTo>
                  <a:lnTo>
                    <a:pt x="62031" y="21529"/>
                  </a:lnTo>
                  <a:lnTo>
                    <a:pt x="61968" y="21721"/>
                  </a:lnTo>
                  <a:lnTo>
                    <a:pt x="61904" y="21913"/>
                  </a:lnTo>
                  <a:lnTo>
                    <a:pt x="61904" y="21913"/>
                  </a:lnTo>
                  <a:lnTo>
                    <a:pt x="61968" y="22168"/>
                  </a:lnTo>
                  <a:lnTo>
                    <a:pt x="62031" y="22424"/>
                  </a:lnTo>
                  <a:lnTo>
                    <a:pt x="62223" y="22679"/>
                  </a:lnTo>
                  <a:lnTo>
                    <a:pt x="62415" y="22807"/>
                  </a:lnTo>
                  <a:lnTo>
                    <a:pt x="57049" y="32070"/>
                  </a:lnTo>
                  <a:lnTo>
                    <a:pt x="57049" y="32070"/>
                  </a:lnTo>
                  <a:lnTo>
                    <a:pt x="56857" y="32006"/>
                  </a:lnTo>
                  <a:lnTo>
                    <a:pt x="56601" y="32006"/>
                  </a:lnTo>
                  <a:lnTo>
                    <a:pt x="56601" y="32006"/>
                  </a:lnTo>
                  <a:lnTo>
                    <a:pt x="56218" y="32070"/>
                  </a:lnTo>
                  <a:lnTo>
                    <a:pt x="55899" y="32262"/>
                  </a:lnTo>
                  <a:lnTo>
                    <a:pt x="55707" y="32517"/>
                  </a:lnTo>
                  <a:lnTo>
                    <a:pt x="55579" y="32837"/>
                  </a:lnTo>
                  <a:lnTo>
                    <a:pt x="45038" y="32837"/>
                  </a:lnTo>
                  <a:lnTo>
                    <a:pt x="45038" y="32837"/>
                  </a:lnTo>
                  <a:lnTo>
                    <a:pt x="44911" y="32517"/>
                  </a:lnTo>
                  <a:lnTo>
                    <a:pt x="44655" y="32262"/>
                  </a:lnTo>
                  <a:lnTo>
                    <a:pt x="44336" y="32070"/>
                  </a:lnTo>
                  <a:lnTo>
                    <a:pt x="44016" y="32006"/>
                  </a:lnTo>
                  <a:lnTo>
                    <a:pt x="44016" y="32006"/>
                  </a:lnTo>
                  <a:lnTo>
                    <a:pt x="43761" y="32006"/>
                  </a:lnTo>
                  <a:lnTo>
                    <a:pt x="43569" y="32070"/>
                  </a:lnTo>
                  <a:lnTo>
                    <a:pt x="43377" y="32198"/>
                  </a:lnTo>
                  <a:lnTo>
                    <a:pt x="43250" y="32326"/>
                  </a:lnTo>
                  <a:lnTo>
                    <a:pt x="43122" y="32453"/>
                  </a:lnTo>
                  <a:lnTo>
                    <a:pt x="42994" y="32645"/>
                  </a:lnTo>
                  <a:lnTo>
                    <a:pt x="42930" y="32837"/>
                  </a:lnTo>
                  <a:lnTo>
                    <a:pt x="42930" y="33092"/>
                  </a:lnTo>
                  <a:lnTo>
                    <a:pt x="42930" y="33092"/>
                  </a:lnTo>
                  <a:lnTo>
                    <a:pt x="42930" y="33284"/>
                  </a:lnTo>
                  <a:lnTo>
                    <a:pt x="42994" y="33539"/>
                  </a:lnTo>
                  <a:lnTo>
                    <a:pt x="43122" y="33731"/>
                  </a:lnTo>
                  <a:lnTo>
                    <a:pt x="43250" y="33859"/>
                  </a:lnTo>
                  <a:lnTo>
                    <a:pt x="40247" y="39161"/>
                  </a:lnTo>
                  <a:lnTo>
                    <a:pt x="38011" y="42994"/>
                  </a:lnTo>
                  <a:lnTo>
                    <a:pt x="38011" y="42994"/>
                  </a:lnTo>
                  <a:lnTo>
                    <a:pt x="37820" y="42930"/>
                  </a:lnTo>
                  <a:lnTo>
                    <a:pt x="37564" y="42866"/>
                  </a:lnTo>
                  <a:lnTo>
                    <a:pt x="37564" y="42866"/>
                  </a:lnTo>
                  <a:lnTo>
                    <a:pt x="37372" y="42930"/>
                  </a:lnTo>
                  <a:lnTo>
                    <a:pt x="37181" y="42930"/>
                  </a:lnTo>
                  <a:lnTo>
                    <a:pt x="36861" y="43186"/>
                  </a:lnTo>
                  <a:lnTo>
                    <a:pt x="36606" y="43441"/>
                  </a:lnTo>
                  <a:lnTo>
                    <a:pt x="36478" y="43824"/>
                  </a:lnTo>
                  <a:lnTo>
                    <a:pt x="25937" y="43824"/>
                  </a:lnTo>
                  <a:lnTo>
                    <a:pt x="25937" y="43824"/>
                  </a:lnTo>
                  <a:lnTo>
                    <a:pt x="25873" y="43441"/>
                  </a:lnTo>
                  <a:lnTo>
                    <a:pt x="25618" y="43186"/>
                  </a:lnTo>
                  <a:lnTo>
                    <a:pt x="25299" y="42930"/>
                  </a:lnTo>
                  <a:lnTo>
                    <a:pt x="25107" y="42930"/>
                  </a:lnTo>
                  <a:lnTo>
                    <a:pt x="24915" y="42866"/>
                  </a:lnTo>
                  <a:lnTo>
                    <a:pt x="24915" y="42866"/>
                  </a:lnTo>
                  <a:lnTo>
                    <a:pt x="24660" y="42930"/>
                  </a:lnTo>
                  <a:lnTo>
                    <a:pt x="24404" y="42994"/>
                  </a:lnTo>
                  <a:lnTo>
                    <a:pt x="19102" y="33795"/>
                  </a:lnTo>
                  <a:lnTo>
                    <a:pt x="19102" y="33795"/>
                  </a:lnTo>
                  <a:lnTo>
                    <a:pt x="19293" y="33667"/>
                  </a:lnTo>
                  <a:lnTo>
                    <a:pt x="19421" y="33475"/>
                  </a:lnTo>
                  <a:lnTo>
                    <a:pt x="19549" y="33220"/>
                  </a:lnTo>
                  <a:lnTo>
                    <a:pt x="19549" y="32964"/>
                  </a:lnTo>
                  <a:lnTo>
                    <a:pt x="19549" y="32964"/>
                  </a:lnTo>
                  <a:lnTo>
                    <a:pt x="19549" y="32709"/>
                  </a:lnTo>
                  <a:lnTo>
                    <a:pt x="19421" y="32453"/>
                  </a:lnTo>
                  <a:lnTo>
                    <a:pt x="19293" y="32262"/>
                  </a:lnTo>
                  <a:lnTo>
                    <a:pt x="19102" y="32070"/>
                  </a:lnTo>
                  <a:lnTo>
                    <a:pt x="24404" y="22935"/>
                  </a:lnTo>
                  <a:lnTo>
                    <a:pt x="24404" y="22935"/>
                  </a:lnTo>
                  <a:lnTo>
                    <a:pt x="24596" y="22999"/>
                  </a:lnTo>
                  <a:lnTo>
                    <a:pt x="24851" y="22999"/>
                  </a:lnTo>
                  <a:lnTo>
                    <a:pt x="24851" y="22999"/>
                  </a:lnTo>
                  <a:lnTo>
                    <a:pt x="25043" y="22999"/>
                  </a:lnTo>
                  <a:lnTo>
                    <a:pt x="25299" y="22935"/>
                  </a:lnTo>
                  <a:lnTo>
                    <a:pt x="25426" y="22807"/>
                  </a:lnTo>
                  <a:lnTo>
                    <a:pt x="25618" y="22679"/>
                  </a:lnTo>
                  <a:lnTo>
                    <a:pt x="25746" y="22551"/>
                  </a:lnTo>
                  <a:lnTo>
                    <a:pt x="25873" y="22360"/>
                  </a:lnTo>
                  <a:lnTo>
                    <a:pt x="25937" y="22168"/>
                  </a:lnTo>
                  <a:lnTo>
                    <a:pt x="25937" y="21913"/>
                  </a:lnTo>
                  <a:lnTo>
                    <a:pt x="25937" y="21913"/>
                  </a:lnTo>
                  <a:lnTo>
                    <a:pt x="25937" y="21721"/>
                  </a:lnTo>
                  <a:lnTo>
                    <a:pt x="25873" y="21529"/>
                  </a:lnTo>
                  <a:lnTo>
                    <a:pt x="25746" y="21338"/>
                  </a:lnTo>
                  <a:lnTo>
                    <a:pt x="25618" y="21146"/>
                  </a:lnTo>
                  <a:lnTo>
                    <a:pt x="25426" y="21018"/>
                  </a:lnTo>
                  <a:lnTo>
                    <a:pt x="25299" y="20954"/>
                  </a:lnTo>
                  <a:lnTo>
                    <a:pt x="25043" y="20891"/>
                  </a:lnTo>
                  <a:lnTo>
                    <a:pt x="24851" y="20827"/>
                  </a:lnTo>
                  <a:lnTo>
                    <a:pt x="24851" y="20827"/>
                  </a:lnTo>
                  <a:lnTo>
                    <a:pt x="24660" y="20891"/>
                  </a:lnTo>
                  <a:lnTo>
                    <a:pt x="24404" y="20954"/>
                  </a:lnTo>
                  <a:lnTo>
                    <a:pt x="24276" y="21018"/>
                  </a:lnTo>
                  <a:lnTo>
                    <a:pt x="24085" y="21146"/>
                  </a:lnTo>
                  <a:lnTo>
                    <a:pt x="23957" y="21338"/>
                  </a:lnTo>
                  <a:lnTo>
                    <a:pt x="23829" y="21529"/>
                  </a:lnTo>
                  <a:lnTo>
                    <a:pt x="23765" y="21721"/>
                  </a:lnTo>
                  <a:lnTo>
                    <a:pt x="23765" y="21913"/>
                  </a:lnTo>
                  <a:lnTo>
                    <a:pt x="23765" y="21913"/>
                  </a:lnTo>
                  <a:lnTo>
                    <a:pt x="23829" y="22168"/>
                  </a:lnTo>
                  <a:lnTo>
                    <a:pt x="23893" y="22424"/>
                  </a:lnTo>
                  <a:lnTo>
                    <a:pt x="24021" y="22615"/>
                  </a:lnTo>
                  <a:lnTo>
                    <a:pt x="24212" y="22807"/>
                  </a:lnTo>
                  <a:lnTo>
                    <a:pt x="18910" y="31942"/>
                  </a:lnTo>
                  <a:lnTo>
                    <a:pt x="18910" y="31942"/>
                  </a:lnTo>
                  <a:lnTo>
                    <a:pt x="18719" y="31878"/>
                  </a:lnTo>
                  <a:lnTo>
                    <a:pt x="18463" y="31878"/>
                  </a:lnTo>
                  <a:lnTo>
                    <a:pt x="18463" y="31878"/>
                  </a:lnTo>
                  <a:lnTo>
                    <a:pt x="18271" y="31878"/>
                  </a:lnTo>
                  <a:lnTo>
                    <a:pt x="18080" y="31942"/>
                  </a:lnTo>
                  <a:lnTo>
                    <a:pt x="17760" y="32134"/>
                  </a:lnTo>
                  <a:lnTo>
                    <a:pt x="17505" y="32453"/>
                  </a:lnTo>
                  <a:lnTo>
                    <a:pt x="17441" y="32837"/>
                  </a:lnTo>
                  <a:lnTo>
                    <a:pt x="6900" y="32837"/>
                  </a:lnTo>
                  <a:lnTo>
                    <a:pt x="6900" y="32837"/>
                  </a:lnTo>
                  <a:lnTo>
                    <a:pt x="6772" y="32453"/>
                  </a:lnTo>
                  <a:lnTo>
                    <a:pt x="6517" y="32134"/>
                  </a:lnTo>
                  <a:lnTo>
                    <a:pt x="6197" y="31942"/>
                  </a:lnTo>
                  <a:lnTo>
                    <a:pt x="6006" y="31878"/>
                  </a:lnTo>
                  <a:lnTo>
                    <a:pt x="5814" y="31878"/>
                  </a:lnTo>
                  <a:lnTo>
                    <a:pt x="5814" y="31878"/>
                  </a:lnTo>
                  <a:lnTo>
                    <a:pt x="5559" y="31878"/>
                  </a:lnTo>
                  <a:lnTo>
                    <a:pt x="5303" y="32006"/>
                  </a:lnTo>
                  <a:lnTo>
                    <a:pt x="1" y="22807"/>
                  </a:lnTo>
                  <a:lnTo>
                    <a:pt x="1" y="22807"/>
                  </a:lnTo>
                  <a:lnTo>
                    <a:pt x="256" y="22615"/>
                  </a:lnTo>
                  <a:lnTo>
                    <a:pt x="448" y="22360"/>
                  </a:lnTo>
                  <a:lnTo>
                    <a:pt x="576" y="22104"/>
                  </a:lnTo>
                  <a:lnTo>
                    <a:pt x="640" y="21785"/>
                  </a:lnTo>
                  <a:lnTo>
                    <a:pt x="640" y="21785"/>
                  </a:lnTo>
                  <a:lnTo>
                    <a:pt x="640" y="21529"/>
                  </a:lnTo>
                  <a:lnTo>
                    <a:pt x="512" y="21274"/>
                  </a:lnTo>
                  <a:lnTo>
                    <a:pt x="320" y="21018"/>
                  </a:lnTo>
                  <a:lnTo>
                    <a:pt x="128" y="20891"/>
                  </a:lnTo>
                  <a:lnTo>
                    <a:pt x="5367" y="11819"/>
                  </a:lnTo>
                  <a:lnTo>
                    <a:pt x="5367" y="11819"/>
                  </a:lnTo>
                  <a:lnTo>
                    <a:pt x="5686" y="11883"/>
                  </a:lnTo>
                  <a:lnTo>
                    <a:pt x="5686" y="11883"/>
                  </a:lnTo>
                  <a:lnTo>
                    <a:pt x="6070" y="11819"/>
                  </a:lnTo>
                  <a:lnTo>
                    <a:pt x="6389" y="11627"/>
                  </a:lnTo>
                  <a:lnTo>
                    <a:pt x="6645" y="11372"/>
                  </a:lnTo>
                  <a:lnTo>
                    <a:pt x="6772" y="10989"/>
                  </a:lnTo>
                  <a:lnTo>
                    <a:pt x="17441" y="10989"/>
                  </a:lnTo>
                  <a:lnTo>
                    <a:pt x="17441" y="10989"/>
                  </a:lnTo>
                  <a:lnTo>
                    <a:pt x="17505" y="11372"/>
                  </a:lnTo>
                  <a:lnTo>
                    <a:pt x="17760" y="11691"/>
                  </a:lnTo>
                  <a:lnTo>
                    <a:pt x="18080" y="11883"/>
                  </a:lnTo>
                  <a:lnTo>
                    <a:pt x="18271" y="11947"/>
                  </a:lnTo>
                  <a:lnTo>
                    <a:pt x="18463" y="12011"/>
                  </a:lnTo>
                  <a:lnTo>
                    <a:pt x="18463" y="12011"/>
                  </a:lnTo>
                  <a:lnTo>
                    <a:pt x="18719" y="11947"/>
                  </a:lnTo>
                  <a:lnTo>
                    <a:pt x="18910" y="11883"/>
                  </a:lnTo>
                  <a:lnTo>
                    <a:pt x="19102" y="11819"/>
                  </a:lnTo>
                  <a:lnTo>
                    <a:pt x="19230" y="11691"/>
                  </a:lnTo>
                  <a:lnTo>
                    <a:pt x="19357" y="11500"/>
                  </a:lnTo>
                  <a:lnTo>
                    <a:pt x="19485" y="11308"/>
                  </a:lnTo>
                  <a:lnTo>
                    <a:pt x="19549" y="11116"/>
                  </a:lnTo>
                  <a:lnTo>
                    <a:pt x="19549" y="10925"/>
                  </a:lnTo>
                  <a:lnTo>
                    <a:pt x="19549" y="10925"/>
                  </a:lnTo>
                  <a:lnTo>
                    <a:pt x="19549" y="10669"/>
                  </a:lnTo>
                  <a:lnTo>
                    <a:pt x="19421" y="10414"/>
                  </a:lnTo>
                  <a:lnTo>
                    <a:pt x="19293" y="10222"/>
                  </a:lnTo>
                  <a:lnTo>
                    <a:pt x="19102" y="10030"/>
                  </a:lnTo>
                  <a:lnTo>
                    <a:pt x="24085" y="1406"/>
                  </a:lnTo>
                  <a:lnTo>
                    <a:pt x="24404" y="895"/>
                  </a:lnTo>
                  <a:lnTo>
                    <a:pt x="24404" y="895"/>
                  </a:lnTo>
                  <a:lnTo>
                    <a:pt x="24596" y="959"/>
                  </a:lnTo>
                  <a:lnTo>
                    <a:pt x="24851" y="959"/>
                  </a:lnTo>
                  <a:lnTo>
                    <a:pt x="24851" y="959"/>
                  </a:lnTo>
                  <a:lnTo>
                    <a:pt x="25043" y="959"/>
                  </a:lnTo>
                  <a:lnTo>
                    <a:pt x="25235" y="895"/>
                  </a:lnTo>
                  <a:lnTo>
                    <a:pt x="25554" y="703"/>
                  </a:lnTo>
                  <a:lnTo>
                    <a:pt x="25810" y="384"/>
                  </a:lnTo>
                  <a:lnTo>
                    <a:pt x="25937" y="1"/>
                  </a:lnTo>
                  <a:lnTo>
                    <a:pt x="36478" y="1"/>
                  </a:lnTo>
                  <a:lnTo>
                    <a:pt x="36478" y="1"/>
                  </a:lnTo>
                  <a:lnTo>
                    <a:pt x="36606" y="384"/>
                  </a:lnTo>
                  <a:lnTo>
                    <a:pt x="36861" y="703"/>
                  </a:lnTo>
                  <a:lnTo>
                    <a:pt x="37181" y="895"/>
                  </a:lnTo>
                  <a:lnTo>
                    <a:pt x="37372" y="959"/>
                  </a:lnTo>
                  <a:lnTo>
                    <a:pt x="37564" y="959"/>
                  </a:lnTo>
                  <a:lnTo>
                    <a:pt x="37564" y="959"/>
                  </a:lnTo>
                  <a:lnTo>
                    <a:pt x="37820" y="959"/>
                  </a:lnTo>
                  <a:lnTo>
                    <a:pt x="38011" y="895"/>
                  </a:lnTo>
                  <a:lnTo>
                    <a:pt x="43314" y="10030"/>
                  </a:lnTo>
                  <a:lnTo>
                    <a:pt x="43314" y="10030"/>
                  </a:lnTo>
                  <a:lnTo>
                    <a:pt x="43122" y="10222"/>
                  </a:lnTo>
                  <a:lnTo>
                    <a:pt x="42994" y="10414"/>
                  </a:lnTo>
                  <a:lnTo>
                    <a:pt x="42866" y="10669"/>
                  </a:lnTo>
                  <a:lnTo>
                    <a:pt x="42866" y="10925"/>
                  </a:lnTo>
                  <a:lnTo>
                    <a:pt x="42866" y="10925"/>
                  </a:lnTo>
                  <a:lnTo>
                    <a:pt x="42866" y="11116"/>
                  </a:lnTo>
                  <a:lnTo>
                    <a:pt x="42930" y="11372"/>
                  </a:lnTo>
                  <a:lnTo>
                    <a:pt x="43058" y="11500"/>
                  </a:lnTo>
                  <a:lnTo>
                    <a:pt x="43186" y="11691"/>
                  </a:lnTo>
                  <a:lnTo>
                    <a:pt x="43314" y="11819"/>
                  </a:lnTo>
                  <a:lnTo>
                    <a:pt x="43505" y="11947"/>
                  </a:lnTo>
                  <a:lnTo>
                    <a:pt x="43697" y="12011"/>
                  </a:lnTo>
                  <a:lnTo>
                    <a:pt x="43952" y="12011"/>
                  </a:lnTo>
                  <a:lnTo>
                    <a:pt x="43952" y="12011"/>
                  </a:lnTo>
                  <a:lnTo>
                    <a:pt x="44144" y="12011"/>
                  </a:lnTo>
                  <a:lnTo>
                    <a:pt x="44336" y="11947"/>
                  </a:lnTo>
                  <a:lnTo>
                    <a:pt x="44655" y="11691"/>
                  </a:lnTo>
                  <a:lnTo>
                    <a:pt x="44911" y="11436"/>
                  </a:lnTo>
                  <a:lnTo>
                    <a:pt x="45038" y="10989"/>
                  </a:lnTo>
                  <a:lnTo>
                    <a:pt x="55899" y="10989"/>
                  </a:lnTo>
                  <a:lnTo>
                    <a:pt x="55899" y="10989"/>
                  </a:lnTo>
                  <a:lnTo>
                    <a:pt x="56026" y="11436"/>
                  </a:lnTo>
                  <a:lnTo>
                    <a:pt x="56218" y="11691"/>
                  </a:lnTo>
                  <a:lnTo>
                    <a:pt x="56601" y="11947"/>
                  </a:lnTo>
                  <a:lnTo>
                    <a:pt x="56793" y="12011"/>
                  </a:lnTo>
                  <a:lnTo>
                    <a:pt x="56985" y="12011"/>
                  </a:lnTo>
                  <a:lnTo>
                    <a:pt x="56985" y="12011"/>
                  </a:lnTo>
                  <a:lnTo>
                    <a:pt x="57176" y="12011"/>
                  </a:lnTo>
                  <a:lnTo>
                    <a:pt x="57368" y="11947"/>
                  </a:lnTo>
                  <a:lnTo>
                    <a:pt x="57560" y="11819"/>
                  </a:lnTo>
                  <a:lnTo>
                    <a:pt x="57751" y="11691"/>
                  </a:lnTo>
                  <a:lnTo>
                    <a:pt x="57879" y="11500"/>
                  </a:lnTo>
                  <a:lnTo>
                    <a:pt x="57943" y="11372"/>
                  </a:lnTo>
                  <a:lnTo>
                    <a:pt x="58007" y="11116"/>
                  </a:lnTo>
                  <a:lnTo>
                    <a:pt x="58071" y="10925"/>
                  </a:lnTo>
                  <a:lnTo>
                    <a:pt x="58071" y="10925"/>
                  </a:lnTo>
                  <a:lnTo>
                    <a:pt x="58007" y="10605"/>
                  </a:lnTo>
                  <a:lnTo>
                    <a:pt x="57879" y="10286"/>
                  </a:lnTo>
                  <a:lnTo>
                    <a:pt x="57623" y="10094"/>
                  </a:lnTo>
                  <a:lnTo>
                    <a:pt x="57368" y="9903"/>
                  </a:lnTo>
                  <a:lnTo>
                    <a:pt x="58007" y="8817"/>
                  </a:lnTo>
                  <a:lnTo>
                    <a:pt x="62542" y="895"/>
                  </a:lnTo>
                  <a:lnTo>
                    <a:pt x="62542" y="895"/>
                  </a:lnTo>
                  <a:lnTo>
                    <a:pt x="62798" y="959"/>
                  </a:lnTo>
                  <a:lnTo>
                    <a:pt x="62990" y="959"/>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39">
              <a:extLst>
                <a:ext uri="{FF2B5EF4-FFF2-40B4-BE49-F238E27FC236}">
                  <a16:creationId xmlns:a16="http://schemas.microsoft.com/office/drawing/2014/main" id="{EA462302-2822-4FDA-5DB0-B7B9BD3C3592}"/>
                </a:ext>
              </a:extLst>
            </p:cNvPr>
            <p:cNvSpPr/>
            <p:nvPr/>
          </p:nvSpPr>
          <p:spPr>
            <a:xfrm>
              <a:off x="2354850" y="-1076800"/>
              <a:ext cx="605325" cy="544625"/>
            </a:xfrm>
            <a:custGeom>
              <a:avLst/>
              <a:gdLst/>
              <a:ahLst/>
              <a:cxnLst/>
              <a:rect l="l" t="t" r="r" b="b"/>
              <a:pathLst>
                <a:path w="24213" h="21785" fill="none" extrusionOk="0">
                  <a:moveTo>
                    <a:pt x="5750" y="959"/>
                  </a:moveTo>
                  <a:lnTo>
                    <a:pt x="5750" y="959"/>
                  </a:lnTo>
                  <a:lnTo>
                    <a:pt x="5942" y="895"/>
                  </a:lnTo>
                  <a:lnTo>
                    <a:pt x="6134" y="895"/>
                  </a:lnTo>
                  <a:lnTo>
                    <a:pt x="6453" y="640"/>
                  </a:lnTo>
                  <a:lnTo>
                    <a:pt x="6709" y="384"/>
                  </a:lnTo>
                  <a:lnTo>
                    <a:pt x="6773" y="1"/>
                  </a:lnTo>
                  <a:lnTo>
                    <a:pt x="17377" y="1"/>
                  </a:lnTo>
                  <a:lnTo>
                    <a:pt x="17377" y="1"/>
                  </a:lnTo>
                  <a:lnTo>
                    <a:pt x="17505" y="384"/>
                  </a:lnTo>
                  <a:lnTo>
                    <a:pt x="17697" y="704"/>
                  </a:lnTo>
                  <a:lnTo>
                    <a:pt x="18080" y="895"/>
                  </a:lnTo>
                  <a:lnTo>
                    <a:pt x="18272" y="959"/>
                  </a:lnTo>
                  <a:lnTo>
                    <a:pt x="18463" y="959"/>
                  </a:lnTo>
                  <a:lnTo>
                    <a:pt x="18463" y="959"/>
                  </a:lnTo>
                  <a:lnTo>
                    <a:pt x="18655" y="959"/>
                  </a:lnTo>
                  <a:lnTo>
                    <a:pt x="18910" y="831"/>
                  </a:lnTo>
                  <a:lnTo>
                    <a:pt x="24213" y="10031"/>
                  </a:lnTo>
                  <a:lnTo>
                    <a:pt x="24213" y="10031"/>
                  </a:lnTo>
                  <a:lnTo>
                    <a:pt x="24021" y="10158"/>
                  </a:lnTo>
                  <a:lnTo>
                    <a:pt x="23829" y="10414"/>
                  </a:lnTo>
                  <a:lnTo>
                    <a:pt x="23766" y="10605"/>
                  </a:lnTo>
                  <a:lnTo>
                    <a:pt x="23702" y="10925"/>
                  </a:lnTo>
                  <a:lnTo>
                    <a:pt x="23702" y="10925"/>
                  </a:lnTo>
                  <a:lnTo>
                    <a:pt x="23766" y="11180"/>
                  </a:lnTo>
                  <a:lnTo>
                    <a:pt x="23829" y="11372"/>
                  </a:lnTo>
                  <a:lnTo>
                    <a:pt x="24021" y="11628"/>
                  </a:lnTo>
                  <a:lnTo>
                    <a:pt x="24213" y="11755"/>
                  </a:lnTo>
                  <a:lnTo>
                    <a:pt x="23957" y="12139"/>
                  </a:lnTo>
                  <a:lnTo>
                    <a:pt x="18974" y="20827"/>
                  </a:lnTo>
                  <a:lnTo>
                    <a:pt x="18974" y="20827"/>
                  </a:lnTo>
                  <a:lnTo>
                    <a:pt x="18783" y="20827"/>
                  </a:lnTo>
                  <a:lnTo>
                    <a:pt x="18783" y="20827"/>
                  </a:lnTo>
                  <a:lnTo>
                    <a:pt x="18591" y="20827"/>
                  </a:lnTo>
                  <a:lnTo>
                    <a:pt x="18399" y="20891"/>
                  </a:lnTo>
                  <a:lnTo>
                    <a:pt x="18016" y="21082"/>
                  </a:lnTo>
                  <a:lnTo>
                    <a:pt x="17824" y="21402"/>
                  </a:lnTo>
                  <a:lnTo>
                    <a:pt x="17697" y="21785"/>
                  </a:lnTo>
                  <a:lnTo>
                    <a:pt x="6836" y="21785"/>
                  </a:lnTo>
                  <a:lnTo>
                    <a:pt x="6836" y="21785"/>
                  </a:lnTo>
                  <a:lnTo>
                    <a:pt x="6709" y="21402"/>
                  </a:lnTo>
                  <a:lnTo>
                    <a:pt x="6453" y="21082"/>
                  </a:lnTo>
                  <a:lnTo>
                    <a:pt x="6134" y="20891"/>
                  </a:lnTo>
                  <a:lnTo>
                    <a:pt x="5942" y="20827"/>
                  </a:lnTo>
                  <a:lnTo>
                    <a:pt x="5750" y="20827"/>
                  </a:lnTo>
                  <a:lnTo>
                    <a:pt x="5750" y="20827"/>
                  </a:lnTo>
                  <a:lnTo>
                    <a:pt x="5495" y="20827"/>
                  </a:lnTo>
                  <a:lnTo>
                    <a:pt x="5303" y="20955"/>
                  </a:lnTo>
                  <a:lnTo>
                    <a:pt x="1" y="11755"/>
                  </a:lnTo>
                  <a:lnTo>
                    <a:pt x="1" y="11755"/>
                  </a:lnTo>
                  <a:lnTo>
                    <a:pt x="193" y="11628"/>
                  </a:lnTo>
                  <a:lnTo>
                    <a:pt x="320" y="11372"/>
                  </a:lnTo>
                  <a:lnTo>
                    <a:pt x="384" y="11180"/>
                  </a:lnTo>
                  <a:lnTo>
                    <a:pt x="448" y="10925"/>
                  </a:lnTo>
                  <a:lnTo>
                    <a:pt x="448" y="10925"/>
                  </a:lnTo>
                  <a:lnTo>
                    <a:pt x="384" y="10605"/>
                  </a:lnTo>
                  <a:lnTo>
                    <a:pt x="320" y="10414"/>
                  </a:lnTo>
                  <a:lnTo>
                    <a:pt x="193" y="10158"/>
                  </a:lnTo>
                  <a:lnTo>
                    <a:pt x="1" y="10031"/>
                  </a:lnTo>
                  <a:lnTo>
                    <a:pt x="5303" y="831"/>
                  </a:lnTo>
                  <a:lnTo>
                    <a:pt x="5303" y="831"/>
                  </a:lnTo>
                  <a:lnTo>
                    <a:pt x="5495" y="895"/>
                  </a:lnTo>
                  <a:lnTo>
                    <a:pt x="5750" y="959"/>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39">
              <a:extLst>
                <a:ext uri="{FF2B5EF4-FFF2-40B4-BE49-F238E27FC236}">
                  <a16:creationId xmlns:a16="http://schemas.microsoft.com/office/drawing/2014/main" id="{9FE84EAC-C075-412B-2317-C7716E6AA8EB}"/>
                </a:ext>
              </a:extLst>
            </p:cNvPr>
            <p:cNvSpPr/>
            <p:nvPr/>
          </p:nvSpPr>
          <p:spPr>
            <a:xfrm>
              <a:off x="1874150" y="-1353075"/>
              <a:ext cx="608500" cy="546225"/>
            </a:xfrm>
            <a:custGeom>
              <a:avLst/>
              <a:gdLst/>
              <a:ahLst/>
              <a:cxnLst/>
              <a:rect l="l" t="t" r="r" b="b"/>
              <a:pathLst>
                <a:path w="24340" h="21849" fill="none" extrusionOk="0">
                  <a:moveTo>
                    <a:pt x="5877" y="1022"/>
                  </a:moveTo>
                  <a:lnTo>
                    <a:pt x="5877" y="1022"/>
                  </a:lnTo>
                  <a:lnTo>
                    <a:pt x="6069" y="958"/>
                  </a:lnTo>
                  <a:lnTo>
                    <a:pt x="6261" y="895"/>
                  </a:lnTo>
                  <a:lnTo>
                    <a:pt x="6580" y="703"/>
                  </a:lnTo>
                  <a:lnTo>
                    <a:pt x="6836" y="383"/>
                  </a:lnTo>
                  <a:lnTo>
                    <a:pt x="6963" y="0"/>
                  </a:lnTo>
                  <a:lnTo>
                    <a:pt x="17504" y="0"/>
                  </a:lnTo>
                  <a:lnTo>
                    <a:pt x="17504" y="0"/>
                  </a:lnTo>
                  <a:lnTo>
                    <a:pt x="17632" y="383"/>
                  </a:lnTo>
                  <a:lnTo>
                    <a:pt x="17887" y="703"/>
                  </a:lnTo>
                  <a:lnTo>
                    <a:pt x="18207" y="895"/>
                  </a:lnTo>
                  <a:lnTo>
                    <a:pt x="18398" y="958"/>
                  </a:lnTo>
                  <a:lnTo>
                    <a:pt x="18590" y="1022"/>
                  </a:lnTo>
                  <a:lnTo>
                    <a:pt x="18590" y="1022"/>
                  </a:lnTo>
                  <a:lnTo>
                    <a:pt x="18846" y="958"/>
                  </a:lnTo>
                  <a:lnTo>
                    <a:pt x="19037" y="895"/>
                  </a:lnTo>
                  <a:lnTo>
                    <a:pt x="24340" y="10030"/>
                  </a:lnTo>
                  <a:lnTo>
                    <a:pt x="24340" y="10030"/>
                  </a:lnTo>
                  <a:lnTo>
                    <a:pt x="24148" y="10221"/>
                  </a:lnTo>
                  <a:lnTo>
                    <a:pt x="24020" y="10413"/>
                  </a:lnTo>
                  <a:lnTo>
                    <a:pt x="23892" y="10669"/>
                  </a:lnTo>
                  <a:lnTo>
                    <a:pt x="23892" y="10924"/>
                  </a:lnTo>
                  <a:lnTo>
                    <a:pt x="23892" y="10924"/>
                  </a:lnTo>
                  <a:lnTo>
                    <a:pt x="23892" y="11180"/>
                  </a:lnTo>
                  <a:lnTo>
                    <a:pt x="24020" y="11435"/>
                  </a:lnTo>
                  <a:lnTo>
                    <a:pt x="24148" y="11627"/>
                  </a:lnTo>
                  <a:lnTo>
                    <a:pt x="24340" y="11819"/>
                  </a:lnTo>
                  <a:lnTo>
                    <a:pt x="19037" y="20954"/>
                  </a:lnTo>
                  <a:lnTo>
                    <a:pt x="19037" y="20954"/>
                  </a:lnTo>
                  <a:lnTo>
                    <a:pt x="18846" y="20890"/>
                  </a:lnTo>
                  <a:lnTo>
                    <a:pt x="18590" y="20890"/>
                  </a:lnTo>
                  <a:lnTo>
                    <a:pt x="18590" y="20890"/>
                  </a:lnTo>
                  <a:lnTo>
                    <a:pt x="18398" y="20890"/>
                  </a:lnTo>
                  <a:lnTo>
                    <a:pt x="18207" y="20954"/>
                  </a:lnTo>
                  <a:lnTo>
                    <a:pt x="17887" y="21145"/>
                  </a:lnTo>
                  <a:lnTo>
                    <a:pt x="17632" y="21465"/>
                  </a:lnTo>
                  <a:lnTo>
                    <a:pt x="17504" y="21848"/>
                  </a:lnTo>
                  <a:lnTo>
                    <a:pt x="6963" y="21848"/>
                  </a:lnTo>
                  <a:lnTo>
                    <a:pt x="6963" y="21848"/>
                  </a:lnTo>
                  <a:lnTo>
                    <a:pt x="6836" y="21465"/>
                  </a:lnTo>
                  <a:lnTo>
                    <a:pt x="6580" y="21145"/>
                  </a:lnTo>
                  <a:lnTo>
                    <a:pt x="6261" y="20954"/>
                  </a:lnTo>
                  <a:lnTo>
                    <a:pt x="6069" y="20890"/>
                  </a:lnTo>
                  <a:lnTo>
                    <a:pt x="5877" y="20890"/>
                  </a:lnTo>
                  <a:lnTo>
                    <a:pt x="5877" y="20890"/>
                  </a:lnTo>
                  <a:lnTo>
                    <a:pt x="5622" y="20890"/>
                  </a:lnTo>
                  <a:lnTo>
                    <a:pt x="5430" y="20954"/>
                  </a:lnTo>
                  <a:lnTo>
                    <a:pt x="0" y="11563"/>
                  </a:lnTo>
                  <a:lnTo>
                    <a:pt x="0" y="11563"/>
                  </a:lnTo>
                  <a:lnTo>
                    <a:pt x="256" y="11435"/>
                  </a:lnTo>
                  <a:lnTo>
                    <a:pt x="447" y="11180"/>
                  </a:lnTo>
                  <a:lnTo>
                    <a:pt x="575" y="10924"/>
                  </a:lnTo>
                  <a:lnTo>
                    <a:pt x="575" y="10605"/>
                  </a:lnTo>
                  <a:lnTo>
                    <a:pt x="575" y="10605"/>
                  </a:lnTo>
                  <a:lnTo>
                    <a:pt x="575" y="10413"/>
                  </a:lnTo>
                  <a:lnTo>
                    <a:pt x="511" y="10158"/>
                  </a:lnTo>
                  <a:lnTo>
                    <a:pt x="383" y="9966"/>
                  </a:lnTo>
                  <a:lnTo>
                    <a:pt x="256" y="9838"/>
                  </a:lnTo>
                  <a:lnTo>
                    <a:pt x="5430" y="895"/>
                  </a:lnTo>
                  <a:lnTo>
                    <a:pt x="5430" y="895"/>
                  </a:lnTo>
                  <a:lnTo>
                    <a:pt x="5622" y="958"/>
                  </a:lnTo>
                  <a:lnTo>
                    <a:pt x="5877" y="1022"/>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39">
              <a:extLst>
                <a:ext uri="{FF2B5EF4-FFF2-40B4-BE49-F238E27FC236}">
                  <a16:creationId xmlns:a16="http://schemas.microsoft.com/office/drawing/2014/main" id="{C18D376E-4F36-1AFA-7D81-99F3E36E8293}"/>
                </a:ext>
              </a:extLst>
            </p:cNvPr>
            <p:cNvSpPr/>
            <p:nvPr/>
          </p:nvSpPr>
          <p:spPr>
            <a:xfrm>
              <a:off x="2830800" y="-1353075"/>
              <a:ext cx="606900" cy="546225"/>
            </a:xfrm>
            <a:custGeom>
              <a:avLst/>
              <a:gdLst/>
              <a:ahLst/>
              <a:cxnLst/>
              <a:rect l="l" t="t" r="r" b="b"/>
              <a:pathLst>
                <a:path w="24276" h="21849" fill="none" extrusionOk="0">
                  <a:moveTo>
                    <a:pt x="5750" y="1022"/>
                  </a:moveTo>
                  <a:lnTo>
                    <a:pt x="5750" y="1022"/>
                  </a:lnTo>
                  <a:lnTo>
                    <a:pt x="5941" y="958"/>
                  </a:lnTo>
                  <a:lnTo>
                    <a:pt x="6133" y="895"/>
                  </a:lnTo>
                  <a:lnTo>
                    <a:pt x="6516" y="703"/>
                  </a:lnTo>
                  <a:lnTo>
                    <a:pt x="6708" y="383"/>
                  </a:lnTo>
                  <a:lnTo>
                    <a:pt x="6836" y="0"/>
                  </a:lnTo>
                  <a:lnTo>
                    <a:pt x="17440" y="0"/>
                  </a:lnTo>
                  <a:lnTo>
                    <a:pt x="17440" y="0"/>
                  </a:lnTo>
                  <a:lnTo>
                    <a:pt x="17504" y="383"/>
                  </a:lnTo>
                  <a:lnTo>
                    <a:pt x="17760" y="703"/>
                  </a:lnTo>
                  <a:lnTo>
                    <a:pt x="18079" y="895"/>
                  </a:lnTo>
                  <a:lnTo>
                    <a:pt x="18271" y="958"/>
                  </a:lnTo>
                  <a:lnTo>
                    <a:pt x="18462" y="1022"/>
                  </a:lnTo>
                  <a:lnTo>
                    <a:pt x="18462" y="1022"/>
                  </a:lnTo>
                  <a:lnTo>
                    <a:pt x="18718" y="958"/>
                  </a:lnTo>
                  <a:lnTo>
                    <a:pt x="18910" y="895"/>
                  </a:lnTo>
                  <a:lnTo>
                    <a:pt x="24276" y="10158"/>
                  </a:lnTo>
                  <a:lnTo>
                    <a:pt x="24276" y="10158"/>
                  </a:lnTo>
                  <a:lnTo>
                    <a:pt x="24148" y="10285"/>
                  </a:lnTo>
                  <a:lnTo>
                    <a:pt x="24020" y="10477"/>
                  </a:lnTo>
                  <a:lnTo>
                    <a:pt x="23956" y="10732"/>
                  </a:lnTo>
                  <a:lnTo>
                    <a:pt x="23956" y="10924"/>
                  </a:lnTo>
                  <a:lnTo>
                    <a:pt x="23956" y="10924"/>
                  </a:lnTo>
                  <a:lnTo>
                    <a:pt x="23956" y="11180"/>
                  </a:lnTo>
                  <a:lnTo>
                    <a:pt x="24020" y="11371"/>
                  </a:lnTo>
                  <a:lnTo>
                    <a:pt x="24148" y="11563"/>
                  </a:lnTo>
                  <a:lnTo>
                    <a:pt x="24276" y="11691"/>
                  </a:lnTo>
                  <a:lnTo>
                    <a:pt x="21337" y="16801"/>
                  </a:lnTo>
                  <a:lnTo>
                    <a:pt x="18910" y="20954"/>
                  </a:lnTo>
                  <a:lnTo>
                    <a:pt x="18910" y="20954"/>
                  </a:lnTo>
                  <a:lnTo>
                    <a:pt x="18718" y="20890"/>
                  </a:lnTo>
                  <a:lnTo>
                    <a:pt x="18462" y="20890"/>
                  </a:lnTo>
                  <a:lnTo>
                    <a:pt x="18462" y="20890"/>
                  </a:lnTo>
                  <a:lnTo>
                    <a:pt x="18271" y="20890"/>
                  </a:lnTo>
                  <a:lnTo>
                    <a:pt x="18079" y="20954"/>
                  </a:lnTo>
                  <a:lnTo>
                    <a:pt x="17760" y="21145"/>
                  </a:lnTo>
                  <a:lnTo>
                    <a:pt x="17504" y="21465"/>
                  </a:lnTo>
                  <a:lnTo>
                    <a:pt x="17440" y="21848"/>
                  </a:lnTo>
                  <a:lnTo>
                    <a:pt x="6836" y="21848"/>
                  </a:lnTo>
                  <a:lnTo>
                    <a:pt x="6836" y="21848"/>
                  </a:lnTo>
                  <a:lnTo>
                    <a:pt x="6708" y="21465"/>
                  </a:lnTo>
                  <a:lnTo>
                    <a:pt x="6516" y="21145"/>
                  </a:lnTo>
                  <a:lnTo>
                    <a:pt x="6133" y="20954"/>
                  </a:lnTo>
                  <a:lnTo>
                    <a:pt x="5941" y="20890"/>
                  </a:lnTo>
                  <a:lnTo>
                    <a:pt x="5750" y="20890"/>
                  </a:lnTo>
                  <a:lnTo>
                    <a:pt x="5750" y="20890"/>
                  </a:lnTo>
                  <a:lnTo>
                    <a:pt x="5558" y="20890"/>
                  </a:lnTo>
                  <a:lnTo>
                    <a:pt x="5302" y="20954"/>
                  </a:lnTo>
                  <a:lnTo>
                    <a:pt x="0" y="11819"/>
                  </a:lnTo>
                  <a:lnTo>
                    <a:pt x="0" y="11819"/>
                  </a:lnTo>
                  <a:lnTo>
                    <a:pt x="192" y="11627"/>
                  </a:lnTo>
                  <a:lnTo>
                    <a:pt x="383" y="11435"/>
                  </a:lnTo>
                  <a:lnTo>
                    <a:pt x="447" y="11180"/>
                  </a:lnTo>
                  <a:lnTo>
                    <a:pt x="511" y="10924"/>
                  </a:lnTo>
                  <a:lnTo>
                    <a:pt x="511" y="10924"/>
                  </a:lnTo>
                  <a:lnTo>
                    <a:pt x="447" y="10669"/>
                  </a:lnTo>
                  <a:lnTo>
                    <a:pt x="383" y="10413"/>
                  </a:lnTo>
                  <a:lnTo>
                    <a:pt x="192" y="10221"/>
                  </a:lnTo>
                  <a:lnTo>
                    <a:pt x="0" y="10030"/>
                  </a:lnTo>
                  <a:lnTo>
                    <a:pt x="5175" y="1150"/>
                  </a:lnTo>
                  <a:lnTo>
                    <a:pt x="5302" y="895"/>
                  </a:lnTo>
                  <a:lnTo>
                    <a:pt x="5302" y="895"/>
                  </a:lnTo>
                  <a:lnTo>
                    <a:pt x="5558" y="958"/>
                  </a:lnTo>
                  <a:lnTo>
                    <a:pt x="5750" y="1022"/>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39">
              <a:extLst>
                <a:ext uri="{FF2B5EF4-FFF2-40B4-BE49-F238E27FC236}">
                  <a16:creationId xmlns:a16="http://schemas.microsoft.com/office/drawing/2014/main" id="{58B6DC91-D0C8-9D7C-D7F6-1D4B07B93668}"/>
                </a:ext>
              </a:extLst>
            </p:cNvPr>
            <p:cNvSpPr/>
            <p:nvPr/>
          </p:nvSpPr>
          <p:spPr>
            <a:xfrm>
              <a:off x="1067625" y="-1658125"/>
              <a:ext cx="2887550" cy="2526600"/>
            </a:xfrm>
            <a:custGeom>
              <a:avLst/>
              <a:gdLst/>
              <a:ahLst/>
              <a:cxnLst/>
              <a:rect l="l" t="t" r="r" b="b"/>
              <a:pathLst>
                <a:path w="115502" h="101064" fill="none" extrusionOk="0">
                  <a:moveTo>
                    <a:pt x="69952" y="1"/>
                  </a:moveTo>
                  <a:lnTo>
                    <a:pt x="69952" y="1"/>
                  </a:lnTo>
                  <a:lnTo>
                    <a:pt x="69761" y="64"/>
                  </a:lnTo>
                  <a:lnTo>
                    <a:pt x="69569" y="128"/>
                  </a:lnTo>
                  <a:lnTo>
                    <a:pt x="69186" y="320"/>
                  </a:lnTo>
                  <a:lnTo>
                    <a:pt x="68994" y="639"/>
                  </a:lnTo>
                  <a:lnTo>
                    <a:pt x="68866" y="1023"/>
                  </a:lnTo>
                  <a:lnTo>
                    <a:pt x="57239" y="1023"/>
                  </a:lnTo>
                  <a:lnTo>
                    <a:pt x="57239" y="1214"/>
                  </a:lnTo>
                  <a:lnTo>
                    <a:pt x="68866" y="1214"/>
                  </a:lnTo>
                  <a:lnTo>
                    <a:pt x="68866" y="1214"/>
                  </a:lnTo>
                  <a:lnTo>
                    <a:pt x="68994" y="1598"/>
                  </a:lnTo>
                  <a:lnTo>
                    <a:pt x="69186" y="1917"/>
                  </a:lnTo>
                  <a:lnTo>
                    <a:pt x="69569" y="2109"/>
                  </a:lnTo>
                  <a:lnTo>
                    <a:pt x="69761" y="2173"/>
                  </a:lnTo>
                  <a:lnTo>
                    <a:pt x="69952" y="2173"/>
                  </a:lnTo>
                  <a:lnTo>
                    <a:pt x="69952" y="2173"/>
                  </a:lnTo>
                  <a:lnTo>
                    <a:pt x="70144" y="2173"/>
                  </a:lnTo>
                  <a:lnTo>
                    <a:pt x="70399" y="2109"/>
                  </a:lnTo>
                  <a:lnTo>
                    <a:pt x="75702" y="11244"/>
                  </a:lnTo>
                  <a:lnTo>
                    <a:pt x="75702" y="11244"/>
                  </a:lnTo>
                  <a:lnTo>
                    <a:pt x="75510" y="11436"/>
                  </a:lnTo>
                  <a:lnTo>
                    <a:pt x="75318" y="11627"/>
                  </a:lnTo>
                  <a:lnTo>
                    <a:pt x="75255" y="11883"/>
                  </a:lnTo>
                  <a:lnTo>
                    <a:pt x="75191" y="12138"/>
                  </a:lnTo>
                  <a:lnTo>
                    <a:pt x="75191" y="12138"/>
                  </a:lnTo>
                  <a:lnTo>
                    <a:pt x="75255" y="12394"/>
                  </a:lnTo>
                  <a:lnTo>
                    <a:pt x="75318" y="12649"/>
                  </a:lnTo>
                  <a:lnTo>
                    <a:pt x="75510" y="12841"/>
                  </a:lnTo>
                  <a:lnTo>
                    <a:pt x="75702" y="12969"/>
                  </a:lnTo>
                  <a:lnTo>
                    <a:pt x="73019" y="17568"/>
                  </a:lnTo>
                  <a:lnTo>
                    <a:pt x="70399" y="22168"/>
                  </a:lnTo>
                  <a:lnTo>
                    <a:pt x="70399" y="22168"/>
                  </a:lnTo>
                  <a:lnTo>
                    <a:pt x="70144" y="22104"/>
                  </a:lnTo>
                  <a:lnTo>
                    <a:pt x="69952" y="22040"/>
                  </a:lnTo>
                  <a:lnTo>
                    <a:pt x="69952" y="22040"/>
                  </a:lnTo>
                  <a:lnTo>
                    <a:pt x="69761" y="22040"/>
                  </a:lnTo>
                  <a:lnTo>
                    <a:pt x="69505" y="22104"/>
                  </a:lnTo>
                  <a:lnTo>
                    <a:pt x="69186" y="22360"/>
                  </a:lnTo>
                  <a:lnTo>
                    <a:pt x="68994" y="22679"/>
                  </a:lnTo>
                  <a:lnTo>
                    <a:pt x="68866" y="23062"/>
                  </a:lnTo>
                  <a:lnTo>
                    <a:pt x="58262" y="23062"/>
                  </a:lnTo>
                  <a:lnTo>
                    <a:pt x="58262" y="23062"/>
                  </a:lnTo>
                  <a:lnTo>
                    <a:pt x="58262" y="22807"/>
                  </a:lnTo>
                  <a:lnTo>
                    <a:pt x="58198" y="22615"/>
                  </a:lnTo>
                  <a:lnTo>
                    <a:pt x="57942" y="22296"/>
                  </a:lnTo>
                  <a:lnTo>
                    <a:pt x="57623" y="22104"/>
                  </a:lnTo>
                  <a:lnTo>
                    <a:pt x="57431" y="22040"/>
                  </a:lnTo>
                  <a:lnTo>
                    <a:pt x="57239" y="22040"/>
                  </a:lnTo>
                  <a:lnTo>
                    <a:pt x="57239" y="22040"/>
                  </a:lnTo>
                  <a:lnTo>
                    <a:pt x="56984" y="22040"/>
                  </a:lnTo>
                  <a:lnTo>
                    <a:pt x="56728" y="22168"/>
                  </a:lnTo>
                  <a:lnTo>
                    <a:pt x="55706" y="20379"/>
                  </a:lnTo>
                  <a:lnTo>
                    <a:pt x="51490" y="12969"/>
                  </a:lnTo>
                  <a:lnTo>
                    <a:pt x="51490" y="12969"/>
                  </a:lnTo>
                  <a:lnTo>
                    <a:pt x="51682" y="12841"/>
                  </a:lnTo>
                  <a:lnTo>
                    <a:pt x="51809" y="12649"/>
                  </a:lnTo>
                  <a:lnTo>
                    <a:pt x="51873" y="12394"/>
                  </a:lnTo>
                  <a:lnTo>
                    <a:pt x="51937" y="12138"/>
                  </a:lnTo>
                  <a:lnTo>
                    <a:pt x="51937" y="12138"/>
                  </a:lnTo>
                  <a:lnTo>
                    <a:pt x="51937" y="11883"/>
                  </a:lnTo>
                  <a:lnTo>
                    <a:pt x="51873" y="11691"/>
                  </a:lnTo>
                  <a:lnTo>
                    <a:pt x="51745" y="11499"/>
                  </a:lnTo>
                  <a:lnTo>
                    <a:pt x="51618" y="11372"/>
                  </a:lnTo>
                  <a:lnTo>
                    <a:pt x="51490" y="11244"/>
                  </a:lnTo>
                  <a:lnTo>
                    <a:pt x="51298" y="11116"/>
                  </a:lnTo>
                  <a:lnTo>
                    <a:pt x="51043" y="11052"/>
                  </a:lnTo>
                  <a:lnTo>
                    <a:pt x="50851" y="11052"/>
                  </a:lnTo>
                  <a:lnTo>
                    <a:pt x="50851" y="11052"/>
                  </a:lnTo>
                  <a:lnTo>
                    <a:pt x="50659" y="11052"/>
                  </a:lnTo>
                  <a:lnTo>
                    <a:pt x="50468" y="11116"/>
                  </a:lnTo>
                  <a:lnTo>
                    <a:pt x="50148" y="11308"/>
                  </a:lnTo>
                  <a:lnTo>
                    <a:pt x="49893" y="11627"/>
                  </a:lnTo>
                  <a:lnTo>
                    <a:pt x="49765" y="12011"/>
                  </a:lnTo>
                  <a:lnTo>
                    <a:pt x="39224" y="12011"/>
                  </a:lnTo>
                  <a:lnTo>
                    <a:pt x="39224" y="12011"/>
                  </a:lnTo>
                  <a:lnTo>
                    <a:pt x="39097" y="11627"/>
                  </a:lnTo>
                  <a:lnTo>
                    <a:pt x="38841" y="11308"/>
                  </a:lnTo>
                  <a:lnTo>
                    <a:pt x="38522" y="11116"/>
                  </a:lnTo>
                  <a:lnTo>
                    <a:pt x="38330" y="11052"/>
                  </a:lnTo>
                  <a:lnTo>
                    <a:pt x="38138" y="11052"/>
                  </a:lnTo>
                  <a:lnTo>
                    <a:pt x="38138" y="11052"/>
                  </a:lnTo>
                  <a:lnTo>
                    <a:pt x="37883" y="11052"/>
                  </a:lnTo>
                  <a:lnTo>
                    <a:pt x="37691" y="11116"/>
                  </a:lnTo>
                  <a:lnTo>
                    <a:pt x="31878" y="1023"/>
                  </a:lnTo>
                  <a:lnTo>
                    <a:pt x="31686" y="1150"/>
                  </a:lnTo>
                  <a:lnTo>
                    <a:pt x="37499" y="11244"/>
                  </a:lnTo>
                  <a:lnTo>
                    <a:pt x="37499" y="11244"/>
                  </a:lnTo>
                  <a:lnTo>
                    <a:pt x="37308" y="11436"/>
                  </a:lnTo>
                  <a:lnTo>
                    <a:pt x="37180" y="11627"/>
                  </a:lnTo>
                  <a:lnTo>
                    <a:pt x="37116" y="11883"/>
                  </a:lnTo>
                  <a:lnTo>
                    <a:pt x="37052" y="12138"/>
                  </a:lnTo>
                  <a:lnTo>
                    <a:pt x="37052" y="12138"/>
                  </a:lnTo>
                  <a:lnTo>
                    <a:pt x="37116" y="12394"/>
                  </a:lnTo>
                  <a:lnTo>
                    <a:pt x="37180" y="12649"/>
                  </a:lnTo>
                  <a:lnTo>
                    <a:pt x="37308" y="12841"/>
                  </a:lnTo>
                  <a:lnTo>
                    <a:pt x="37499" y="12969"/>
                  </a:lnTo>
                  <a:lnTo>
                    <a:pt x="32389" y="21912"/>
                  </a:lnTo>
                  <a:lnTo>
                    <a:pt x="32389" y="21912"/>
                  </a:lnTo>
                  <a:lnTo>
                    <a:pt x="32069" y="21785"/>
                  </a:lnTo>
                  <a:lnTo>
                    <a:pt x="31750" y="21721"/>
                  </a:lnTo>
                  <a:lnTo>
                    <a:pt x="31750" y="21721"/>
                  </a:lnTo>
                  <a:lnTo>
                    <a:pt x="31558" y="21721"/>
                  </a:lnTo>
                  <a:lnTo>
                    <a:pt x="31367" y="21785"/>
                  </a:lnTo>
                  <a:lnTo>
                    <a:pt x="31175" y="21912"/>
                  </a:lnTo>
                  <a:lnTo>
                    <a:pt x="30983" y="22040"/>
                  </a:lnTo>
                  <a:lnTo>
                    <a:pt x="30856" y="22232"/>
                  </a:lnTo>
                  <a:lnTo>
                    <a:pt x="30792" y="22360"/>
                  </a:lnTo>
                  <a:lnTo>
                    <a:pt x="30728" y="22615"/>
                  </a:lnTo>
                  <a:lnTo>
                    <a:pt x="30728" y="22807"/>
                  </a:lnTo>
                  <a:lnTo>
                    <a:pt x="30728" y="22807"/>
                  </a:lnTo>
                  <a:lnTo>
                    <a:pt x="30728" y="23062"/>
                  </a:lnTo>
                  <a:lnTo>
                    <a:pt x="19037" y="23062"/>
                  </a:lnTo>
                  <a:lnTo>
                    <a:pt x="19037" y="23062"/>
                  </a:lnTo>
                  <a:lnTo>
                    <a:pt x="19037" y="23254"/>
                  </a:lnTo>
                  <a:lnTo>
                    <a:pt x="19037" y="23254"/>
                  </a:lnTo>
                  <a:lnTo>
                    <a:pt x="30792" y="23254"/>
                  </a:lnTo>
                  <a:lnTo>
                    <a:pt x="30792" y="23254"/>
                  </a:lnTo>
                  <a:lnTo>
                    <a:pt x="30920" y="23509"/>
                  </a:lnTo>
                  <a:lnTo>
                    <a:pt x="31175" y="23701"/>
                  </a:lnTo>
                  <a:lnTo>
                    <a:pt x="31431" y="23829"/>
                  </a:lnTo>
                  <a:lnTo>
                    <a:pt x="31750" y="23893"/>
                  </a:lnTo>
                  <a:lnTo>
                    <a:pt x="31750" y="23893"/>
                  </a:lnTo>
                  <a:lnTo>
                    <a:pt x="32069" y="23829"/>
                  </a:lnTo>
                  <a:lnTo>
                    <a:pt x="37499" y="33284"/>
                  </a:lnTo>
                  <a:lnTo>
                    <a:pt x="37499" y="33284"/>
                  </a:lnTo>
                  <a:lnTo>
                    <a:pt x="37308" y="33411"/>
                  </a:lnTo>
                  <a:lnTo>
                    <a:pt x="37180" y="33667"/>
                  </a:lnTo>
                  <a:lnTo>
                    <a:pt x="37116" y="33858"/>
                  </a:lnTo>
                  <a:lnTo>
                    <a:pt x="37052" y="34178"/>
                  </a:lnTo>
                  <a:lnTo>
                    <a:pt x="37052" y="34178"/>
                  </a:lnTo>
                  <a:lnTo>
                    <a:pt x="37116" y="34433"/>
                  </a:lnTo>
                  <a:lnTo>
                    <a:pt x="37180" y="34625"/>
                  </a:lnTo>
                  <a:lnTo>
                    <a:pt x="37308" y="34881"/>
                  </a:lnTo>
                  <a:lnTo>
                    <a:pt x="37499" y="35008"/>
                  </a:lnTo>
                  <a:lnTo>
                    <a:pt x="32580" y="43633"/>
                  </a:lnTo>
                  <a:lnTo>
                    <a:pt x="32261" y="44144"/>
                  </a:lnTo>
                  <a:lnTo>
                    <a:pt x="32261" y="44144"/>
                  </a:lnTo>
                  <a:lnTo>
                    <a:pt x="32006" y="44080"/>
                  </a:lnTo>
                  <a:lnTo>
                    <a:pt x="31750" y="44080"/>
                  </a:lnTo>
                  <a:lnTo>
                    <a:pt x="31750" y="44080"/>
                  </a:lnTo>
                  <a:lnTo>
                    <a:pt x="31558" y="44080"/>
                  </a:lnTo>
                  <a:lnTo>
                    <a:pt x="31367" y="44144"/>
                  </a:lnTo>
                  <a:lnTo>
                    <a:pt x="31047" y="44335"/>
                  </a:lnTo>
                  <a:lnTo>
                    <a:pt x="30792" y="44655"/>
                  </a:lnTo>
                  <a:lnTo>
                    <a:pt x="30728" y="45038"/>
                  </a:lnTo>
                  <a:lnTo>
                    <a:pt x="20059" y="45038"/>
                  </a:lnTo>
                  <a:lnTo>
                    <a:pt x="20059" y="45038"/>
                  </a:lnTo>
                  <a:lnTo>
                    <a:pt x="20059" y="44846"/>
                  </a:lnTo>
                  <a:lnTo>
                    <a:pt x="19995" y="44655"/>
                  </a:lnTo>
                  <a:lnTo>
                    <a:pt x="19868" y="44463"/>
                  </a:lnTo>
                  <a:lnTo>
                    <a:pt x="19740" y="44271"/>
                  </a:lnTo>
                  <a:lnTo>
                    <a:pt x="19612" y="44144"/>
                  </a:lnTo>
                  <a:lnTo>
                    <a:pt x="19421" y="44080"/>
                  </a:lnTo>
                  <a:lnTo>
                    <a:pt x="19229" y="44016"/>
                  </a:lnTo>
                  <a:lnTo>
                    <a:pt x="18973" y="43952"/>
                  </a:lnTo>
                  <a:lnTo>
                    <a:pt x="18973" y="43952"/>
                  </a:lnTo>
                  <a:lnTo>
                    <a:pt x="18782" y="44016"/>
                  </a:lnTo>
                  <a:lnTo>
                    <a:pt x="18526" y="44080"/>
                  </a:lnTo>
                  <a:lnTo>
                    <a:pt x="12777" y="34114"/>
                  </a:lnTo>
                  <a:lnTo>
                    <a:pt x="12585" y="34178"/>
                  </a:lnTo>
                  <a:lnTo>
                    <a:pt x="18398" y="44144"/>
                  </a:lnTo>
                  <a:lnTo>
                    <a:pt x="18398" y="44144"/>
                  </a:lnTo>
                  <a:lnTo>
                    <a:pt x="18207" y="44335"/>
                  </a:lnTo>
                  <a:lnTo>
                    <a:pt x="18015" y="44527"/>
                  </a:lnTo>
                  <a:lnTo>
                    <a:pt x="17951" y="44782"/>
                  </a:lnTo>
                  <a:lnTo>
                    <a:pt x="17887" y="45038"/>
                  </a:lnTo>
                  <a:lnTo>
                    <a:pt x="17887" y="45038"/>
                  </a:lnTo>
                  <a:lnTo>
                    <a:pt x="17951" y="45357"/>
                  </a:lnTo>
                  <a:lnTo>
                    <a:pt x="18079" y="45613"/>
                  </a:lnTo>
                  <a:lnTo>
                    <a:pt x="18207" y="45805"/>
                  </a:lnTo>
                  <a:lnTo>
                    <a:pt x="18462" y="45996"/>
                  </a:lnTo>
                  <a:lnTo>
                    <a:pt x="13224" y="55004"/>
                  </a:lnTo>
                  <a:lnTo>
                    <a:pt x="13224" y="55004"/>
                  </a:lnTo>
                  <a:lnTo>
                    <a:pt x="12841" y="54940"/>
                  </a:lnTo>
                  <a:lnTo>
                    <a:pt x="12841" y="54940"/>
                  </a:lnTo>
                  <a:lnTo>
                    <a:pt x="12649" y="55004"/>
                  </a:lnTo>
                  <a:lnTo>
                    <a:pt x="12457" y="55068"/>
                  </a:lnTo>
                  <a:lnTo>
                    <a:pt x="12266" y="55132"/>
                  </a:lnTo>
                  <a:lnTo>
                    <a:pt x="12074" y="55259"/>
                  </a:lnTo>
                  <a:lnTo>
                    <a:pt x="11946" y="55451"/>
                  </a:lnTo>
                  <a:lnTo>
                    <a:pt x="11882" y="55643"/>
                  </a:lnTo>
                  <a:lnTo>
                    <a:pt x="11818" y="55834"/>
                  </a:lnTo>
                  <a:lnTo>
                    <a:pt x="11755" y="56026"/>
                  </a:lnTo>
                  <a:lnTo>
                    <a:pt x="11755" y="56090"/>
                  </a:lnTo>
                  <a:lnTo>
                    <a:pt x="0" y="56090"/>
                  </a:lnTo>
                  <a:lnTo>
                    <a:pt x="0" y="56281"/>
                  </a:lnTo>
                  <a:lnTo>
                    <a:pt x="11818" y="56281"/>
                  </a:lnTo>
                  <a:lnTo>
                    <a:pt x="11818" y="56281"/>
                  </a:lnTo>
                  <a:lnTo>
                    <a:pt x="11946" y="56601"/>
                  </a:lnTo>
                  <a:lnTo>
                    <a:pt x="12138" y="56856"/>
                  </a:lnTo>
                  <a:lnTo>
                    <a:pt x="12457" y="57048"/>
                  </a:lnTo>
                  <a:lnTo>
                    <a:pt x="12841" y="57112"/>
                  </a:lnTo>
                  <a:lnTo>
                    <a:pt x="12841" y="57112"/>
                  </a:lnTo>
                  <a:lnTo>
                    <a:pt x="13096" y="57112"/>
                  </a:lnTo>
                  <a:lnTo>
                    <a:pt x="18462" y="66311"/>
                  </a:lnTo>
                  <a:lnTo>
                    <a:pt x="18462" y="66311"/>
                  </a:lnTo>
                  <a:lnTo>
                    <a:pt x="18271" y="66503"/>
                  </a:lnTo>
                  <a:lnTo>
                    <a:pt x="18143" y="66694"/>
                  </a:lnTo>
                  <a:lnTo>
                    <a:pt x="18015" y="66950"/>
                  </a:lnTo>
                  <a:lnTo>
                    <a:pt x="18015" y="67205"/>
                  </a:lnTo>
                  <a:lnTo>
                    <a:pt x="18015" y="67205"/>
                  </a:lnTo>
                  <a:lnTo>
                    <a:pt x="18015" y="67397"/>
                  </a:lnTo>
                  <a:lnTo>
                    <a:pt x="18079" y="67589"/>
                  </a:lnTo>
                  <a:lnTo>
                    <a:pt x="18207" y="67780"/>
                  </a:lnTo>
                  <a:lnTo>
                    <a:pt x="18335" y="67972"/>
                  </a:lnTo>
                  <a:lnTo>
                    <a:pt x="18462" y="68100"/>
                  </a:lnTo>
                  <a:lnTo>
                    <a:pt x="18654" y="68164"/>
                  </a:lnTo>
                  <a:lnTo>
                    <a:pt x="18846" y="68228"/>
                  </a:lnTo>
                  <a:lnTo>
                    <a:pt x="19101" y="68291"/>
                  </a:lnTo>
                  <a:lnTo>
                    <a:pt x="19101" y="68291"/>
                  </a:lnTo>
                  <a:lnTo>
                    <a:pt x="19293" y="68228"/>
                  </a:lnTo>
                  <a:lnTo>
                    <a:pt x="19484" y="68228"/>
                  </a:lnTo>
                  <a:lnTo>
                    <a:pt x="19804" y="67972"/>
                  </a:lnTo>
                  <a:lnTo>
                    <a:pt x="20059" y="67653"/>
                  </a:lnTo>
                  <a:lnTo>
                    <a:pt x="20187" y="67269"/>
                  </a:lnTo>
                  <a:lnTo>
                    <a:pt x="30728" y="67269"/>
                  </a:lnTo>
                  <a:lnTo>
                    <a:pt x="30728" y="67269"/>
                  </a:lnTo>
                  <a:lnTo>
                    <a:pt x="30792" y="67653"/>
                  </a:lnTo>
                  <a:lnTo>
                    <a:pt x="31047" y="67972"/>
                  </a:lnTo>
                  <a:lnTo>
                    <a:pt x="31367" y="68228"/>
                  </a:lnTo>
                  <a:lnTo>
                    <a:pt x="31558" y="68228"/>
                  </a:lnTo>
                  <a:lnTo>
                    <a:pt x="31750" y="68291"/>
                  </a:lnTo>
                  <a:lnTo>
                    <a:pt x="31750" y="68291"/>
                  </a:lnTo>
                  <a:lnTo>
                    <a:pt x="32006" y="68228"/>
                  </a:lnTo>
                  <a:lnTo>
                    <a:pt x="32197" y="68164"/>
                  </a:lnTo>
                  <a:lnTo>
                    <a:pt x="37499" y="77363"/>
                  </a:lnTo>
                  <a:lnTo>
                    <a:pt x="37499" y="77363"/>
                  </a:lnTo>
                  <a:lnTo>
                    <a:pt x="37372" y="77491"/>
                  </a:lnTo>
                  <a:lnTo>
                    <a:pt x="37244" y="77746"/>
                  </a:lnTo>
                  <a:lnTo>
                    <a:pt x="37116" y="77938"/>
                  </a:lnTo>
                  <a:lnTo>
                    <a:pt x="37116" y="78193"/>
                  </a:lnTo>
                  <a:lnTo>
                    <a:pt x="37116" y="78193"/>
                  </a:lnTo>
                  <a:lnTo>
                    <a:pt x="37116" y="78449"/>
                  </a:lnTo>
                  <a:lnTo>
                    <a:pt x="37244" y="78704"/>
                  </a:lnTo>
                  <a:lnTo>
                    <a:pt x="37372" y="78896"/>
                  </a:lnTo>
                  <a:lnTo>
                    <a:pt x="37499" y="79088"/>
                  </a:lnTo>
                  <a:lnTo>
                    <a:pt x="35072" y="83240"/>
                  </a:lnTo>
                  <a:lnTo>
                    <a:pt x="31750" y="89117"/>
                  </a:lnTo>
                  <a:lnTo>
                    <a:pt x="19037" y="89117"/>
                  </a:lnTo>
                  <a:lnTo>
                    <a:pt x="19037" y="89309"/>
                  </a:lnTo>
                  <a:lnTo>
                    <a:pt x="31750" y="89309"/>
                  </a:lnTo>
                  <a:lnTo>
                    <a:pt x="37436" y="99211"/>
                  </a:lnTo>
                  <a:lnTo>
                    <a:pt x="37436" y="99211"/>
                  </a:lnTo>
                  <a:lnTo>
                    <a:pt x="37308" y="99339"/>
                  </a:lnTo>
                  <a:lnTo>
                    <a:pt x="37180" y="99530"/>
                  </a:lnTo>
                  <a:lnTo>
                    <a:pt x="37116" y="99722"/>
                  </a:lnTo>
                  <a:lnTo>
                    <a:pt x="37116" y="99977"/>
                  </a:lnTo>
                  <a:lnTo>
                    <a:pt x="37116" y="99977"/>
                  </a:lnTo>
                  <a:lnTo>
                    <a:pt x="37116" y="100169"/>
                  </a:lnTo>
                  <a:lnTo>
                    <a:pt x="37180" y="100361"/>
                  </a:lnTo>
                  <a:lnTo>
                    <a:pt x="37308" y="100552"/>
                  </a:lnTo>
                  <a:lnTo>
                    <a:pt x="37436" y="100744"/>
                  </a:lnTo>
                  <a:lnTo>
                    <a:pt x="37563" y="100872"/>
                  </a:lnTo>
                  <a:lnTo>
                    <a:pt x="37755" y="100936"/>
                  </a:lnTo>
                  <a:lnTo>
                    <a:pt x="37947" y="100999"/>
                  </a:lnTo>
                  <a:lnTo>
                    <a:pt x="38202" y="101063"/>
                  </a:lnTo>
                  <a:lnTo>
                    <a:pt x="38202" y="101063"/>
                  </a:lnTo>
                  <a:lnTo>
                    <a:pt x="38394" y="100999"/>
                  </a:lnTo>
                  <a:lnTo>
                    <a:pt x="38586" y="100936"/>
                  </a:lnTo>
                  <a:lnTo>
                    <a:pt x="38777" y="100872"/>
                  </a:lnTo>
                  <a:lnTo>
                    <a:pt x="38969" y="100744"/>
                  </a:lnTo>
                  <a:lnTo>
                    <a:pt x="39097" y="100552"/>
                  </a:lnTo>
                  <a:lnTo>
                    <a:pt x="39160" y="100361"/>
                  </a:lnTo>
                  <a:lnTo>
                    <a:pt x="39224" y="100169"/>
                  </a:lnTo>
                  <a:lnTo>
                    <a:pt x="39288" y="99977"/>
                  </a:lnTo>
                  <a:lnTo>
                    <a:pt x="39288" y="99977"/>
                  </a:lnTo>
                  <a:lnTo>
                    <a:pt x="39224" y="99722"/>
                  </a:lnTo>
                  <a:lnTo>
                    <a:pt x="39160" y="99530"/>
                  </a:lnTo>
                  <a:lnTo>
                    <a:pt x="39097" y="99339"/>
                  </a:lnTo>
                  <a:lnTo>
                    <a:pt x="38969" y="99211"/>
                  </a:lnTo>
                  <a:lnTo>
                    <a:pt x="38777" y="99083"/>
                  </a:lnTo>
                  <a:lnTo>
                    <a:pt x="38586" y="98955"/>
                  </a:lnTo>
                  <a:lnTo>
                    <a:pt x="38394" y="98891"/>
                  </a:lnTo>
                  <a:lnTo>
                    <a:pt x="38202" y="98891"/>
                  </a:lnTo>
                  <a:lnTo>
                    <a:pt x="38202" y="98891"/>
                  </a:lnTo>
                  <a:lnTo>
                    <a:pt x="37883" y="98955"/>
                  </a:lnTo>
                  <a:lnTo>
                    <a:pt x="37563" y="99083"/>
                  </a:lnTo>
                  <a:lnTo>
                    <a:pt x="31878" y="89181"/>
                  </a:lnTo>
                  <a:lnTo>
                    <a:pt x="34689" y="84326"/>
                  </a:lnTo>
                  <a:lnTo>
                    <a:pt x="37691" y="79151"/>
                  </a:lnTo>
                  <a:lnTo>
                    <a:pt x="37691" y="79151"/>
                  </a:lnTo>
                  <a:lnTo>
                    <a:pt x="37947" y="79279"/>
                  </a:lnTo>
                  <a:lnTo>
                    <a:pt x="38202" y="79279"/>
                  </a:lnTo>
                  <a:lnTo>
                    <a:pt x="38202" y="79279"/>
                  </a:lnTo>
                  <a:lnTo>
                    <a:pt x="38394" y="79279"/>
                  </a:lnTo>
                  <a:lnTo>
                    <a:pt x="38586" y="79215"/>
                  </a:lnTo>
                  <a:lnTo>
                    <a:pt x="38905" y="79024"/>
                  </a:lnTo>
                  <a:lnTo>
                    <a:pt x="39160" y="78704"/>
                  </a:lnTo>
                  <a:lnTo>
                    <a:pt x="39224" y="78321"/>
                  </a:lnTo>
                  <a:lnTo>
                    <a:pt x="49765" y="78321"/>
                  </a:lnTo>
                  <a:lnTo>
                    <a:pt x="49765" y="78321"/>
                  </a:lnTo>
                  <a:lnTo>
                    <a:pt x="49893" y="78704"/>
                  </a:lnTo>
                  <a:lnTo>
                    <a:pt x="50148" y="79024"/>
                  </a:lnTo>
                  <a:lnTo>
                    <a:pt x="50468" y="79215"/>
                  </a:lnTo>
                  <a:lnTo>
                    <a:pt x="50659" y="79279"/>
                  </a:lnTo>
                  <a:lnTo>
                    <a:pt x="50851" y="79279"/>
                  </a:lnTo>
                  <a:lnTo>
                    <a:pt x="50851" y="79279"/>
                  </a:lnTo>
                  <a:lnTo>
                    <a:pt x="51107" y="79279"/>
                  </a:lnTo>
                  <a:lnTo>
                    <a:pt x="51298" y="79151"/>
                  </a:lnTo>
                  <a:lnTo>
                    <a:pt x="56601" y="88415"/>
                  </a:lnTo>
                  <a:lnTo>
                    <a:pt x="56601" y="88415"/>
                  </a:lnTo>
                  <a:lnTo>
                    <a:pt x="56473" y="88542"/>
                  </a:lnTo>
                  <a:lnTo>
                    <a:pt x="56345" y="88734"/>
                  </a:lnTo>
                  <a:lnTo>
                    <a:pt x="56217" y="88989"/>
                  </a:lnTo>
                  <a:lnTo>
                    <a:pt x="56217" y="89245"/>
                  </a:lnTo>
                  <a:lnTo>
                    <a:pt x="56217" y="89245"/>
                  </a:lnTo>
                  <a:lnTo>
                    <a:pt x="56217" y="89437"/>
                  </a:lnTo>
                  <a:lnTo>
                    <a:pt x="56281" y="89692"/>
                  </a:lnTo>
                  <a:lnTo>
                    <a:pt x="56409" y="89820"/>
                  </a:lnTo>
                  <a:lnTo>
                    <a:pt x="56537" y="90012"/>
                  </a:lnTo>
                  <a:lnTo>
                    <a:pt x="56664" y="90139"/>
                  </a:lnTo>
                  <a:lnTo>
                    <a:pt x="56856" y="90267"/>
                  </a:lnTo>
                  <a:lnTo>
                    <a:pt x="57048" y="90331"/>
                  </a:lnTo>
                  <a:lnTo>
                    <a:pt x="57303" y="90331"/>
                  </a:lnTo>
                  <a:lnTo>
                    <a:pt x="57303" y="90331"/>
                  </a:lnTo>
                  <a:lnTo>
                    <a:pt x="57495" y="90331"/>
                  </a:lnTo>
                  <a:lnTo>
                    <a:pt x="57687" y="90267"/>
                  </a:lnTo>
                  <a:lnTo>
                    <a:pt x="57878" y="90139"/>
                  </a:lnTo>
                  <a:lnTo>
                    <a:pt x="58070" y="90012"/>
                  </a:lnTo>
                  <a:lnTo>
                    <a:pt x="58198" y="89820"/>
                  </a:lnTo>
                  <a:lnTo>
                    <a:pt x="58262" y="89692"/>
                  </a:lnTo>
                  <a:lnTo>
                    <a:pt x="58325" y="89437"/>
                  </a:lnTo>
                  <a:lnTo>
                    <a:pt x="58389" y="89245"/>
                  </a:lnTo>
                  <a:lnTo>
                    <a:pt x="58389" y="89245"/>
                  </a:lnTo>
                  <a:lnTo>
                    <a:pt x="58325" y="89053"/>
                  </a:lnTo>
                  <a:lnTo>
                    <a:pt x="58262" y="88798"/>
                  </a:lnTo>
                  <a:lnTo>
                    <a:pt x="58198" y="88670"/>
                  </a:lnTo>
                  <a:lnTo>
                    <a:pt x="58070" y="88478"/>
                  </a:lnTo>
                  <a:lnTo>
                    <a:pt x="57878" y="88351"/>
                  </a:lnTo>
                  <a:lnTo>
                    <a:pt x="57687" y="88223"/>
                  </a:lnTo>
                  <a:lnTo>
                    <a:pt x="57495" y="88159"/>
                  </a:lnTo>
                  <a:lnTo>
                    <a:pt x="57303" y="88159"/>
                  </a:lnTo>
                  <a:lnTo>
                    <a:pt x="57303" y="88159"/>
                  </a:lnTo>
                  <a:lnTo>
                    <a:pt x="57048" y="88223"/>
                  </a:lnTo>
                  <a:lnTo>
                    <a:pt x="56792" y="88287"/>
                  </a:lnTo>
                  <a:lnTo>
                    <a:pt x="51490" y="79088"/>
                  </a:lnTo>
                  <a:lnTo>
                    <a:pt x="51490" y="79088"/>
                  </a:lnTo>
                  <a:lnTo>
                    <a:pt x="51682" y="78896"/>
                  </a:lnTo>
                  <a:lnTo>
                    <a:pt x="51809" y="78704"/>
                  </a:lnTo>
                  <a:lnTo>
                    <a:pt x="51873" y="78449"/>
                  </a:lnTo>
                  <a:lnTo>
                    <a:pt x="51937" y="78193"/>
                  </a:lnTo>
                  <a:lnTo>
                    <a:pt x="51937" y="78193"/>
                  </a:lnTo>
                  <a:lnTo>
                    <a:pt x="51873" y="77938"/>
                  </a:lnTo>
                  <a:lnTo>
                    <a:pt x="51809" y="77682"/>
                  </a:lnTo>
                  <a:lnTo>
                    <a:pt x="51682" y="77491"/>
                  </a:lnTo>
                  <a:lnTo>
                    <a:pt x="51490" y="77299"/>
                  </a:lnTo>
                  <a:lnTo>
                    <a:pt x="56728" y="68228"/>
                  </a:lnTo>
                  <a:lnTo>
                    <a:pt x="56728" y="68228"/>
                  </a:lnTo>
                  <a:lnTo>
                    <a:pt x="56984" y="68355"/>
                  </a:lnTo>
                  <a:lnTo>
                    <a:pt x="57303" y="68419"/>
                  </a:lnTo>
                  <a:lnTo>
                    <a:pt x="57303" y="68419"/>
                  </a:lnTo>
                  <a:lnTo>
                    <a:pt x="57495" y="68355"/>
                  </a:lnTo>
                  <a:lnTo>
                    <a:pt x="57687" y="68291"/>
                  </a:lnTo>
                  <a:lnTo>
                    <a:pt x="57878" y="68228"/>
                  </a:lnTo>
                  <a:lnTo>
                    <a:pt x="58070" y="68100"/>
                  </a:lnTo>
                  <a:lnTo>
                    <a:pt x="58198" y="67908"/>
                  </a:lnTo>
                  <a:lnTo>
                    <a:pt x="58262" y="67716"/>
                  </a:lnTo>
                  <a:lnTo>
                    <a:pt x="58325" y="67525"/>
                  </a:lnTo>
                  <a:lnTo>
                    <a:pt x="58389" y="67333"/>
                  </a:lnTo>
                  <a:lnTo>
                    <a:pt x="58389" y="67269"/>
                  </a:lnTo>
                  <a:lnTo>
                    <a:pt x="68802" y="67269"/>
                  </a:lnTo>
                  <a:lnTo>
                    <a:pt x="68802" y="67333"/>
                  </a:lnTo>
                  <a:lnTo>
                    <a:pt x="68802" y="67333"/>
                  </a:lnTo>
                  <a:lnTo>
                    <a:pt x="68802" y="67525"/>
                  </a:lnTo>
                  <a:lnTo>
                    <a:pt x="68866" y="67716"/>
                  </a:lnTo>
                  <a:lnTo>
                    <a:pt x="68994" y="67908"/>
                  </a:lnTo>
                  <a:lnTo>
                    <a:pt x="69122" y="68100"/>
                  </a:lnTo>
                  <a:lnTo>
                    <a:pt x="69313" y="68228"/>
                  </a:lnTo>
                  <a:lnTo>
                    <a:pt x="69441" y="68291"/>
                  </a:lnTo>
                  <a:lnTo>
                    <a:pt x="69697" y="68355"/>
                  </a:lnTo>
                  <a:lnTo>
                    <a:pt x="69888" y="68419"/>
                  </a:lnTo>
                  <a:lnTo>
                    <a:pt x="69888" y="68419"/>
                  </a:lnTo>
                  <a:lnTo>
                    <a:pt x="70208" y="68355"/>
                  </a:lnTo>
                  <a:lnTo>
                    <a:pt x="70463" y="68228"/>
                  </a:lnTo>
                  <a:lnTo>
                    <a:pt x="75638" y="77235"/>
                  </a:lnTo>
                  <a:lnTo>
                    <a:pt x="75638" y="77235"/>
                  </a:lnTo>
                  <a:lnTo>
                    <a:pt x="75318" y="77363"/>
                  </a:lnTo>
                  <a:lnTo>
                    <a:pt x="75127" y="77618"/>
                  </a:lnTo>
                  <a:lnTo>
                    <a:pt x="74999" y="77874"/>
                  </a:lnTo>
                  <a:lnTo>
                    <a:pt x="74935" y="78193"/>
                  </a:lnTo>
                  <a:lnTo>
                    <a:pt x="74935" y="78193"/>
                  </a:lnTo>
                  <a:lnTo>
                    <a:pt x="74999" y="78513"/>
                  </a:lnTo>
                  <a:lnTo>
                    <a:pt x="75127" y="78832"/>
                  </a:lnTo>
                  <a:lnTo>
                    <a:pt x="75318" y="79024"/>
                  </a:lnTo>
                  <a:lnTo>
                    <a:pt x="75574" y="79215"/>
                  </a:lnTo>
                  <a:lnTo>
                    <a:pt x="70399" y="88223"/>
                  </a:lnTo>
                  <a:lnTo>
                    <a:pt x="70399" y="88223"/>
                  </a:lnTo>
                  <a:lnTo>
                    <a:pt x="70144" y="88159"/>
                  </a:lnTo>
                  <a:lnTo>
                    <a:pt x="70144" y="88159"/>
                  </a:lnTo>
                  <a:lnTo>
                    <a:pt x="69888" y="88159"/>
                  </a:lnTo>
                  <a:lnTo>
                    <a:pt x="69697" y="88223"/>
                  </a:lnTo>
                  <a:lnTo>
                    <a:pt x="69505" y="88351"/>
                  </a:lnTo>
                  <a:lnTo>
                    <a:pt x="69377" y="88478"/>
                  </a:lnTo>
                  <a:lnTo>
                    <a:pt x="69186" y="88670"/>
                  </a:lnTo>
                  <a:lnTo>
                    <a:pt x="69122" y="88798"/>
                  </a:lnTo>
                  <a:lnTo>
                    <a:pt x="69058" y="89053"/>
                  </a:lnTo>
                  <a:lnTo>
                    <a:pt x="69058" y="89245"/>
                  </a:lnTo>
                  <a:lnTo>
                    <a:pt x="69058" y="89245"/>
                  </a:lnTo>
                  <a:lnTo>
                    <a:pt x="69058" y="89437"/>
                  </a:lnTo>
                  <a:lnTo>
                    <a:pt x="69122" y="89692"/>
                  </a:lnTo>
                  <a:lnTo>
                    <a:pt x="69186" y="89820"/>
                  </a:lnTo>
                  <a:lnTo>
                    <a:pt x="69377" y="90012"/>
                  </a:lnTo>
                  <a:lnTo>
                    <a:pt x="69505" y="90139"/>
                  </a:lnTo>
                  <a:lnTo>
                    <a:pt x="69697" y="90267"/>
                  </a:lnTo>
                  <a:lnTo>
                    <a:pt x="69888" y="90331"/>
                  </a:lnTo>
                  <a:lnTo>
                    <a:pt x="70144" y="90331"/>
                  </a:lnTo>
                  <a:lnTo>
                    <a:pt x="70144" y="90331"/>
                  </a:lnTo>
                  <a:lnTo>
                    <a:pt x="70336" y="90331"/>
                  </a:lnTo>
                  <a:lnTo>
                    <a:pt x="70527" y="90267"/>
                  </a:lnTo>
                  <a:lnTo>
                    <a:pt x="70719" y="90139"/>
                  </a:lnTo>
                  <a:lnTo>
                    <a:pt x="70847" y="90012"/>
                  </a:lnTo>
                  <a:lnTo>
                    <a:pt x="71038" y="89820"/>
                  </a:lnTo>
                  <a:lnTo>
                    <a:pt x="71102" y="89692"/>
                  </a:lnTo>
                  <a:lnTo>
                    <a:pt x="71166" y="89437"/>
                  </a:lnTo>
                  <a:lnTo>
                    <a:pt x="71166" y="89245"/>
                  </a:lnTo>
                  <a:lnTo>
                    <a:pt x="71166" y="89245"/>
                  </a:lnTo>
                  <a:lnTo>
                    <a:pt x="71166" y="88926"/>
                  </a:lnTo>
                  <a:lnTo>
                    <a:pt x="71038" y="88670"/>
                  </a:lnTo>
                  <a:lnTo>
                    <a:pt x="70847" y="88415"/>
                  </a:lnTo>
                  <a:lnTo>
                    <a:pt x="70591" y="88287"/>
                  </a:lnTo>
                  <a:lnTo>
                    <a:pt x="75766" y="79279"/>
                  </a:lnTo>
                  <a:lnTo>
                    <a:pt x="75766" y="79279"/>
                  </a:lnTo>
                  <a:lnTo>
                    <a:pt x="76021" y="79279"/>
                  </a:lnTo>
                  <a:lnTo>
                    <a:pt x="76021" y="79279"/>
                  </a:lnTo>
                  <a:lnTo>
                    <a:pt x="76277" y="79279"/>
                  </a:lnTo>
                  <a:lnTo>
                    <a:pt x="76468" y="79215"/>
                  </a:lnTo>
                  <a:lnTo>
                    <a:pt x="76660" y="79088"/>
                  </a:lnTo>
                  <a:lnTo>
                    <a:pt x="76788" y="78960"/>
                  </a:lnTo>
                  <a:lnTo>
                    <a:pt x="76915" y="78832"/>
                  </a:lnTo>
                  <a:lnTo>
                    <a:pt x="77043" y="78640"/>
                  </a:lnTo>
                  <a:lnTo>
                    <a:pt x="77107" y="78449"/>
                  </a:lnTo>
                  <a:lnTo>
                    <a:pt x="77107" y="78193"/>
                  </a:lnTo>
                  <a:lnTo>
                    <a:pt x="77107" y="78193"/>
                  </a:lnTo>
                  <a:lnTo>
                    <a:pt x="77107" y="78002"/>
                  </a:lnTo>
                  <a:lnTo>
                    <a:pt x="77043" y="77810"/>
                  </a:lnTo>
                  <a:lnTo>
                    <a:pt x="76915" y="77618"/>
                  </a:lnTo>
                  <a:lnTo>
                    <a:pt x="76788" y="77427"/>
                  </a:lnTo>
                  <a:lnTo>
                    <a:pt x="76660" y="77299"/>
                  </a:lnTo>
                  <a:lnTo>
                    <a:pt x="76468" y="77235"/>
                  </a:lnTo>
                  <a:lnTo>
                    <a:pt x="76277" y="77171"/>
                  </a:lnTo>
                  <a:lnTo>
                    <a:pt x="76021" y="77107"/>
                  </a:lnTo>
                  <a:lnTo>
                    <a:pt x="76021" y="77107"/>
                  </a:lnTo>
                  <a:lnTo>
                    <a:pt x="75829" y="77171"/>
                  </a:lnTo>
                  <a:lnTo>
                    <a:pt x="70591" y="68164"/>
                  </a:lnTo>
                  <a:lnTo>
                    <a:pt x="70591" y="68164"/>
                  </a:lnTo>
                  <a:lnTo>
                    <a:pt x="70783" y="67972"/>
                  </a:lnTo>
                  <a:lnTo>
                    <a:pt x="70847" y="67780"/>
                  </a:lnTo>
                  <a:lnTo>
                    <a:pt x="70974" y="67589"/>
                  </a:lnTo>
                  <a:lnTo>
                    <a:pt x="70974" y="67333"/>
                  </a:lnTo>
                  <a:lnTo>
                    <a:pt x="70974" y="67333"/>
                  </a:lnTo>
                  <a:lnTo>
                    <a:pt x="70910" y="67078"/>
                  </a:lnTo>
                  <a:lnTo>
                    <a:pt x="70847" y="66822"/>
                  </a:lnTo>
                  <a:lnTo>
                    <a:pt x="70719" y="66567"/>
                  </a:lnTo>
                  <a:lnTo>
                    <a:pt x="70463" y="66439"/>
                  </a:lnTo>
                  <a:lnTo>
                    <a:pt x="75829" y="57176"/>
                  </a:lnTo>
                  <a:lnTo>
                    <a:pt x="75829" y="57176"/>
                  </a:lnTo>
                  <a:lnTo>
                    <a:pt x="76085" y="57240"/>
                  </a:lnTo>
                  <a:lnTo>
                    <a:pt x="76277" y="57240"/>
                  </a:lnTo>
                  <a:lnTo>
                    <a:pt x="76277" y="57240"/>
                  </a:lnTo>
                  <a:lnTo>
                    <a:pt x="76468" y="57240"/>
                  </a:lnTo>
                  <a:lnTo>
                    <a:pt x="76660" y="57176"/>
                  </a:lnTo>
                  <a:lnTo>
                    <a:pt x="77043" y="56984"/>
                  </a:lnTo>
                  <a:lnTo>
                    <a:pt x="77235" y="56665"/>
                  </a:lnTo>
                  <a:lnTo>
                    <a:pt x="77363" y="56281"/>
                  </a:lnTo>
                  <a:lnTo>
                    <a:pt x="87967" y="56281"/>
                  </a:lnTo>
                  <a:lnTo>
                    <a:pt x="87967" y="56281"/>
                  </a:lnTo>
                  <a:lnTo>
                    <a:pt x="88031" y="56665"/>
                  </a:lnTo>
                  <a:lnTo>
                    <a:pt x="88287" y="56984"/>
                  </a:lnTo>
                  <a:lnTo>
                    <a:pt x="88606" y="57176"/>
                  </a:lnTo>
                  <a:lnTo>
                    <a:pt x="88798" y="57240"/>
                  </a:lnTo>
                  <a:lnTo>
                    <a:pt x="88989" y="57240"/>
                  </a:lnTo>
                  <a:lnTo>
                    <a:pt x="88989" y="57240"/>
                  </a:lnTo>
                  <a:lnTo>
                    <a:pt x="89245" y="57240"/>
                  </a:lnTo>
                  <a:lnTo>
                    <a:pt x="89437" y="57176"/>
                  </a:lnTo>
                  <a:lnTo>
                    <a:pt x="89628" y="57048"/>
                  </a:lnTo>
                  <a:lnTo>
                    <a:pt x="89756" y="56920"/>
                  </a:lnTo>
                  <a:lnTo>
                    <a:pt x="89884" y="56792"/>
                  </a:lnTo>
                  <a:lnTo>
                    <a:pt x="90012" y="56601"/>
                  </a:lnTo>
                  <a:lnTo>
                    <a:pt x="90075" y="56409"/>
                  </a:lnTo>
                  <a:lnTo>
                    <a:pt x="90075" y="56154"/>
                  </a:lnTo>
                  <a:lnTo>
                    <a:pt x="90075" y="56154"/>
                  </a:lnTo>
                  <a:lnTo>
                    <a:pt x="90075" y="55898"/>
                  </a:lnTo>
                  <a:lnTo>
                    <a:pt x="89948" y="55643"/>
                  </a:lnTo>
                  <a:lnTo>
                    <a:pt x="89820" y="55451"/>
                  </a:lnTo>
                  <a:lnTo>
                    <a:pt x="89628" y="55323"/>
                  </a:lnTo>
                  <a:lnTo>
                    <a:pt x="94931" y="46060"/>
                  </a:lnTo>
                  <a:lnTo>
                    <a:pt x="94931" y="46060"/>
                  </a:lnTo>
                  <a:lnTo>
                    <a:pt x="95250" y="46188"/>
                  </a:lnTo>
                  <a:lnTo>
                    <a:pt x="95569" y="46252"/>
                  </a:lnTo>
                  <a:lnTo>
                    <a:pt x="95569" y="46252"/>
                  </a:lnTo>
                  <a:lnTo>
                    <a:pt x="95761" y="46252"/>
                  </a:lnTo>
                  <a:lnTo>
                    <a:pt x="95953" y="46188"/>
                  </a:lnTo>
                  <a:lnTo>
                    <a:pt x="96272" y="45932"/>
                  </a:lnTo>
                  <a:lnTo>
                    <a:pt x="96528" y="45677"/>
                  </a:lnTo>
                  <a:lnTo>
                    <a:pt x="96592" y="45230"/>
                  </a:lnTo>
                  <a:lnTo>
                    <a:pt x="106941" y="45230"/>
                  </a:lnTo>
                  <a:lnTo>
                    <a:pt x="106941" y="45230"/>
                  </a:lnTo>
                  <a:lnTo>
                    <a:pt x="107068" y="45677"/>
                  </a:lnTo>
                  <a:lnTo>
                    <a:pt x="107260" y="45932"/>
                  </a:lnTo>
                  <a:lnTo>
                    <a:pt x="107579" y="46188"/>
                  </a:lnTo>
                  <a:lnTo>
                    <a:pt x="107771" y="46252"/>
                  </a:lnTo>
                  <a:lnTo>
                    <a:pt x="108027" y="46252"/>
                  </a:lnTo>
                  <a:lnTo>
                    <a:pt x="108027" y="46252"/>
                  </a:lnTo>
                  <a:lnTo>
                    <a:pt x="108218" y="46252"/>
                  </a:lnTo>
                  <a:lnTo>
                    <a:pt x="108410" y="46188"/>
                  </a:lnTo>
                  <a:lnTo>
                    <a:pt x="108602" y="46060"/>
                  </a:lnTo>
                  <a:lnTo>
                    <a:pt x="108793" y="45932"/>
                  </a:lnTo>
                  <a:lnTo>
                    <a:pt x="108921" y="45741"/>
                  </a:lnTo>
                  <a:lnTo>
                    <a:pt x="108985" y="45613"/>
                  </a:lnTo>
                  <a:lnTo>
                    <a:pt x="109049" y="45357"/>
                  </a:lnTo>
                  <a:lnTo>
                    <a:pt x="109113" y="45166"/>
                  </a:lnTo>
                  <a:lnTo>
                    <a:pt x="109113" y="45166"/>
                  </a:lnTo>
                  <a:lnTo>
                    <a:pt x="109049" y="44974"/>
                  </a:lnTo>
                  <a:lnTo>
                    <a:pt x="108985" y="44719"/>
                  </a:lnTo>
                  <a:lnTo>
                    <a:pt x="108921" y="44527"/>
                  </a:lnTo>
                  <a:lnTo>
                    <a:pt x="108793" y="44399"/>
                  </a:lnTo>
                  <a:lnTo>
                    <a:pt x="108602" y="44271"/>
                  </a:lnTo>
                  <a:lnTo>
                    <a:pt x="108410" y="44144"/>
                  </a:lnTo>
                  <a:lnTo>
                    <a:pt x="108218" y="44080"/>
                  </a:lnTo>
                  <a:lnTo>
                    <a:pt x="108027" y="44080"/>
                  </a:lnTo>
                  <a:lnTo>
                    <a:pt x="108027" y="44080"/>
                  </a:lnTo>
                  <a:lnTo>
                    <a:pt x="107771" y="44080"/>
                  </a:lnTo>
                  <a:lnTo>
                    <a:pt x="107579" y="44144"/>
                  </a:lnTo>
                  <a:lnTo>
                    <a:pt x="107260" y="44335"/>
                  </a:lnTo>
                  <a:lnTo>
                    <a:pt x="107068" y="44655"/>
                  </a:lnTo>
                  <a:lnTo>
                    <a:pt x="106941" y="45038"/>
                  </a:lnTo>
                  <a:lnTo>
                    <a:pt x="96592" y="45038"/>
                  </a:lnTo>
                  <a:lnTo>
                    <a:pt x="96592" y="45038"/>
                  </a:lnTo>
                  <a:lnTo>
                    <a:pt x="96528" y="44655"/>
                  </a:lnTo>
                  <a:lnTo>
                    <a:pt x="96272" y="44335"/>
                  </a:lnTo>
                  <a:lnTo>
                    <a:pt x="95953" y="44144"/>
                  </a:lnTo>
                  <a:lnTo>
                    <a:pt x="95761" y="44080"/>
                  </a:lnTo>
                  <a:lnTo>
                    <a:pt x="95569" y="44080"/>
                  </a:lnTo>
                  <a:lnTo>
                    <a:pt x="95569" y="44080"/>
                  </a:lnTo>
                  <a:lnTo>
                    <a:pt x="95250" y="44144"/>
                  </a:lnTo>
                  <a:lnTo>
                    <a:pt x="94931" y="44271"/>
                  </a:lnTo>
                  <a:lnTo>
                    <a:pt x="89628" y="35008"/>
                  </a:lnTo>
                  <a:lnTo>
                    <a:pt x="89628" y="35008"/>
                  </a:lnTo>
                  <a:lnTo>
                    <a:pt x="89820" y="34881"/>
                  </a:lnTo>
                  <a:lnTo>
                    <a:pt x="89948" y="34625"/>
                  </a:lnTo>
                  <a:lnTo>
                    <a:pt x="90075" y="34433"/>
                  </a:lnTo>
                  <a:lnTo>
                    <a:pt x="90075" y="34178"/>
                  </a:lnTo>
                  <a:lnTo>
                    <a:pt x="90075" y="34178"/>
                  </a:lnTo>
                  <a:lnTo>
                    <a:pt x="90075" y="33858"/>
                  </a:lnTo>
                  <a:lnTo>
                    <a:pt x="89948" y="33667"/>
                  </a:lnTo>
                  <a:lnTo>
                    <a:pt x="89820" y="33411"/>
                  </a:lnTo>
                  <a:lnTo>
                    <a:pt x="89628" y="33284"/>
                  </a:lnTo>
                  <a:lnTo>
                    <a:pt x="90395" y="31942"/>
                  </a:lnTo>
                  <a:lnTo>
                    <a:pt x="94931" y="24021"/>
                  </a:lnTo>
                  <a:lnTo>
                    <a:pt x="94931" y="24021"/>
                  </a:lnTo>
                  <a:lnTo>
                    <a:pt x="95250" y="24148"/>
                  </a:lnTo>
                  <a:lnTo>
                    <a:pt x="95569" y="24212"/>
                  </a:lnTo>
                  <a:lnTo>
                    <a:pt x="95569" y="24212"/>
                  </a:lnTo>
                  <a:lnTo>
                    <a:pt x="95761" y="24212"/>
                  </a:lnTo>
                  <a:lnTo>
                    <a:pt x="95953" y="24148"/>
                  </a:lnTo>
                  <a:lnTo>
                    <a:pt x="96272" y="23957"/>
                  </a:lnTo>
                  <a:lnTo>
                    <a:pt x="96528" y="23637"/>
                  </a:lnTo>
                  <a:lnTo>
                    <a:pt x="96592" y="23254"/>
                  </a:lnTo>
                  <a:lnTo>
                    <a:pt x="108027" y="23254"/>
                  </a:lnTo>
                  <a:lnTo>
                    <a:pt x="113840" y="33284"/>
                  </a:lnTo>
                  <a:lnTo>
                    <a:pt x="113840" y="33284"/>
                  </a:lnTo>
                  <a:lnTo>
                    <a:pt x="113648" y="33411"/>
                  </a:lnTo>
                  <a:lnTo>
                    <a:pt x="113521" y="33667"/>
                  </a:lnTo>
                  <a:lnTo>
                    <a:pt x="113393" y="33858"/>
                  </a:lnTo>
                  <a:lnTo>
                    <a:pt x="113393" y="34178"/>
                  </a:lnTo>
                  <a:lnTo>
                    <a:pt x="113393" y="34178"/>
                  </a:lnTo>
                  <a:lnTo>
                    <a:pt x="113393" y="34370"/>
                  </a:lnTo>
                  <a:lnTo>
                    <a:pt x="113457" y="34561"/>
                  </a:lnTo>
                  <a:lnTo>
                    <a:pt x="113585" y="34753"/>
                  </a:lnTo>
                  <a:lnTo>
                    <a:pt x="113712" y="34881"/>
                  </a:lnTo>
                  <a:lnTo>
                    <a:pt x="113840" y="35072"/>
                  </a:lnTo>
                  <a:lnTo>
                    <a:pt x="114032" y="35136"/>
                  </a:lnTo>
                  <a:lnTo>
                    <a:pt x="114223" y="35200"/>
                  </a:lnTo>
                  <a:lnTo>
                    <a:pt x="114479" y="35200"/>
                  </a:lnTo>
                  <a:lnTo>
                    <a:pt x="114479" y="35200"/>
                  </a:lnTo>
                  <a:lnTo>
                    <a:pt x="114671" y="35200"/>
                  </a:lnTo>
                  <a:lnTo>
                    <a:pt x="114862" y="35136"/>
                  </a:lnTo>
                  <a:lnTo>
                    <a:pt x="115054" y="35072"/>
                  </a:lnTo>
                  <a:lnTo>
                    <a:pt x="115245" y="34881"/>
                  </a:lnTo>
                  <a:lnTo>
                    <a:pt x="115373" y="34753"/>
                  </a:lnTo>
                  <a:lnTo>
                    <a:pt x="115437" y="34561"/>
                  </a:lnTo>
                  <a:lnTo>
                    <a:pt x="115501" y="34370"/>
                  </a:lnTo>
                  <a:lnTo>
                    <a:pt x="115501" y="34178"/>
                  </a:lnTo>
                  <a:lnTo>
                    <a:pt x="115501" y="34178"/>
                  </a:lnTo>
                  <a:lnTo>
                    <a:pt x="115501" y="33922"/>
                  </a:lnTo>
                  <a:lnTo>
                    <a:pt x="115437" y="33731"/>
                  </a:lnTo>
                  <a:lnTo>
                    <a:pt x="115373" y="33539"/>
                  </a:lnTo>
                  <a:lnTo>
                    <a:pt x="115245" y="33411"/>
                  </a:lnTo>
                  <a:lnTo>
                    <a:pt x="115054" y="33220"/>
                  </a:lnTo>
                  <a:lnTo>
                    <a:pt x="114862" y="33156"/>
                  </a:lnTo>
                  <a:lnTo>
                    <a:pt x="114671" y="33092"/>
                  </a:lnTo>
                  <a:lnTo>
                    <a:pt x="114479" y="33092"/>
                  </a:lnTo>
                  <a:lnTo>
                    <a:pt x="114479" y="33092"/>
                  </a:lnTo>
                  <a:lnTo>
                    <a:pt x="114223" y="33092"/>
                  </a:lnTo>
                  <a:lnTo>
                    <a:pt x="113968" y="33156"/>
                  </a:lnTo>
                  <a:lnTo>
                    <a:pt x="108154" y="23062"/>
                  </a:lnTo>
                  <a:lnTo>
                    <a:pt x="108154" y="23062"/>
                  </a:lnTo>
                  <a:lnTo>
                    <a:pt x="96592" y="23062"/>
                  </a:lnTo>
                  <a:lnTo>
                    <a:pt x="96592" y="23062"/>
                  </a:lnTo>
                  <a:lnTo>
                    <a:pt x="96528" y="22679"/>
                  </a:lnTo>
                  <a:lnTo>
                    <a:pt x="96272" y="22360"/>
                  </a:lnTo>
                  <a:lnTo>
                    <a:pt x="95953" y="22104"/>
                  </a:lnTo>
                  <a:lnTo>
                    <a:pt x="95761" y="22040"/>
                  </a:lnTo>
                  <a:lnTo>
                    <a:pt x="95569" y="22040"/>
                  </a:lnTo>
                  <a:lnTo>
                    <a:pt x="95569" y="22040"/>
                  </a:lnTo>
                  <a:lnTo>
                    <a:pt x="95250" y="22104"/>
                  </a:lnTo>
                  <a:lnTo>
                    <a:pt x="94931" y="22232"/>
                  </a:lnTo>
                  <a:lnTo>
                    <a:pt x="89628" y="12969"/>
                  </a:lnTo>
                  <a:lnTo>
                    <a:pt x="89628" y="12969"/>
                  </a:lnTo>
                  <a:lnTo>
                    <a:pt x="89820" y="12841"/>
                  </a:lnTo>
                  <a:lnTo>
                    <a:pt x="89948" y="12649"/>
                  </a:lnTo>
                  <a:lnTo>
                    <a:pt x="90075" y="12394"/>
                  </a:lnTo>
                  <a:lnTo>
                    <a:pt x="90075" y="12138"/>
                  </a:lnTo>
                  <a:lnTo>
                    <a:pt x="90075" y="12138"/>
                  </a:lnTo>
                  <a:lnTo>
                    <a:pt x="90075" y="11883"/>
                  </a:lnTo>
                  <a:lnTo>
                    <a:pt x="90012" y="11691"/>
                  </a:lnTo>
                  <a:lnTo>
                    <a:pt x="89884" y="11499"/>
                  </a:lnTo>
                  <a:lnTo>
                    <a:pt x="89756" y="11372"/>
                  </a:lnTo>
                  <a:lnTo>
                    <a:pt x="89628" y="11244"/>
                  </a:lnTo>
                  <a:lnTo>
                    <a:pt x="89437" y="11116"/>
                  </a:lnTo>
                  <a:lnTo>
                    <a:pt x="89245" y="11052"/>
                  </a:lnTo>
                  <a:lnTo>
                    <a:pt x="88989" y="11052"/>
                  </a:lnTo>
                  <a:lnTo>
                    <a:pt x="88989" y="11052"/>
                  </a:lnTo>
                  <a:lnTo>
                    <a:pt x="88798" y="11052"/>
                  </a:lnTo>
                  <a:lnTo>
                    <a:pt x="88606" y="11116"/>
                  </a:lnTo>
                  <a:lnTo>
                    <a:pt x="88287" y="11308"/>
                  </a:lnTo>
                  <a:lnTo>
                    <a:pt x="88031" y="11627"/>
                  </a:lnTo>
                  <a:lnTo>
                    <a:pt x="87967" y="12011"/>
                  </a:lnTo>
                  <a:lnTo>
                    <a:pt x="77363" y="12011"/>
                  </a:lnTo>
                  <a:lnTo>
                    <a:pt x="77363" y="12011"/>
                  </a:lnTo>
                  <a:lnTo>
                    <a:pt x="77235" y="11627"/>
                  </a:lnTo>
                  <a:lnTo>
                    <a:pt x="77043" y="11308"/>
                  </a:lnTo>
                  <a:lnTo>
                    <a:pt x="76660" y="11116"/>
                  </a:lnTo>
                  <a:lnTo>
                    <a:pt x="76468" y="11052"/>
                  </a:lnTo>
                  <a:lnTo>
                    <a:pt x="76277" y="11052"/>
                  </a:lnTo>
                  <a:lnTo>
                    <a:pt x="76277" y="11052"/>
                  </a:lnTo>
                  <a:lnTo>
                    <a:pt x="76085" y="11052"/>
                  </a:lnTo>
                  <a:lnTo>
                    <a:pt x="75829" y="11116"/>
                  </a:lnTo>
                  <a:lnTo>
                    <a:pt x="70527" y="1981"/>
                  </a:lnTo>
                  <a:lnTo>
                    <a:pt x="70527" y="1981"/>
                  </a:lnTo>
                  <a:lnTo>
                    <a:pt x="70719" y="1789"/>
                  </a:lnTo>
                  <a:lnTo>
                    <a:pt x="70910" y="1598"/>
                  </a:lnTo>
                  <a:lnTo>
                    <a:pt x="70974" y="1342"/>
                  </a:lnTo>
                  <a:lnTo>
                    <a:pt x="71038" y="1087"/>
                  </a:lnTo>
                  <a:lnTo>
                    <a:pt x="71038" y="1087"/>
                  </a:lnTo>
                  <a:lnTo>
                    <a:pt x="70974" y="895"/>
                  </a:lnTo>
                  <a:lnTo>
                    <a:pt x="70910" y="703"/>
                  </a:lnTo>
                  <a:lnTo>
                    <a:pt x="70847" y="512"/>
                  </a:lnTo>
                  <a:lnTo>
                    <a:pt x="70719" y="320"/>
                  </a:lnTo>
                  <a:lnTo>
                    <a:pt x="70527" y="192"/>
                  </a:lnTo>
                  <a:lnTo>
                    <a:pt x="70336" y="128"/>
                  </a:lnTo>
                  <a:lnTo>
                    <a:pt x="70144" y="64"/>
                  </a:lnTo>
                  <a:lnTo>
                    <a:pt x="69952"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3022670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36FED-69B4-7AF6-C357-9936A631CE1B}"/>
            </a:ext>
          </a:extLst>
        </p:cNvPr>
        <p:cNvGrpSpPr/>
        <p:nvPr/>
      </p:nvGrpSpPr>
      <p:grpSpPr>
        <a:xfrm>
          <a:off x="0" y="0"/>
          <a:ext cx="0" cy="0"/>
          <a:chOff x="0" y="0"/>
          <a:chExt cx="0" cy="0"/>
        </a:xfrm>
      </p:grpSpPr>
      <p:sp>
        <p:nvSpPr>
          <p:cNvPr id="6" name="AutoShape 2">
            <a:extLst>
              <a:ext uri="{FF2B5EF4-FFF2-40B4-BE49-F238E27FC236}">
                <a16:creationId xmlns:a16="http://schemas.microsoft.com/office/drawing/2014/main" id="{22ABEF09-9779-5684-6690-640A006E24DF}"/>
              </a:ext>
            </a:extLst>
          </p:cNvPr>
          <p:cNvSpPr>
            <a:spLocks noChangeAspect="1" noChangeArrowheads="1"/>
          </p:cNvSpPr>
          <p:nvPr/>
        </p:nvSpPr>
        <p:spPr bwMode="auto">
          <a:xfrm>
            <a:off x="4419600" y="628650"/>
            <a:ext cx="2095500" cy="20955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9" name="image1.png" descr="Une image contenant texte, capture d’écran, Police, diagramme&#10;&#10;Le contenu généré par l’IA peut être incorrect.">
            <a:extLst>
              <a:ext uri="{FF2B5EF4-FFF2-40B4-BE49-F238E27FC236}">
                <a16:creationId xmlns:a16="http://schemas.microsoft.com/office/drawing/2014/main" id="{911E82C3-310B-98E5-D3F6-4C2FB02FC787}"/>
              </a:ext>
            </a:extLst>
          </p:cNvPr>
          <p:cNvPicPr/>
          <p:nvPr/>
        </p:nvPicPr>
        <p:blipFill>
          <a:blip r:embed="rId3" cstate="print">
            <a:extLst>
              <a:ext uri="{28A0092B-C50C-407E-A947-70E740481C1C}">
                <a14:useLocalDpi xmlns:a14="http://schemas.microsoft.com/office/drawing/2010/main" val="0"/>
              </a:ext>
            </a:extLst>
          </a:blip>
          <a:srcRect/>
          <a:stretch>
            <a:fillRect/>
          </a:stretch>
        </p:blipFill>
        <p:spPr>
          <a:xfrm>
            <a:off x="1633740" y="847593"/>
            <a:ext cx="5552673" cy="2926679"/>
          </a:xfrm>
          <a:prstGeom prst="rect">
            <a:avLst/>
          </a:prstGeom>
          <a:ln/>
        </p:spPr>
      </p:pic>
    </p:spTree>
    <p:extLst>
      <p:ext uri="{BB962C8B-B14F-4D97-AF65-F5344CB8AC3E}">
        <p14:creationId xmlns:p14="http://schemas.microsoft.com/office/powerpoint/2010/main" val="23169337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60">
          <a:extLst>
            <a:ext uri="{FF2B5EF4-FFF2-40B4-BE49-F238E27FC236}">
              <a16:creationId xmlns:a16="http://schemas.microsoft.com/office/drawing/2014/main" id="{6045FE39-C91F-034C-4C1C-1F22DEDDF114}"/>
            </a:ext>
          </a:extLst>
        </p:cNvPr>
        <p:cNvGrpSpPr/>
        <p:nvPr/>
      </p:nvGrpSpPr>
      <p:grpSpPr>
        <a:xfrm>
          <a:off x="0" y="0"/>
          <a:ext cx="0" cy="0"/>
          <a:chOff x="0" y="0"/>
          <a:chExt cx="0" cy="0"/>
        </a:xfrm>
      </p:grpSpPr>
      <p:sp>
        <p:nvSpPr>
          <p:cNvPr id="2361" name="Google Shape;2361;p39">
            <a:extLst>
              <a:ext uri="{FF2B5EF4-FFF2-40B4-BE49-F238E27FC236}">
                <a16:creationId xmlns:a16="http://schemas.microsoft.com/office/drawing/2014/main" id="{D1CCBB03-AFB9-A47F-3882-3D8F16FAD9E0}"/>
              </a:ext>
            </a:extLst>
          </p:cNvPr>
          <p:cNvSpPr txBox="1">
            <a:spLocks noGrp="1"/>
          </p:cNvSpPr>
          <p:nvPr>
            <p:ph type="title"/>
          </p:nvPr>
        </p:nvSpPr>
        <p:spPr>
          <a:xfrm>
            <a:off x="709605" y="2763975"/>
            <a:ext cx="7365759" cy="1050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Realisation</a:t>
            </a:r>
            <a:endParaRPr dirty="0"/>
          </a:p>
        </p:txBody>
      </p:sp>
      <p:sp>
        <p:nvSpPr>
          <p:cNvPr id="2362" name="Google Shape;2362;p39">
            <a:extLst>
              <a:ext uri="{FF2B5EF4-FFF2-40B4-BE49-F238E27FC236}">
                <a16:creationId xmlns:a16="http://schemas.microsoft.com/office/drawing/2014/main" id="{0188F935-D8FB-9563-2BBB-65127182F8E0}"/>
              </a:ext>
            </a:extLst>
          </p:cNvPr>
          <p:cNvSpPr txBox="1">
            <a:spLocks noGrp="1"/>
          </p:cNvSpPr>
          <p:nvPr>
            <p:ph type="title" idx="2"/>
          </p:nvPr>
        </p:nvSpPr>
        <p:spPr>
          <a:xfrm>
            <a:off x="709618" y="1328925"/>
            <a:ext cx="1626600" cy="1286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06</a:t>
            </a:r>
            <a:endParaRPr dirty="0"/>
          </a:p>
        </p:txBody>
      </p:sp>
      <p:cxnSp>
        <p:nvCxnSpPr>
          <p:cNvPr id="2363" name="Google Shape;2363;p39">
            <a:extLst>
              <a:ext uri="{FF2B5EF4-FFF2-40B4-BE49-F238E27FC236}">
                <a16:creationId xmlns:a16="http://schemas.microsoft.com/office/drawing/2014/main" id="{44524421-A075-BB75-FF10-11A811FB8A6E}"/>
              </a:ext>
            </a:extLst>
          </p:cNvPr>
          <p:cNvCxnSpPr/>
          <p:nvPr/>
        </p:nvCxnSpPr>
        <p:spPr>
          <a:xfrm rot="10800000">
            <a:off x="-866282" y="2763975"/>
            <a:ext cx="2389200" cy="0"/>
          </a:xfrm>
          <a:prstGeom prst="straightConnector1">
            <a:avLst/>
          </a:prstGeom>
          <a:noFill/>
          <a:ln w="9525" cap="flat" cmpd="sng">
            <a:solidFill>
              <a:schemeClr val="dk1"/>
            </a:solidFill>
            <a:prstDash val="solid"/>
            <a:round/>
            <a:headEnd type="none" w="med" len="med"/>
            <a:tailEnd type="none" w="med" len="med"/>
          </a:ln>
        </p:spPr>
      </p:cxnSp>
      <p:grpSp>
        <p:nvGrpSpPr>
          <p:cNvPr id="2365" name="Google Shape;2365;p39">
            <a:extLst>
              <a:ext uri="{FF2B5EF4-FFF2-40B4-BE49-F238E27FC236}">
                <a16:creationId xmlns:a16="http://schemas.microsoft.com/office/drawing/2014/main" id="{E3223A06-1E95-2C68-B1BA-D9119938B731}"/>
              </a:ext>
            </a:extLst>
          </p:cNvPr>
          <p:cNvGrpSpPr/>
          <p:nvPr/>
        </p:nvGrpSpPr>
        <p:grpSpPr>
          <a:xfrm rot="5400000">
            <a:off x="1814964" y="-1292741"/>
            <a:ext cx="3689134" cy="3227984"/>
            <a:chOff x="1067625" y="-1658125"/>
            <a:chExt cx="2887550" cy="2526600"/>
          </a:xfrm>
        </p:grpSpPr>
        <p:sp>
          <p:nvSpPr>
            <p:cNvPr id="2366" name="Google Shape;2366;p39">
              <a:extLst>
                <a:ext uri="{FF2B5EF4-FFF2-40B4-BE49-F238E27FC236}">
                  <a16:creationId xmlns:a16="http://schemas.microsoft.com/office/drawing/2014/main" id="{850FFEDE-ABAF-0659-28FB-CAE31FB504FC}"/>
                </a:ext>
              </a:extLst>
            </p:cNvPr>
            <p:cNvSpPr/>
            <p:nvPr/>
          </p:nvSpPr>
          <p:spPr>
            <a:xfrm>
              <a:off x="1067625" y="-1658125"/>
              <a:ext cx="2887550" cy="2526600"/>
            </a:xfrm>
            <a:custGeom>
              <a:avLst/>
              <a:gdLst/>
              <a:ahLst/>
              <a:cxnLst/>
              <a:rect l="l" t="t" r="r" b="b"/>
              <a:pathLst>
                <a:path w="115502" h="101064" extrusionOk="0">
                  <a:moveTo>
                    <a:pt x="49765" y="12202"/>
                  </a:moveTo>
                  <a:lnTo>
                    <a:pt x="49893" y="12585"/>
                  </a:lnTo>
                  <a:lnTo>
                    <a:pt x="50148" y="12905"/>
                  </a:lnTo>
                  <a:lnTo>
                    <a:pt x="50468" y="13097"/>
                  </a:lnTo>
                  <a:lnTo>
                    <a:pt x="50659" y="13160"/>
                  </a:lnTo>
                  <a:lnTo>
                    <a:pt x="50851" y="13224"/>
                  </a:lnTo>
                  <a:lnTo>
                    <a:pt x="51107" y="13160"/>
                  </a:lnTo>
                  <a:lnTo>
                    <a:pt x="51298" y="13097"/>
                  </a:lnTo>
                  <a:lnTo>
                    <a:pt x="56601" y="22232"/>
                  </a:lnTo>
                  <a:lnTo>
                    <a:pt x="56409" y="22423"/>
                  </a:lnTo>
                  <a:lnTo>
                    <a:pt x="56281" y="22615"/>
                  </a:lnTo>
                  <a:lnTo>
                    <a:pt x="56153" y="22871"/>
                  </a:lnTo>
                  <a:lnTo>
                    <a:pt x="56153" y="23126"/>
                  </a:lnTo>
                  <a:lnTo>
                    <a:pt x="56153" y="23382"/>
                  </a:lnTo>
                  <a:lnTo>
                    <a:pt x="56281" y="23637"/>
                  </a:lnTo>
                  <a:lnTo>
                    <a:pt x="56409" y="23829"/>
                  </a:lnTo>
                  <a:lnTo>
                    <a:pt x="56601" y="24021"/>
                  </a:lnTo>
                  <a:lnTo>
                    <a:pt x="51298" y="33156"/>
                  </a:lnTo>
                  <a:lnTo>
                    <a:pt x="51107" y="33092"/>
                  </a:lnTo>
                  <a:lnTo>
                    <a:pt x="50659" y="33092"/>
                  </a:lnTo>
                  <a:lnTo>
                    <a:pt x="50468" y="33156"/>
                  </a:lnTo>
                  <a:lnTo>
                    <a:pt x="50148" y="33347"/>
                  </a:lnTo>
                  <a:lnTo>
                    <a:pt x="49893" y="33667"/>
                  </a:lnTo>
                  <a:lnTo>
                    <a:pt x="49765" y="34050"/>
                  </a:lnTo>
                  <a:lnTo>
                    <a:pt x="39224" y="34050"/>
                  </a:lnTo>
                  <a:lnTo>
                    <a:pt x="39097" y="33667"/>
                  </a:lnTo>
                  <a:lnTo>
                    <a:pt x="38841" y="33347"/>
                  </a:lnTo>
                  <a:lnTo>
                    <a:pt x="38522" y="33156"/>
                  </a:lnTo>
                  <a:lnTo>
                    <a:pt x="38330" y="33092"/>
                  </a:lnTo>
                  <a:lnTo>
                    <a:pt x="37883" y="33092"/>
                  </a:lnTo>
                  <a:lnTo>
                    <a:pt x="37691" y="33156"/>
                  </a:lnTo>
                  <a:lnTo>
                    <a:pt x="32261" y="23765"/>
                  </a:lnTo>
                  <a:lnTo>
                    <a:pt x="32517" y="23637"/>
                  </a:lnTo>
                  <a:lnTo>
                    <a:pt x="32708" y="23382"/>
                  </a:lnTo>
                  <a:lnTo>
                    <a:pt x="32836" y="23126"/>
                  </a:lnTo>
                  <a:lnTo>
                    <a:pt x="32836" y="22807"/>
                  </a:lnTo>
                  <a:lnTo>
                    <a:pt x="32836" y="22615"/>
                  </a:lnTo>
                  <a:lnTo>
                    <a:pt x="32772" y="22360"/>
                  </a:lnTo>
                  <a:lnTo>
                    <a:pt x="32644" y="22168"/>
                  </a:lnTo>
                  <a:lnTo>
                    <a:pt x="32517" y="22040"/>
                  </a:lnTo>
                  <a:lnTo>
                    <a:pt x="37691" y="13097"/>
                  </a:lnTo>
                  <a:lnTo>
                    <a:pt x="37883" y="13160"/>
                  </a:lnTo>
                  <a:lnTo>
                    <a:pt x="38138" y="13224"/>
                  </a:lnTo>
                  <a:lnTo>
                    <a:pt x="38330" y="13160"/>
                  </a:lnTo>
                  <a:lnTo>
                    <a:pt x="38522" y="13097"/>
                  </a:lnTo>
                  <a:lnTo>
                    <a:pt x="38841" y="12905"/>
                  </a:lnTo>
                  <a:lnTo>
                    <a:pt x="39097" y="12585"/>
                  </a:lnTo>
                  <a:lnTo>
                    <a:pt x="39224" y="12202"/>
                  </a:lnTo>
                  <a:close/>
                  <a:moveTo>
                    <a:pt x="87967" y="12202"/>
                  </a:moveTo>
                  <a:lnTo>
                    <a:pt x="88031" y="12585"/>
                  </a:lnTo>
                  <a:lnTo>
                    <a:pt x="88287" y="12905"/>
                  </a:lnTo>
                  <a:lnTo>
                    <a:pt x="88606" y="13097"/>
                  </a:lnTo>
                  <a:lnTo>
                    <a:pt x="88798" y="13160"/>
                  </a:lnTo>
                  <a:lnTo>
                    <a:pt x="88989" y="13224"/>
                  </a:lnTo>
                  <a:lnTo>
                    <a:pt x="89245" y="13160"/>
                  </a:lnTo>
                  <a:lnTo>
                    <a:pt x="89437" y="13097"/>
                  </a:lnTo>
                  <a:lnTo>
                    <a:pt x="94803" y="22360"/>
                  </a:lnTo>
                  <a:lnTo>
                    <a:pt x="94675" y="22487"/>
                  </a:lnTo>
                  <a:lnTo>
                    <a:pt x="94547" y="22679"/>
                  </a:lnTo>
                  <a:lnTo>
                    <a:pt x="94483" y="22934"/>
                  </a:lnTo>
                  <a:lnTo>
                    <a:pt x="94483" y="23126"/>
                  </a:lnTo>
                  <a:lnTo>
                    <a:pt x="94483" y="23382"/>
                  </a:lnTo>
                  <a:lnTo>
                    <a:pt x="94547" y="23573"/>
                  </a:lnTo>
                  <a:lnTo>
                    <a:pt x="94675" y="23765"/>
                  </a:lnTo>
                  <a:lnTo>
                    <a:pt x="94803" y="23893"/>
                  </a:lnTo>
                  <a:lnTo>
                    <a:pt x="91864" y="29003"/>
                  </a:lnTo>
                  <a:lnTo>
                    <a:pt x="89437" y="33156"/>
                  </a:lnTo>
                  <a:lnTo>
                    <a:pt x="89245" y="33092"/>
                  </a:lnTo>
                  <a:lnTo>
                    <a:pt x="88798" y="33092"/>
                  </a:lnTo>
                  <a:lnTo>
                    <a:pt x="88606" y="33156"/>
                  </a:lnTo>
                  <a:lnTo>
                    <a:pt x="88287" y="33347"/>
                  </a:lnTo>
                  <a:lnTo>
                    <a:pt x="88031" y="33667"/>
                  </a:lnTo>
                  <a:lnTo>
                    <a:pt x="87967" y="34050"/>
                  </a:lnTo>
                  <a:lnTo>
                    <a:pt x="77363" y="34050"/>
                  </a:lnTo>
                  <a:lnTo>
                    <a:pt x="77235" y="33667"/>
                  </a:lnTo>
                  <a:lnTo>
                    <a:pt x="77043" y="33347"/>
                  </a:lnTo>
                  <a:lnTo>
                    <a:pt x="76660" y="33156"/>
                  </a:lnTo>
                  <a:lnTo>
                    <a:pt x="76468" y="33092"/>
                  </a:lnTo>
                  <a:lnTo>
                    <a:pt x="76085" y="33092"/>
                  </a:lnTo>
                  <a:lnTo>
                    <a:pt x="75829" y="33156"/>
                  </a:lnTo>
                  <a:lnTo>
                    <a:pt x="70527" y="24021"/>
                  </a:lnTo>
                  <a:lnTo>
                    <a:pt x="70719" y="23829"/>
                  </a:lnTo>
                  <a:lnTo>
                    <a:pt x="70910" y="23637"/>
                  </a:lnTo>
                  <a:lnTo>
                    <a:pt x="70974" y="23382"/>
                  </a:lnTo>
                  <a:lnTo>
                    <a:pt x="71038" y="23126"/>
                  </a:lnTo>
                  <a:lnTo>
                    <a:pt x="70974" y="22871"/>
                  </a:lnTo>
                  <a:lnTo>
                    <a:pt x="70910" y="22615"/>
                  </a:lnTo>
                  <a:lnTo>
                    <a:pt x="70719" y="22423"/>
                  </a:lnTo>
                  <a:lnTo>
                    <a:pt x="70527" y="22232"/>
                  </a:lnTo>
                  <a:lnTo>
                    <a:pt x="75702" y="13352"/>
                  </a:lnTo>
                  <a:lnTo>
                    <a:pt x="75829" y="13097"/>
                  </a:lnTo>
                  <a:lnTo>
                    <a:pt x="76085" y="13160"/>
                  </a:lnTo>
                  <a:lnTo>
                    <a:pt x="76277" y="13224"/>
                  </a:lnTo>
                  <a:lnTo>
                    <a:pt x="76468" y="13160"/>
                  </a:lnTo>
                  <a:lnTo>
                    <a:pt x="76660" y="13097"/>
                  </a:lnTo>
                  <a:lnTo>
                    <a:pt x="77043" y="12905"/>
                  </a:lnTo>
                  <a:lnTo>
                    <a:pt x="77235" y="12585"/>
                  </a:lnTo>
                  <a:lnTo>
                    <a:pt x="77363" y="12202"/>
                  </a:lnTo>
                  <a:close/>
                  <a:moveTo>
                    <a:pt x="68866" y="23254"/>
                  </a:moveTo>
                  <a:lnTo>
                    <a:pt x="68994" y="23637"/>
                  </a:lnTo>
                  <a:lnTo>
                    <a:pt x="69186" y="23957"/>
                  </a:lnTo>
                  <a:lnTo>
                    <a:pt x="69569" y="24148"/>
                  </a:lnTo>
                  <a:lnTo>
                    <a:pt x="69761" y="24212"/>
                  </a:lnTo>
                  <a:lnTo>
                    <a:pt x="70144" y="24212"/>
                  </a:lnTo>
                  <a:lnTo>
                    <a:pt x="70399" y="24084"/>
                  </a:lnTo>
                  <a:lnTo>
                    <a:pt x="75702" y="33284"/>
                  </a:lnTo>
                  <a:lnTo>
                    <a:pt x="75510" y="33411"/>
                  </a:lnTo>
                  <a:lnTo>
                    <a:pt x="75318" y="33667"/>
                  </a:lnTo>
                  <a:lnTo>
                    <a:pt x="75255" y="33858"/>
                  </a:lnTo>
                  <a:lnTo>
                    <a:pt x="75191" y="34178"/>
                  </a:lnTo>
                  <a:lnTo>
                    <a:pt x="75255" y="34433"/>
                  </a:lnTo>
                  <a:lnTo>
                    <a:pt x="75318" y="34625"/>
                  </a:lnTo>
                  <a:lnTo>
                    <a:pt x="75510" y="34881"/>
                  </a:lnTo>
                  <a:lnTo>
                    <a:pt x="75702" y="35008"/>
                  </a:lnTo>
                  <a:lnTo>
                    <a:pt x="75446" y="35392"/>
                  </a:lnTo>
                  <a:lnTo>
                    <a:pt x="70463" y="44080"/>
                  </a:lnTo>
                  <a:lnTo>
                    <a:pt x="70080" y="44080"/>
                  </a:lnTo>
                  <a:lnTo>
                    <a:pt x="69888" y="44144"/>
                  </a:lnTo>
                  <a:lnTo>
                    <a:pt x="69505" y="44335"/>
                  </a:lnTo>
                  <a:lnTo>
                    <a:pt x="69313" y="44655"/>
                  </a:lnTo>
                  <a:lnTo>
                    <a:pt x="69186" y="45038"/>
                  </a:lnTo>
                  <a:lnTo>
                    <a:pt x="58325" y="45038"/>
                  </a:lnTo>
                  <a:lnTo>
                    <a:pt x="58198" y="44655"/>
                  </a:lnTo>
                  <a:lnTo>
                    <a:pt x="57942" y="44335"/>
                  </a:lnTo>
                  <a:lnTo>
                    <a:pt x="57623" y="44144"/>
                  </a:lnTo>
                  <a:lnTo>
                    <a:pt x="57431" y="44080"/>
                  </a:lnTo>
                  <a:lnTo>
                    <a:pt x="56984" y="44080"/>
                  </a:lnTo>
                  <a:lnTo>
                    <a:pt x="56792" y="44208"/>
                  </a:lnTo>
                  <a:lnTo>
                    <a:pt x="51490" y="35008"/>
                  </a:lnTo>
                  <a:lnTo>
                    <a:pt x="51682" y="34881"/>
                  </a:lnTo>
                  <a:lnTo>
                    <a:pt x="51809" y="34625"/>
                  </a:lnTo>
                  <a:lnTo>
                    <a:pt x="51873" y="34433"/>
                  </a:lnTo>
                  <a:lnTo>
                    <a:pt x="51937" y="34178"/>
                  </a:lnTo>
                  <a:lnTo>
                    <a:pt x="51873" y="33858"/>
                  </a:lnTo>
                  <a:lnTo>
                    <a:pt x="51809" y="33667"/>
                  </a:lnTo>
                  <a:lnTo>
                    <a:pt x="51682" y="33411"/>
                  </a:lnTo>
                  <a:lnTo>
                    <a:pt x="51490" y="33284"/>
                  </a:lnTo>
                  <a:lnTo>
                    <a:pt x="56792" y="24084"/>
                  </a:lnTo>
                  <a:lnTo>
                    <a:pt x="56984" y="24148"/>
                  </a:lnTo>
                  <a:lnTo>
                    <a:pt x="57239" y="24212"/>
                  </a:lnTo>
                  <a:lnTo>
                    <a:pt x="57431" y="24148"/>
                  </a:lnTo>
                  <a:lnTo>
                    <a:pt x="57623" y="24148"/>
                  </a:lnTo>
                  <a:lnTo>
                    <a:pt x="57942" y="23893"/>
                  </a:lnTo>
                  <a:lnTo>
                    <a:pt x="58198" y="23637"/>
                  </a:lnTo>
                  <a:lnTo>
                    <a:pt x="58262" y="23254"/>
                  </a:lnTo>
                  <a:close/>
                  <a:moveTo>
                    <a:pt x="87967" y="34242"/>
                  </a:moveTo>
                  <a:lnTo>
                    <a:pt x="88031" y="34625"/>
                  </a:lnTo>
                  <a:lnTo>
                    <a:pt x="88287" y="34944"/>
                  </a:lnTo>
                  <a:lnTo>
                    <a:pt x="88606" y="35136"/>
                  </a:lnTo>
                  <a:lnTo>
                    <a:pt x="88798" y="35200"/>
                  </a:lnTo>
                  <a:lnTo>
                    <a:pt x="89245" y="35200"/>
                  </a:lnTo>
                  <a:lnTo>
                    <a:pt x="89437" y="35136"/>
                  </a:lnTo>
                  <a:lnTo>
                    <a:pt x="91034" y="37819"/>
                  </a:lnTo>
                  <a:lnTo>
                    <a:pt x="94803" y="44399"/>
                  </a:lnTo>
                  <a:lnTo>
                    <a:pt x="94675" y="44527"/>
                  </a:lnTo>
                  <a:lnTo>
                    <a:pt x="94547" y="44719"/>
                  </a:lnTo>
                  <a:lnTo>
                    <a:pt x="94483" y="44910"/>
                  </a:lnTo>
                  <a:lnTo>
                    <a:pt x="94483" y="45166"/>
                  </a:lnTo>
                  <a:lnTo>
                    <a:pt x="94483" y="45357"/>
                  </a:lnTo>
                  <a:lnTo>
                    <a:pt x="94547" y="45613"/>
                  </a:lnTo>
                  <a:lnTo>
                    <a:pt x="94675" y="45805"/>
                  </a:lnTo>
                  <a:lnTo>
                    <a:pt x="94803" y="45932"/>
                  </a:lnTo>
                  <a:lnTo>
                    <a:pt x="89437" y="55195"/>
                  </a:lnTo>
                  <a:lnTo>
                    <a:pt x="89245" y="55132"/>
                  </a:lnTo>
                  <a:lnTo>
                    <a:pt x="88989" y="55068"/>
                  </a:lnTo>
                  <a:lnTo>
                    <a:pt x="88798" y="55132"/>
                  </a:lnTo>
                  <a:lnTo>
                    <a:pt x="88606" y="55195"/>
                  </a:lnTo>
                  <a:lnTo>
                    <a:pt x="88287" y="55387"/>
                  </a:lnTo>
                  <a:lnTo>
                    <a:pt x="88031" y="55706"/>
                  </a:lnTo>
                  <a:lnTo>
                    <a:pt x="87967" y="56090"/>
                  </a:lnTo>
                  <a:lnTo>
                    <a:pt x="77363" y="56090"/>
                  </a:lnTo>
                  <a:lnTo>
                    <a:pt x="77235" y="55706"/>
                  </a:lnTo>
                  <a:lnTo>
                    <a:pt x="77043" y="55387"/>
                  </a:lnTo>
                  <a:lnTo>
                    <a:pt x="76660" y="55195"/>
                  </a:lnTo>
                  <a:lnTo>
                    <a:pt x="76468" y="55132"/>
                  </a:lnTo>
                  <a:lnTo>
                    <a:pt x="76277" y="55068"/>
                  </a:lnTo>
                  <a:lnTo>
                    <a:pt x="76085" y="55132"/>
                  </a:lnTo>
                  <a:lnTo>
                    <a:pt x="75893" y="55195"/>
                  </a:lnTo>
                  <a:lnTo>
                    <a:pt x="75702" y="55259"/>
                  </a:lnTo>
                  <a:lnTo>
                    <a:pt x="75510" y="55387"/>
                  </a:lnTo>
                  <a:lnTo>
                    <a:pt x="75382" y="55579"/>
                  </a:lnTo>
                  <a:lnTo>
                    <a:pt x="75318" y="55770"/>
                  </a:lnTo>
                  <a:lnTo>
                    <a:pt x="75255" y="55962"/>
                  </a:lnTo>
                  <a:lnTo>
                    <a:pt x="75191" y="56154"/>
                  </a:lnTo>
                  <a:lnTo>
                    <a:pt x="75255" y="56409"/>
                  </a:lnTo>
                  <a:lnTo>
                    <a:pt x="75318" y="56665"/>
                  </a:lnTo>
                  <a:lnTo>
                    <a:pt x="75510" y="56920"/>
                  </a:lnTo>
                  <a:lnTo>
                    <a:pt x="75702" y="57048"/>
                  </a:lnTo>
                  <a:lnTo>
                    <a:pt x="70336" y="66311"/>
                  </a:lnTo>
                  <a:lnTo>
                    <a:pt x="70144" y="66247"/>
                  </a:lnTo>
                  <a:lnTo>
                    <a:pt x="69888" y="66247"/>
                  </a:lnTo>
                  <a:lnTo>
                    <a:pt x="69505" y="66311"/>
                  </a:lnTo>
                  <a:lnTo>
                    <a:pt x="69186" y="66503"/>
                  </a:lnTo>
                  <a:lnTo>
                    <a:pt x="68994" y="66758"/>
                  </a:lnTo>
                  <a:lnTo>
                    <a:pt x="68866" y="67078"/>
                  </a:lnTo>
                  <a:lnTo>
                    <a:pt x="58325" y="67078"/>
                  </a:lnTo>
                  <a:lnTo>
                    <a:pt x="58198" y="66758"/>
                  </a:lnTo>
                  <a:lnTo>
                    <a:pt x="57942" y="66503"/>
                  </a:lnTo>
                  <a:lnTo>
                    <a:pt x="57623" y="66311"/>
                  </a:lnTo>
                  <a:lnTo>
                    <a:pt x="57303" y="66247"/>
                  </a:lnTo>
                  <a:lnTo>
                    <a:pt x="57048" y="66247"/>
                  </a:lnTo>
                  <a:lnTo>
                    <a:pt x="56856" y="66311"/>
                  </a:lnTo>
                  <a:lnTo>
                    <a:pt x="56664" y="66439"/>
                  </a:lnTo>
                  <a:lnTo>
                    <a:pt x="56537" y="66567"/>
                  </a:lnTo>
                  <a:lnTo>
                    <a:pt x="56409" y="66694"/>
                  </a:lnTo>
                  <a:lnTo>
                    <a:pt x="56281" y="66886"/>
                  </a:lnTo>
                  <a:lnTo>
                    <a:pt x="56217" y="67078"/>
                  </a:lnTo>
                  <a:lnTo>
                    <a:pt x="56217" y="67333"/>
                  </a:lnTo>
                  <a:lnTo>
                    <a:pt x="56217" y="67525"/>
                  </a:lnTo>
                  <a:lnTo>
                    <a:pt x="56281" y="67780"/>
                  </a:lnTo>
                  <a:lnTo>
                    <a:pt x="56409" y="67972"/>
                  </a:lnTo>
                  <a:lnTo>
                    <a:pt x="56537" y="68100"/>
                  </a:lnTo>
                  <a:lnTo>
                    <a:pt x="53534" y="73402"/>
                  </a:lnTo>
                  <a:lnTo>
                    <a:pt x="51298" y="77235"/>
                  </a:lnTo>
                  <a:lnTo>
                    <a:pt x="51107" y="77171"/>
                  </a:lnTo>
                  <a:lnTo>
                    <a:pt x="50851" y="77107"/>
                  </a:lnTo>
                  <a:lnTo>
                    <a:pt x="50659" y="77171"/>
                  </a:lnTo>
                  <a:lnTo>
                    <a:pt x="50468" y="77171"/>
                  </a:lnTo>
                  <a:lnTo>
                    <a:pt x="50148" y="77427"/>
                  </a:lnTo>
                  <a:lnTo>
                    <a:pt x="49893" y="77682"/>
                  </a:lnTo>
                  <a:lnTo>
                    <a:pt x="49765" y="78065"/>
                  </a:lnTo>
                  <a:lnTo>
                    <a:pt x="39224" y="78065"/>
                  </a:lnTo>
                  <a:lnTo>
                    <a:pt x="39160" y="77682"/>
                  </a:lnTo>
                  <a:lnTo>
                    <a:pt x="38905" y="77427"/>
                  </a:lnTo>
                  <a:lnTo>
                    <a:pt x="38586" y="77171"/>
                  </a:lnTo>
                  <a:lnTo>
                    <a:pt x="38394" y="77171"/>
                  </a:lnTo>
                  <a:lnTo>
                    <a:pt x="38202" y="77107"/>
                  </a:lnTo>
                  <a:lnTo>
                    <a:pt x="37947" y="77171"/>
                  </a:lnTo>
                  <a:lnTo>
                    <a:pt x="37691" y="77235"/>
                  </a:lnTo>
                  <a:lnTo>
                    <a:pt x="32389" y="68036"/>
                  </a:lnTo>
                  <a:lnTo>
                    <a:pt x="32580" y="67908"/>
                  </a:lnTo>
                  <a:lnTo>
                    <a:pt x="32708" y="67716"/>
                  </a:lnTo>
                  <a:lnTo>
                    <a:pt x="32836" y="67461"/>
                  </a:lnTo>
                  <a:lnTo>
                    <a:pt x="32836" y="67205"/>
                  </a:lnTo>
                  <a:lnTo>
                    <a:pt x="32836" y="66950"/>
                  </a:lnTo>
                  <a:lnTo>
                    <a:pt x="32708" y="66694"/>
                  </a:lnTo>
                  <a:lnTo>
                    <a:pt x="32580" y="66503"/>
                  </a:lnTo>
                  <a:lnTo>
                    <a:pt x="32389" y="66311"/>
                  </a:lnTo>
                  <a:lnTo>
                    <a:pt x="37691" y="57176"/>
                  </a:lnTo>
                  <a:lnTo>
                    <a:pt x="37883" y="57240"/>
                  </a:lnTo>
                  <a:lnTo>
                    <a:pt x="38330" y="57240"/>
                  </a:lnTo>
                  <a:lnTo>
                    <a:pt x="38586" y="57176"/>
                  </a:lnTo>
                  <a:lnTo>
                    <a:pt x="38713" y="57048"/>
                  </a:lnTo>
                  <a:lnTo>
                    <a:pt x="38905" y="56920"/>
                  </a:lnTo>
                  <a:lnTo>
                    <a:pt x="39033" y="56792"/>
                  </a:lnTo>
                  <a:lnTo>
                    <a:pt x="39160" y="56601"/>
                  </a:lnTo>
                  <a:lnTo>
                    <a:pt x="39224" y="56409"/>
                  </a:lnTo>
                  <a:lnTo>
                    <a:pt x="39224" y="56154"/>
                  </a:lnTo>
                  <a:lnTo>
                    <a:pt x="39224" y="55962"/>
                  </a:lnTo>
                  <a:lnTo>
                    <a:pt x="39160" y="55770"/>
                  </a:lnTo>
                  <a:lnTo>
                    <a:pt x="39033" y="55579"/>
                  </a:lnTo>
                  <a:lnTo>
                    <a:pt x="38905" y="55387"/>
                  </a:lnTo>
                  <a:lnTo>
                    <a:pt x="38713" y="55259"/>
                  </a:lnTo>
                  <a:lnTo>
                    <a:pt x="38586" y="55195"/>
                  </a:lnTo>
                  <a:lnTo>
                    <a:pt x="38330" y="55132"/>
                  </a:lnTo>
                  <a:lnTo>
                    <a:pt x="38138" y="55068"/>
                  </a:lnTo>
                  <a:lnTo>
                    <a:pt x="37947" y="55132"/>
                  </a:lnTo>
                  <a:lnTo>
                    <a:pt x="37691" y="55195"/>
                  </a:lnTo>
                  <a:lnTo>
                    <a:pt x="37563" y="55259"/>
                  </a:lnTo>
                  <a:lnTo>
                    <a:pt x="37372" y="55387"/>
                  </a:lnTo>
                  <a:lnTo>
                    <a:pt x="37244" y="55579"/>
                  </a:lnTo>
                  <a:lnTo>
                    <a:pt x="37116" y="55770"/>
                  </a:lnTo>
                  <a:lnTo>
                    <a:pt x="37052" y="55962"/>
                  </a:lnTo>
                  <a:lnTo>
                    <a:pt x="37052" y="56154"/>
                  </a:lnTo>
                  <a:lnTo>
                    <a:pt x="37116" y="56409"/>
                  </a:lnTo>
                  <a:lnTo>
                    <a:pt x="37180" y="56665"/>
                  </a:lnTo>
                  <a:lnTo>
                    <a:pt x="37308" y="56856"/>
                  </a:lnTo>
                  <a:lnTo>
                    <a:pt x="37499" y="57048"/>
                  </a:lnTo>
                  <a:lnTo>
                    <a:pt x="32197" y="66183"/>
                  </a:lnTo>
                  <a:lnTo>
                    <a:pt x="32006" y="66119"/>
                  </a:lnTo>
                  <a:lnTo>
                    <a:pt x="31558" y="66119"/>
                  </a:lnTo>
                  <a:lnTo>
                    <a:pt x="31367" y="66183"/>
                  </a:lnTo>
                  <a:lnTo>
                    <a:pt x="31047" y="66375"/>
                  </a:lnTo>
                  <a:lnTo>
                    <a:pt x="30792" y="66694"/>
                  </a:lnTo>
                  <a:lnTo>
                    <a:pt x="30728" y="67078"/>
                  </a:lnTo>
                  <a:lnTo>
                    <a:pt x="20187" y="67078"/>
                  </a:lnTo>
                  <a:lnTo>
                    <a:pt x="20059" y="66694"/>
                  </a:lnTo>
                  <a:lnTo>
                    <a:pt x="19804" y="66375"/>
                  </a:lnTo>
                  <a:lnTo>
                    <a:pt x="19484" y="66183"/>
                  </a:lnTo>
                  <a:lnTo>
                    <a:pt x="19293" y="66119"/>
                  </a:lnTo>
                  <a:lnTo>
                    <a:pt x="18846" y="66119"/>
                  </a:lnTo>
                  <a:lnTo>
                    <a:pt x="18590" y="66247"/>
                  </a:lnTo>
                  <a:lnTo>
                    <a:pt x="13288" y="57048"/>
                  </a:lnTo>
                  <a:lnTo>
                    <a:pt x="13543" y="56856"/>
                  </a:lnTo>
                  <a:lnTo>
                    <a:pt x="13735" y="56601"/>
                  </a:lnTo>
                  <a:lnTo>
                    <a:pt x="13863" y="56345"/>
                  </a:lnTo>
                  <a:lnTo>
                    <a:pt x="13927" y="56026"/>
                  </a:lnTo>
                  <a:lnTo>
                    <a:pt x="13927" y="55770"/>
                  </a:lnTo>
                  <a:lnTo>
                    <a:pt x="13799" y="55515"/>
                  </a:lnTo>
                  <a:lnTo>
                    <a:pt x="13607" y="55259"/>
                  </a:lnTo>
                  <a:lnTo>
                    <a:pt x="13415" y="55132"/>
                  </a:lnTo>
                  <a:lnTo>
                    <a:pt x="18654" y="46060"/>
                  </a:lnTo>
                  <a:lnTo>
                    <a:pt x="18973" y="46124"/>
                  </a:lnTo>
                  <a:lnTo>
                    <a:pt x="19357" y="46060"/>
                  </a:lnTo>
                  <a:lnTo>
                    <a:pt x="19676" y="45868"/>
                  </a:lnTo>
                  <a:lnTo>
                    <a:pt x="19932" y="45613"/>
                  </a:lnTo>
                  <a:lnTo>
                    <a:pt x="20059" y="45230"/>
                  </a:lnTo>
                  <a:lnTo>
                    <a:pt x="30728" y="45230"/>
                  </a:lnTo>
                  <a:lnTo>
                    <a:pt x="30792" y="45613"/>
                  </a:lnTo>
                  <a:lnTo>
                    <a:pt x="31047" y="45932"/>
                  </a:lnTo>
                  <a:lnTo>
                    <a:pt x="31367" y="46124"/>
                  </a:lnTo>
                  <a:lnTo>
                    <a:pt x="31558" y="46188"/>
                  </a:lnTo>
                  <a:lnTo>
                    <a:pt x="31750" y="46252"/>
                  </a:lnTo>
                  <a:lnTo>
                    <a:pt x="32006" y="46188"/>
                  </a:lnTo>
                  <a:lnTo>
                    <a:pt x="32197" y="46124"/>
                  </a:lnTo>
                  <a:lnTo>
                    <a:pt x="32389" y="46060"/>
                  </a:lnTo>
                  <a:lnTo>
                    <a:pt x="32517" y="45932"/>
                  </a:lnTo>
                  <a:lnTo>
                    <a:pt x="32644" y="45741"/>
                  </a:lnTo>
                  <a:lnTo>
                    <a:pt x="32772" y="45549"/>
                  </a:lnTo>
                  <a:lnTo>
                    <a:pt x="32836" y="45357"/>
                  </a:lnTo>
                  <a:lnTo>
                    <a:pt x="32836" y="45166"/>
                  </a:lnTo>
                  <a:lnTo>
                    <a:pt x="32836" y="44910"/>
                  </a:lnTo>
                  <a:lnTo>
                    <a:pt x="32708" y="44655"/>
                  </a:lnTo>
                  <a:lnTo>
                    <a:pt x="32580" y="44463"/>
                  </a:lnTo>
                  <a:lnTo>
                    <a:pt x="32389" y="44271"/>
                  </a:lnTo>
                  <a:lnTo>
                    <a:pt x="37372" y="35647"/>
                  </a:lnTo>
                  <a:lnTo>
                    <a:pt x="37691" y="35136"/>
                  </a:lnTo>
                  <a:lnTo>
                    <a:pt x="37883" y="35200"/>
                  </a:lnTo>
                  <a:lnTo>
                    <a:pt x="38330" y="35200"/>
                  </a:lnTo>
                  <a:lnTo>
                    <a:pt x="38522" y="35136"/>
                  </a:lnTo>
                  <a:lnTo>
                    <a:pt x="38841" y="34944"/>
                  </a:lnTo>
                  <a:lnTo>
                    <a:pt x="39097" y="34625"/>
                  </a:lnTo>
                  <a:lnTo>
                    <a:pt x="39224" y="34242"/>
                  </a:lnTo>
                  <a:lnTo>
                    <a:pt x="49765" y="34242"/>
                  </a:lnTo>
                  <a:lnTo>
                    <a:pt x="49893" y="34625"/>
                  </a:lnTo>
                  <a:lnTo>
                    <a:pt x="50148" y="34944"/>
                  </a:lnTo>
                  <a:lnTo>
                    <a:pt x="50468" y="35136"/>
                  </a:lnTo>
                  <a:lnTo>
                    <a:pt x="50659" y="35200"/>
                  </a:lnTo>
                  <a:lnTo>
                    <a:pt x="51107" y="35200"/>
                  </a:lnTo>
                  <a:lnTo>
                    <a:pt x="51298" y="35136"/>
                  </a:lnTo>
                  <a:lnTo>
                    <a:pt x="56601" y="44271"/>
                  </a:lnTo>
                  <a:lnTo>
                    <a:pt x="56409" y="44463"/>
                  </a:lnTo>
                  <a:lnTo>
                    <a:pt x="56281" y="44655"/>
                  </a:lnTo>
                  <a:lnTo>
                    <a:pt x="56153" y="44910"/>
                  </a:lnTo>
                  <a:lnTo>
                    <a:pt x="56153" y="45166"/>
                  </a:lnTo>
                  <a:lnTo>
                    <a:pt x="56153" y="45357"/>
                  </a:lnTo>
                  <a:lnTo>
                    <a:pt x="56217" y="45613"/>
                  </a:lnTo>
                  <a:lnTo>
                    <a:pt x="56345" y="45741"/>
                  </a:lnTo>
                  <a:lnTo>
                    <a:pt x="56473" y="45932"/>
                  </a:lnTo>
                  <a:lnTo>
                    <a:pt x="56601" y="46060"/>
                  </a:lnTo>
                  <a:lnTo>
                    <a:pt x="56792" y="46188"/>
                  </a:lnTo>
                  <a:lnTo>
                    <a:pt x="56984" y="46252"/>
                  </a:lnTo>
                  <a:lnTo>
                    <a:pt x="57431" y="46252"/>
                  </a:lnTo>
                  <a:lnTo>
                    <a:pt x="57623" y="46188"/>
                  </a:lnTo>
                  <a:lnTo>
                    <a:pt x="57942" y="45932"/>
                  </a:lnTo>
                  <a:lnTo>
                    <a:pt x="58198" y="45677"/>
                  </a:lnTo>
                  <a:lnTo>
                    <a:pt x="58325" y="45230"/>
                  </a:lnTo>
                  <a:lnTo>
                    <a:pt x="69186" y="45230"/>
                  </a:lnTo>
                  <a:lnTo>
                    <a:pt x="69313" y="45677"/>
                  </a:lnTo>
                  <a:lnTo>
                    <a:pt x="69505" y="45932"/>
                  </a:lnTo>
                  <a:lnTo>
                    <a:pt x="69888" y="46188"/>
                  </a:lnTo>
                  <a:lnTo>
                    <a:pt x="70080" y="46252"/>
                  </a:lnTo>
                  <a:lnTo>
                    <a:pt x="70463" y="46252"/>
                  </a:lnTo>
                  <a:lnTo>
                    <a:pt x="70655" y="46188"/>
                  </a:lnTo>
                  <a:lnTo>
                    <a:pt x="70847" y="46060"/>
                  </a:lnTo>
                  <a:lnTo>
                    <a:pt x="71038" y="45932"/>
                  </a:lnTo>
                  <a:lnTo>
                    <a:pt x="71166" y="45741"/>
                  </a:lnTo>
                  <a:lnTo>
                    <a:pt x="71230" y="45613"/>
                  </a:lnTo>
                  <a:lnTo>
                    <a:pt x="71294" y="45357"/>
                  </a:lnTo>
                  <a:lnTo>
                    <a:pt x="71358" y="45166"/>
                  </a:lnTo>
                  <a:lnTo>
                    <a:pt x="71294" y="44846"/>
                  </a:lnTo>
                  <a:lnTo>
                    <a:pt x="71166" y="44527"/>
                  </a:lnTo>
                  <a:lnTo>
                    <a:pt x="70910" y="44335"/>
                  </a:lnTo>
                  <a:lnTo>
                    <a:pt x="70655" y="44144"/>
                  </a:lnTo>
                  <a:lnTo>
                    <a:pt x="71294" y="43058"/>
                  </a:lnTo>
                  <a:lnTo>
                    <a:pt x="75829" y="35136"/>
                  </a:lnTo>
                  <a:lnTo>
                    <a:pt x="76085" y="35200"/>
                  </a:lnTo>
                  <a:lnTo>
                    <a:pt x="76468" y="35200"/>
                  </a:lnTo>
                  <a:lnTo>
                    <a:pt x="76660" y="35136"/>
                  </a:lnTo>
                  <a:lnTo>
                    <a:pt x="77043" y="34944"/>
                  </a:lnTo>
                  <a:lnTo>
                    <a:pt x="77235" y="34625"/>
                  </a:lnTo>
                  <a:lnTo>
                    <a:pt x="77363" y="34242"/>
                  </a:lnTo>
                  <a:close/>
                  <a:moveTo>
                    <a:pt x="69952" y="1"/>
                  </a:moveTo>
                  <a:lnTo>
                    <a:pt x="69761" y="64"/>
                  </a:lnTo>
                  <a:lnTo>
                    <a:pt x="69569" y="128"/>
                  </a:lnTo>
                  <a:lnTo>
                    <a:pt x="69186" y="320"/>
                  </a:lnTo>
                  <a:lnTo>
                    <a:pt x="68994" y="639"/>
                  </a:lnTo>
                  <a:lnTo>
                    <a:pt x="68866" y="1023"/>
                  </a:lnTo>
                  <a:lnTo>
                    <a:pt x="57239" y="1023"/>
                  </a:lnTo>
                  <a:lnTo>
                    <a:pt x="57239" y="1214"/>
                  </a:lnTo>
                  <a:lnTo>
                    <a:pt x="68866" y="1214"/>
                  </a:lnTo>
                  <a:lnTo>
                    <a:pt x="68994" y="1598"/>
                  </a:lnTo>
                  <a:lnTo>
                    <a:pt x="69186" y="1917"/>
                  </a:lnTo>
                  <a:lnTo>
                    <a:pt x="69569" y="2109"/>
                  </a:lnTo>
                  <a:lnTo>
                    <a:pt x="69761" y="2173"/>
                  </a:lnTo>
                  <a:lnTo>
                    <a:pt x="70144" y="2173"/>
                  </a:lnTo>
                  <a:lnTo>
                    <a:pt x="70399" y="2109"/>
                  </a:lnTo>
                  <a:lnTo>
                    <a:pt x="75702" y="11244"/>
                  </a:lnTo>
                  <a:lnTo>
                    <a:pt x="75510" y="11436"/>
                  </a:lnTo>
                  <a:lnTo>
                    <a:pt x="75318" y="11627"/>
                  </a:lnTo>
                  <a:lnTo>
                    <a:pt x="75255" y="11883"/>
                  </a:lnTo>
                  <a:lnTo>
                    <a:pt x="75191" y="12138"/>
                  </a:lnTo>
                  <a:lnTo>
                    <a:pt x="75255" y="12394"/>
                  </a:lnTo>
                  <a:lnTo>
                    <a:pt x="75318" y="12649"/>
                  </a:lnTo>
                  <a:lnTo>
                    <a:pt x="75510" y="12841"/>
                  </a:lnTo>
                  <a:lnTo>
                    <a:pt x="75702" y="12969"/>
                  </a:lnTo>
                  <a:lnTo>
                    <a:pt x="73019" y="17568"/>
                  </a:lnTo>
                  <a:lnTo>
                    <a:pt x="70399" y="22168"/>
                  </a:lnTo>
                  <a:lnTo>
                    <a:pt x="70144" y="22104"/>
                  </a:lnTo>
                  <a:lnTo>
                    <a:pt x="69952" y="22040"/>
                  </a:lnTo>
                  <a:lnTo>
                    <a:pt x="69761" y="22040"/>
                  </a:lnTo>
                  <a:lnTo>
                    <a:pt x="69505" y="22104"/>
                  </a:lnTo>
                  <a:lnTo>
                    <a:pt x="69186" y="22360"/>
                  </a:lnTo>
                  <a:lnTo>
                    <a:pt x="68994" y="22679"/>
                  </a:lnTo>
                  <a:lnTo>
                    <a:pt x="68866" y="23062"/>
                  </a:lnTo>
                  <a:lnTo>
                    <a:pt x="58262" y="23062"/>
                  </a:lnTo>
                  <a:lnTo>
                    <a:pt x="58262" y="22807"/>
                  </a:lnTo>
                  <a:lnTo>
                    <a:pt x="58198" y="22615"/>
                  </a:lnTo>
                  <a:lnTo>
                    <a:pt x="57942" y="22296"/>
                  </a:lnTo>
                  <a:lnTo>
                    <a:pt x="57623" y="22104"/>
                  </a:lnTo>
                  <a:lnTo>
                    <a:pt x="57431" y="22040"/>
                  </a:lnTo>
                  <a:lnTo>
                    <a:pt x="56984" y="22040"/>
                  </a:lnTo>
                  <a:lnTo>
                    <a:pt x="56728" y="22168"/>
                  </a:lnTo>
                  <a:lnTo>
                    <a:pt x="55706" y="20379"/>
                  </a:lnTo>
                  <a:lnTo>
                    <a:pt x="51490" y="12969"/>
                  </a:lnTo>
                  <a:lnTo>
                    <a:pt x="51682" y="12841"/>
                  </a:lnTo>
                  <a:lnTo>
                    <a:pt x="51809" y="12649"/>
                  </a:lnTo>
                  <a:lnTo>
                    <a:pt x="51873" y="12394"/>
                  </a:lnTo>
                  <a:lnTo>
                    <a:pt x="51937" y="12138"/>
                  </a:lnTo>
                  <a:lnTo>
                    <a:pt x="51937" y="11883"/>
                  </a:lnTo>
                  <a:lnTo>
                    <a:pt x="51873" y="11691"/>
                  </a:lnTo>
                  <a:lnTo>
                    <a:pt x="51745" y="11499"/>
                  </a:lnTo>
                  <a:lnTo>
                    <a:pt x="51618" y="11372"/>
                  </a:lnTo>
                  <a:lnTo>
                    <a:pt x="51490" y="11244"/>
                  </a:lnTo>
                  <a:lnTo>
                    <a:pt x="51298" y="11116"/>
                  </a:lnTo>
                  <a:lnTo>
                    <a:pt x="51043" y="11052"/>
                  </a:lnTo>
                  <a:lnTo>
                    <a:pt x="50659" y="11052"/>
                  </a:lnTo>
                  <a:lnTo>
                    <a:pt x="50468" y="11116"/>
                  </a:lnTo>
                  <a:lnTo>
                    <a:pt x="50148" y="11308"/>
                  </a:lnTo>
                  <a:lnTo>
                    <a:pt x="49893" y="11627"/>
                  </a:lnTo>
                  <a:lnTo>
                    <a:pt x="49765" y="12011"/>
                  </a:lnTo>
                  <a:lnTo>
                    <a:pt x="39224" y="12011"/>
                  </a:lnTo>
                  <a:lnTo>
                    <a:pt x="39097" y="11627"/>
                  </a:lnTo>
                  <a:lnTo>
                    <a:pt x="38841" y="11308"/>
                  </a:lnTo>
                  <a:lnTo>
                    <a:pt x="38522" y="11116"/>
                  </a:lnTo>
                  <a:lnTo>
                    <a:pt x="38330" y="11052"/>
                  </a:lnTo>
                  <a:lnTo>
                    <a:pt x="37883" y="11052"/>
                  </a:lnTo>
                  <a:lnTo>
                    <a:pt x="37691" y="11116"/>
                  </a:lnTo>
                  <a:lnTo>
                    <a:pt x="31878" y="1023"/>
                  </a:lnTo>
                  <a:lnTo>
                    <a:pt x="31686" y="1150"/>
                  </a:lnTo>
                  <a:lnTo>
                    <a:pt x="37499" y="11244"/>
                  </a:lnTo>
                  <a:lnTo>
                    <a:pt x="37308" y="11436"/>
                  </a:lnTo>
                  <a:lnTo>
                    <a:pt x="37180" y="11627"/>
                  </a:lnTo>
                  <a:lnTo>
                    <a:pt x="37116" y="11883"/>
                  </a:lnTo>
                  <a:lnTo>
                    <a:pt x="37052" y="12138"/>
                  </a:lnTo>
                  <a:lnTo>
                    <a:pt x="37116" y="12394"/>
                  </a:lnTo>
                  <a:lnTo>
                    <a:pt x="37180" y="12649"/>
                  </a:lnTo>
                  <a:lnTo>
                    <a:pt x="37308" y="12841"/>
                  </a:lnTo>
                  <a:lnTo>
                    <a:pt x="37499" y="12969"/>
                  </a:lnTo>
                  <a:lnTo>
                    <a:pt x="32389" y="21912"/>
                  </a:lnTo>
                  <a:lnTo>
                    <a:pt x="32069" y="21785"/>
                  </a:lnTo>
                  <a:lnTo>
                    <a:pt x="31750" y="21721"/>
                  </a:lnTo>
                  <a:lnTo>
                    <a:pt x="31558" y="21721"/>
                  </a:lnTo>
                  <a:lnTo>
                    <a:pt x="31367" y="21785"/>
                  </a:lnTo>
                  <a:lnTo>
                    <a:pt x="31175" y="21912"/>
                  </a:lnTo>
                  <a:lnTo>
                    <a:pt x="30983" y="22040"/>
                  </a:lnTo>
                  <a:lnTo>
                    <a:pt x="30856" y="22232"/>
                  </a:lnTo>
                  <a:lnTo>
                    <a:pt x="30792" y="22360"/>
                  </a:lnTo>
                  <a:lnTo>
                    <a:pt x="30728" y="22615"/>
                  </a:lnTo>
                  <a:lnTo>
                    <a:pt x="30728" y="22807"/>
                  </a:lnTo>
                  <a:lnTo>
                    <a:pt x="30728" y="23062"/>
                  </a:lnTo>
                  <a:lnTo>
                    <a:pt x="19037" y="23062"/>
                  </a:lnTo>
                  <a:lnTo>
                    <a:pt x="19037" y="23254"/>
                  </a:lnTo>
                  <a:lnTo>
                    <a:pt x="30792" y="23254"/>
                  </a:lnTo>
                  <a:lnTo>
                    <a:pt x="30920" y="23509"/>
                  </a:lnTo>
                  <a:lnTo>
                    <a:pt x="31175" y="23701"/>
                  </a:lnTo>
                  <a:lnTo>
                    <a:pt x="31431" y="23829"/>
                  </a:lnTo>
                  <a:lnTo>
                    <a:pt x="31750" y="23893"/>
                  </a:lnTo>
                  <a:lnTo>
                    <a:pt x="32069" y="23829"/>
                  </a:lnTo>
                  <a:lnTo>
                    <a:pt x="37499" y="33284"/>
                  </a:lnTo>
                  <a:lnTo>
                    <a:pt x="37308" y="33411"/>
                  </a:lnTo>
                  <a:lnTo>
                    <a:pt x="37180" y="33667"/>
                  </a:lnTo>
                  <a:lnTo>
                    <a:pt x="37116" y="33858"/>
                  </a:lnTo>
                  <a:lnTo>
                    <a:pt x="37052" y="34178"/>
                  </a:lnTo>
                  <a:lnTo>
                    <a:pt x="37116" y="34433"/>
                  </a:lnTo>
                  <a:lnTo>
                    <a:pt x="37180" y="34625"/>
                  </a:lnTo>
                  <a:lnTo>
                    <a:pt x="37308" y="34881"/>
                  </a:lnTo>
                  <a:lnTo>
                    <a:pt x="37499" y="35008"/>
                  </a:lnTo>
                  <a:lnTo>
                    <a:pt x="32580" y="43633"/>
                  </a:lnTo>
                  <a:lnTo>
                    <a:pt x="32261" y="44144"/>
                  </a:lnTo>
                  <a:lnTo>
                    <a:pt x="32006" y="44080"/>
                  </a:lnTo>
                  <a:lnTo>
                    <a:pt x="31558" y="44080"/>
                  </a:lnTo>
                  <a:lnTo>
                    <a:pt x="31367" y="44144"/>
                  </a:lnTo>
                  <a:lnTo>
                    <a:pt x="31047" y="44335"/>
                  </a:lnTo>
                  <a:lnTo>
                    <a:pt x="30792" y="44655"/>
                  </a:lnTo>
                  <a:lnTo>
                    <a:pt x="30728" y="45038"/>
                  </a:lnTo>
                  <a:lnTo>
                    <a:pt x="20059" y="45038"/>
                  </a:lnTo>
                  <a:lnTo>
                    <a:pt x="20059" y="44846"/>
                  </a:lnTo>
                  <a:lnTo>
                    <a:pt x="19995" y="44655"/>
                  </a:lnTo>
                  <a:lnTo>
                    <a:pt x="19868" y="44463"/>
                  </a:lnTo>
                  <a:lnTo>
                    <a:pt x="19740" y="44271"/>
                  </a:lnTo>
                  <a:lnTo>
                    <a:pt x="19612" y="44144"/>
                  </a:lnTo>
                  <a:lnTo>
                    <a:pt x="19421" y="44080"/>
                  </a:lnTo>
                  <a:lnTo>
                    <a:pt x="19229" y="44016"/>
                  </a:lnTo>
                  <a:lnTo>
                    <a:pt x="18973" y="43952"/>
                  </a:lnTo>
                  <a:lnTo>
                    <a:pt x="18782" y="44016"/>
                  </a:lnTo>
                  <a:lnTo>
                    <a:pt x="18526" y="44080"/>
                  </a:lnTo>
                  <a:lnTo>
                    <a:pt x="12777" y="34114"/>
                  </a:lnTo>
                  <a:lnTo>
                    <a:pt x="12585" y="34178"/>
                  </a:lnTo>
                  <a:lnTo>
                    <a:pt x="18398" y="44144"/>
                  </a:lnTo>
                  <a:lnTo>
                    <a:pt x="18207" y="44335"/>
                  </a:lnTo>
                  <a:lnTo>
                    <a:pt x="18015" y="44527"/>
                  </a:lnTo>
                  <a:lnTo>
                    <a:pt x="17951" y="44782"/>
                  </a:lnTo>
                  <a:lnTo>
                    <a:pt x="17887" y="45038"/>
                  </a:lnTo>
                  <a:lnTo>
                    <a:pt x="17951" y="45357"/>
                  </a:lnTo>
                  <a:lnTo>
                    <a:pt x="18079" y="45613"/>
                  </a:lnTo>
                  <a:lnTo>
                    <a:pt x="18207" y="45805"/>
                  </a:lnTo>
                  <a:lnTo>
                    <a:pt x="18462" y="45996"/>
                  </a:lnTo>
                  <a:lnTo>
                    <a:pt x="13224" y="55004"/>
                  </a:lnTo>
                  <a:lnTo>
                    <a:pt x="12841" y="54940"/>
                  </a:lnTo>
                  <a:lnTo>
                    <a:pt x="12649" y="55004"/>
                  </a:lnTo>
                  <a:lnTo>
                    <a:pt x="12457" y="55068"/>
                  </a:lnTo>
                  <a:lnTo>
                    <a:pt x="12266" y="55132"/>
                  </a:lnTo>
                  <a:lnTo>
                    <a:pt x="12074" y="55259"/>
                  </a:lnTo>
                  <a:lnTo>
                    <a:pt x="11946" y="55451"/>
                  </a:lnTo>
                  <a:lnTo>
                    <a:pt x="11882" y="55643"/>
                  </a:lnTo>
                  <a:lnTo>
                    <a:pt x="11818" y="55834"/>
                  </a:lnTo>
                  <a:lnTo>
                    <a:pt x="11755" y="56026"/>
                  </a:lnTo>
                  <a:lnTo>
                    <a:pt x="11755" y="56090"/>
                  </a:lnTo>
                  <a:lnTo>
                    <a:pt x="0" y="56090"/>
                  </a:lnTo>
                  <a:lnTo>
                    <a:pt x="0" y="56281"/>
                  </a:lnTo>
                  <a:lnTo>
                    <a:pt x="11818" y="56281"/>
                  </a:lnTo>
                  <a:lnTo>
                    <a:pt x="11946" y="56601"/>
                  </a:lnTo>
                  <a:lnTo>
                    <a:pt x="12138" y="56856"/>
                  </a:lnTo>
                  <a:lnTo>
                    <a:pt x="12457" y="57048"/>
                  </a:lnTo>
                  <a:lnTo>
                    <a:pt x="12841" y="57112"/>
                  </a:lnTo>
                  <a:lnTo>
                    <a:pt x="13096" y="57112"/>
                  </a:lnTo>
                  <a:lnTo>
                    <a:pt x="18462" y="66311"/>
                  </a:lnTo>
                  <a:lnTo>
                    <a:pt x="18271" y="66503"/>
                  </a:lnTo>
                  <a:lnTo>
                    <a:pt x="18143" y="66694"/>
                  </a:lnTo>
                  <a:lnTo>
                    <a:pt x="18015" y="66950"/>
                  </a:lnTo>
                  <a:lnTo>
                    <a:pt x="18015" y="67205"/>
                  </a:lnTo>
                  <a:lnTo>
                    <a:pt x="18015" y="67397"/>
                  </a:lnTo>
                  <a:lnTo>
                    <a:pt x="18079" y="67589"/>
                  </a:lnTo>
                  <a:lnTo>
                    <a:pt x="18207" y="67780"/>
                  </a:lnTo>
                  <a:lnTo>
                    <a:pt x="18335" y="67972"/>
                  </a:lnTo>
                  <a:lnTo>
                    <a:pt x="18462" y="68100"/>
                  </a:lnTo>
                  <a:lnTo>
                    <a:pt x="18654" y="68164"/>
                  </a:lnTo>
                  <a:lnTo>
                    <a:pt x="18846" y="68228"/>
                  </a:lnTo>
                  <a:lnTo>
                    <a:pt x="19101" y="68291"/>
                  </a:lnTo>
                  <a:lnTo>
                    <a:pt x="19293" y="68228"/>
                  </a:lnTo>
                  <a:lnTo>
                    <a:pt x="19484" y="68228"/>
                  </a:lnTo>
                  <a:lnTo>
                    <a:pt x="19804" y="67972"/>
                  </a:lnTo>
                  <a:lnTo>
                    <a:pt x="20059" y="67653"/>
                  </a:lnTo>
                  <a:lnTo>
                    <a:pt x="20187" y="67269"/>
                  </a:lnTo>
                  <a:lnTo>
                    <a:pt x="30728" y="67269"/>
                  </a:lnTo>
                  <a:lnTo>
                    <a:pt x="30792" y="67653"/>
                  </a:lnTo>
                  <a:lnTo>
                    <a:pt x="31047" y="67972"/>
                  </a:lnTo>
                  <a:lnTo>
                    <a:pt x="31367" y="68228"/>
                  </a:lnTo>
                  <a:lnTo>
                    <a:pt x="31558" y="68228"/>
                  </a:lnTo>
                  <a:lnTo>
                    <a:pt x="31750" y="68291"/>
                  </a:lnTo>
                  <a:lnTo>
                    <a:pt x="32006" y="68228"/>
                  </a:lnTo>
                  <a:lnTo>
                    <a:pt x="32197" y="68164"/>
                  </a:lnTo>
                  <a:lnTo>
                    <a:pt x="37499" y="77363"/>
                  </a:lnTo>
                  <a:lnTo>
                    <a:pt x="37372" y="77491"/>
                  </a:lnTo>
                  <a:lnTo>
                    <a:pt x="37244" y="77746"/>
                  </a:lnTo>
                  <a:lnTo>
                    <a:pt x="37116" y="77938"/>
                  </a:lnTo>
                  <a:lnTo>
                    <a:pt x="37116" y="78193"/>
                  </a:lnTo>
                  <a:lnTo>
                    <a:pt x="37116" y="78449"/>
                  </a:lnTo>
                  <a:lnTo>
                    <a:pt x="37244" y="78704"/>
                  </a:lnTo>
                  <a:lnTo>
                    <a:pt x="37372" y="78896"/>
                  </a:lnTo>
                  <a:lnTo>
                    <a:pt x="37499" y="79088"/>
                  </a:lnTo>
                  <a:lnTo>
                    <a:pt x="35072" y="83240"/>
                  </a:lnTo>
                  <a:lnTo>
                    <a:pt x="31750" y="89117"/>
                  </a:lnTo>
                  <a:lnTo>
                    <a:pt x="19037" y="89117"/>
                  </a:lnTo>
                  <a:lnTo>
                    <a:pt x="19037" y="89309"/>
                  </a:lnTo>
                  <a:lnTo>
                    <a:pt x="31750" y="89309"/>
                  </a:lnTo>
                  <a:lnTo>
                    <a:pt x="37436" y="99211"/>
                  </a:lnTo>
                  <a:lnTo>
                    <a:pt x="37308" y="99339"/>
                  </a:lnTo>
                  <a:lnTo>
                    <a:pt x="37180" y="99530"/>
                  </a:lnTo>
                  <a:lnTo>
                    <a:pt x="37116" y="99722"/>
                  </a:lnTo>
                  <a:lnTo>
                    <a:pt x="37116" y="99977"/>
                  </a:lnTo>
                  <a:lnTo>
                    <a:pt x="37116" y="100169"/>
                  </a:lnTo>
                  <a:lnTo>
                    <a:pt x="37180" y="100361"/>
                  </a:lnTo>
                  <a:lnTo>
                    <a:pt x="37308" y="100552"/>
                  </a:lnTo>
                  <a:lnTo>
                    <a:pt x="37436" y="100744"/>
                  </a:lnTo>
                  <a:lnTo>
                    <a:pt x="37563" y="100872"/>
                  </a:lnTo>
                  <a:lnTo>
                    <a:pt x="37755" y="100936"/>
                  </a:lnTo>
                  <a:lnTo>
                    <a:pt x="37947" y="100999"/>
                  </a:lnTo>
                  <a:lnTo>
                    <a:pt x="38202" y="101063"/>
                  </a:lnTo>
                  <a:lnTo>
                    <a:pt x="38394" y="100999"/>
                  </a:lnTo>
                  <a:lnTo>
                    <a:pt x="38586" y="100936"/>
                  </a:lnTo>
                  <a:lnTo>
                    <a:pt x="38777" y="100872"/>
                  </a:lnTo>
                  <a:lnTo>
                    <a:pt x="38969" y="100744"/>
                  </a:lnTo>
                  <a:lnTo>
                    <a:pt x="39097" y="100552"/>
                  </a:lnTo>
                  <a:lnTo>
                    <a:pt x="39160" y="100361"/>
                  </a:lnTo>
                  <a:lnTo>
                    <a:pt x="39224" y="100169"/>
                  </a:lnTo>
                  <a:lnTo>
                    <a:pt x="39288" y="99977"/>
                  </a:lnTo>
                  <a:lnTo>
                    <a:pt x="39224" y="99722"/>
                  </a:lnTo>
                  <a:lnTo>
                    <a:pt x="39160" y="99530"/>
                  </a:lnTo>
                  <a:lnTo>
                    <a:pt x="39097" y="99339"/>
                  </a:lnTo>
                  <a:lnTo>
                    <a:pt x="38969" y="99211"/>
                  </a:lnTo>
                  <a:lnTo>
                    <a:pt x="38777" y="99083"/>
                  </a:lnTo>
                  <a:lnTo>
                    <a:pt x="38586" y="98955"/>
                  </a:lnTo>
                  <a:lnTo>
                    <a:pt x="38394" y="98891"/>
                  </a:lnTo>
                  <a:lnTo>
                    <a:pt x="38202" y="98891"/>
                  </a:lnTo>
                  <a:lnTo>
                    <a:pt x="37883" y="98955"/>
                  </a:lnTo>
                  <a:lnTo>
                    <a:pt x="37563" y="99083"/>
                  </a:lnTo>
                  <a:lnTo>
                    <a:pt x="31878" y="89181"/>
                  </a:lnTo>
                  <a:lnTo>
                    <a:pt x="34689" y="84326"/>
                  </a:lnTo>
                  <a:lnTo>
                    <a:pt x="37691" y="79151"/>
                  </a:lnTo>
                  <a:lnTo>
                    <a:pt x="37947" y="79279"/>
                  </a:lnTo>
                  <a:lnTo>
                    <a:pt x="38394" y="79279"/>
                  </a:lnTo>
                  <a:lnTo>
                    <a:pt x="38586" y="79215"/>
                  </a:lnTo>
                  <a:lnTo>
                    <a:pt x="38905" y="79024"/>
                  </a:lnTo>
                  <a:lnTo>
                    <a:pt x="39160" y="78704"/>
                  </a:lnTo>
                  <a:lnTo>
                    <a:pt x="39224" y="78321"/>
                  </a:lnTo>
                  <a:lnTo>
                    <a:pt x="49765" y="78321"/>
                  </a:lnTo>
                  <a:lnTo>
                    <a:pt x="49893" y="78704"/>
                  </a:lnTo>
                  <a:lnTo>
                    <a:pt x="50148" y="79024"/>
                  </a:lnTo>
                  <a:lnTo>
                    <a:pt x="50468" y="79215"/>
                  </a:lnTo>
                  <a:lnTo>
                    <a:pt x="50659" y="79279"/>
                  </a:lnTo>
                  <a:lnTo>
                    <a:pt x="51107" y="79279"/>
                  </a:lnTo>
                  <a:lnTo>
                    <a:pt x="51298" y="79151"/>
                  </a:lnTo>
                  <a:lnTo>
                    <a:pt x="56601" y="88415"/>
                  </a:lnTo>
                  <a:lnTo>
                    <a:pt x="56473" y="88542"/>
                  </a:lnTo>
                  <a:lnTo>
                    <a:pt x="56345" y="88734"/>
                  </a:lnTo>
                  <a:lnTo>
                    <a:pt x="56217" y="88989"/>
                  </a:lnTo>
                  <a:lnTo>
                    <a:pt x="56217" y="89245"/>
                  </a:lnTo>
                  <a:lnTo>
                    <a:pt x="56217" y="89437"/>
                  </a:lnTo>
                  <a:lnTo>
                    <a:pt x="56281" y="89692"/>
                  </a:lnTo>
                  <a:lnTo>
                    <a:pt x="56409" y="89820"/>
                  </a:lnTo>
                  <a:lnTo>
                    <a:pt x="56537" y="90012"/>
                  </a:lnTo>
                  <a:lnTo>
                    <a:pt x="56664" y="90139"/>
                  </a:lnTo>
                  <a:lnTo>
                    <a:pt x="56856" y="90267"/>
                  </a:lnTo>
                  <a:lnTo>
                    <a:pt x="57048" y="90331"/>
                  </a:lnTo>
                  <a:lnTo>
                    <a:pt x="57495" y="90331"/>
                  </a:lnTo>
                  <a:lnTo>
                    <a:pt x="57687" y="90267"/>
                  </a:lnTo>
                  <a:lnTo>
                    <a:pt x="57878" y="90139"/>
                  </a:lnTo>
                  <a:lnTo>
                    <a:pt x="58070" y="90012"/>
                  </a:lnTo>
                  <a:lnTo>
                    <a:pt x="58198" y="89820"/>
                  </a:lnTo>
                  <a:lnTo>
                    <a:pt x="58262" y="89692"/>
                  </a:lnTo>
                  <a:lnTo>
                    <a:pt x="58325" y="89437"/>
                  </a:lnTo>
                  <a:lnTo>
                    <a:pt x="58389" y="89245"/>
                  </a:lnTo>
                  <a:lnTo>
                    <a:pt x="58325" y="89053"/>
                  </a:lnTo>
                  <a:lnTo>
                    <a:pt x="58262" y="88798"/>
                  </a:lnTo>
                  <a:lnTo>
                    <a:pt x="58198" y="88670"/>
                  </a:lnTo>
                  <a:lnTo>
                    <a:pt x="58070" y="88478"/>
                  </a:lnTo>
                  <a:lnTo>
                    <a:pt x="57878" y="88351"/>
                  </a:lnTo>
                  <a:lnTo>
                    <a:pt x="57687" y="88223"/>
                  </a:lnTo>
                  <a:lnTo>
                    <a:pt x="57495" y="88159"/>
                  </a:lnTo>
                  <a:lnTo>
                    <a:pt x="57303" y="88159"/>
                  </a:lnTo>
                  <a:lnTo>
                    <a:pt x="57048" y="88223"/>
                  </a:lnTo>
                  <a:lnTo>
                    <a:pt x="56792" y="88287"/>
                  </a:lnTo>
                  <a:lnTo>
                    <a:pt x="51490" y="79088"/>
                  </a:lnTo>
                  <a:lnTo>
                    <a:pt x="51682" y="78896"/>
                  </a:lnTo>
                  <a:lnTo>
                    <a:pt x="51809" y="78704"/>
                  </a:lnTo>
                  <a:lnTo>
                    <a:pt x="51873" y="78449"/>
                  </a:lnTo>
                  <a:lnTo>
                    <a:pt x="51937" y="78193"/>
                  </a:lnTo>
                  <a:lnTo>
                    <a:pt x="51873" y="77938"/>
                  </a:lnTo>
                  <a:lnTo>
                    <a:pt x="51809" y="77682"/>
                  </a:lnTo>
                  <a:lnTo>
                    <a:pt x="51682" y="77491"/>
                  </a:lnTo>
                  <a:lnTo>
                    <a:pt x="51490" y="77299"/>
                  </a:lnTo>
                  <a:lnTo>
                    <a:pt x="56728" y="68228"/>
                  </a:lnTo>
                  <a:lnTo>
                    <a:pt x="56984" y="68355"/>
                  </a:lnTo>
                  <a:lnTo>
                    <a:pt x="57303" y="68419"/>
                  </a:lnTo>
                  <a:lnTo>
                    <a:pt x="57495" y="68355"/>
                  </a:lnTo>
                  <a:lnTo>
                    <a:pt x="57687" y="68291"/>
                  </a:lnTo>
                  <a:lnTo>
                    <a:pt x="57878" y="68228"/>
                  </a:lnTo>
                  <a:lnTo>
                    <a:pt x="58070" y="68100"/>
                  </a:lnTo>
                  <a:lnTo>
                    <a:pt x="58198" y="67908"/>
                  </a:lnTo>
                  <a:lnTo>
                    <a:pt x="58262" y="67716"/>
                  </a:lnTo>
                  <a:lnTo>
                    <a:pt x="58325" y="67525"/>
                  </a:lnTo>
                  <a:lnTo>
                    <a:pt x="58389" y="67333"/>
                  </a:lnTo>
                  <a:lnTo>
                    <a:pt x="58389" y="67269"/>
                  </a:lnTo>
                  <a:lnTo>
                    <a:pt x="68802" y="67269"/>
                  </a:lnTo>
                  <a:lnTo>
                    <a:pt x="68802" y="67333"/>
                  </a:lnTo>
                  <a:lnTo>
                    <a:pt x="68802" y="67525"/>
                  </a:lnTo>
                  <a:lnTo>
                    <a:pt x="68866" y="67716"/>
                  </a:lnTo>
                  <a:lnTo>
                    <a:pt x="68994" y="67908"/>
                  </a:lnTo>
                  <a:lnTo>
                    <a:pt x="69122" y="68100"/>
                  </a:lnTo>
                  <a:lnTo>
                    <a:pt x="69313" y="68228"/>
                  </a:lnTo>
                  <a:lnTo>
                    <a:pt x="69441" y="68291"/>
                  </a:lnTo>
                  <a:lnTo>
                    <a:pt x="69697" y="68355"/>
                  </a:lnTo>
                  <a:lnTo>
                    <a:pt x="69888" y="68419"/>
                  </a:lnTo>
                  <a:lnTo>
                    <a:pt x="70208" y="68355"/>
                  </a:lnTo>
                  <a:lnTo>
                    <a:pt x="70463" y="68228"/>
                  </a:lnTo>
                  <a:lnTo>
                    <a:pt x="75638" y="77235"/>
                  </a:lnTo>
                  <a:lnTo>
                    <a:pt x="75318" y="77363"/>
                  </a:lnTo>
                  <a:lnTo>
                    <a:pt x="75127" y="77618"/>
                  </a:lnTo>
                  <a:lnTo>
                    <a:pt x="74999" y="77874"/>
                  </a:lnTo>
                  <a:lnTo>
                    <a:pt x="74935" y="78193"/>
                  </a:lnTo>
                  <a:lnTo>
                    <a:pt x="74999" y="78513"/>
                  </a:lnTo>
                  <a:lnTo>
                    <a:pt x="75127" y="78832"/>
                  </a:lnTo>
                  <a:lnTo>
                    <a:pt x="75318" y="79024"/>
                  </a:lnTo>
                  <a:lnTo>
                    <a:pt x="75574" y="79215"/>
                  </a:lnTo>
                  <a:lnTo>
                    <a:pt x="70399" y="88223"/>
                  </a:lnTo>
                  <a:lnTo>
                    <a:pt x="70144" y="88159"/>
                  </a:lnTo>
                  <a:lnTo>
                    <a:pt x="69888" y="88159"/>
                  </a:lnTo>
                  <a:lnTo>
                    <a:pt x="69697" y="88223"/>
                  </a:lnTo>
                  <a:lnTo>
                    <a:pt x="69505" y="88351"/>
                  </a:lnTo>
                  <a:lnTo>
                    <a:pt x="69377" y="88478"/>
                  </a:lnTo>
                  <a:lnTo>
                    <a:pt x="69186" y="88670"/>
                  </a:lnTo>
                  <a:lnTo>
                    <a:pt x="69122" y="88798"/>
                  </a:lnTo>
                  <a:lnTo>
                    <a:pt x="69058" y="89053"/>
                  </a:lnTo>
                  <a:lnTo>
                    <a:pt x="69058" y="89245"/>
                  </a:lnTo>
                  <a:lnTo>
                    <a:pt x="69058" y="89437"/>
                  </a:lnTo>
                  <a:lnTo>
                    <a:pt x="69122" y="89692"/>
                  </a:lnTo>
                  <a:lnTo>
                    <a:pt x="69186" y="89820"/>
                  </a:lnTo>
                  <a:lnTo>
                    <a:pt x="69377" y="90012"/>
                  </a:lnTo>
                  <a:lnTo>
                    <a:pt x="69505" y="90139"/>
                  </a:lnTo>
                  <a:lnTo>
                    <a:pt x="69697" y="90267"/>
                  </a:lnTo>
                  <a:lnTo>
                    <a:pt x="69888" y="90331"/>
                  </a:lnTo>
                  <a:lnTo>
                    <a:pt x="70336" y="90331"/>
                  </a:lnTo>
                  <a:lnTo>
                    <a:pt x="70527" y="90267"/>
                  </a:lnTo>
                  <a:lnTo>
                    <a:pt x="70719" y="90139"/>
                  </a:lnTo>
                  <a:lnTo>
                    <a:pt x="70847" y="90012"/>
                  </a:lnTo>
                  <a:lnTo>
                    <a:pt x="71038" y="89820"/>
                  </a:lnTo>
                  <a:lnTo>
                    <a:pt x="71102" y="89692"/>
                  </a:lnTo>
                  <a:lnTo>
                    <a:pt x="71166" y="89437"/>
                  </a:lnTo>
                  <a:lnTo>
                    <a:pt x="71166" y="89245"/>
                  </a:lnTo>
                  <a:lnTo>
                    <a:pt x="71166" y="88926"/>
                  </a:lnTo>
                  <a:lnTo>
                    <a:pt x="71038" y="88670"/>
                  </a:lnTo>
                  <a:lnTo>
                    <a:pt x="70847" y="88415"/>
                  </a:lnTo>
                  <a:lnTo>
                    <a:pt x="70591" y="88287"/>
                  </a:lnTo>
                  <a:lnTo>
                    <a:pt x="75766" y="79279"/>
                  </a:lnTo>
                  <a:lnTo>
                    <a:pt x="76277" y="79279"/>
                  </a:lnTo>
                  <a:lnTo>
                    <a:pt x="76468" y="79215"/>
                  </a:lnTo>
                  <a:lnTo>
                    <a:pt x="76660" y="79088"/>
                  </a:lnTo>
                  <a:lnTo>
                    <a:pt x="76788" y="78960"/>
                  </a:lnTo>
                  <a:lnTo>
                    <a:pt x="76915" y="78832"/>
                  </a:lnTo>
                  <a:lnTo>
                    <a:pt x="77043" y="78640"/>
                  </a:lnTo>
                  <a:lnTo>
                    <a:pt x="77107" y="78449"/>
                  </a:lnTo>
                  <a:lnTo>
                    <a:pt x="77107" y="78193"/>
                  </a:lnTo>
                  <a:lnTo>
                    <a:pt x="77107" y="78002"/>
                  </a:lnTo>
                  <a:lnTo>
                    <a:pt x="77043" y="77810"/>
                  </a:lnTo>
                  <a:lnTo>
                    <a:pt x="76915" y="77618"/>
                  </a:lnTo>
                  <a:lnTo>
                    <a:pt x="76788" y="77427"/>
                  </a:lnTo>
                  <a:lnTo>
                    <a:pt x="76660" y="77299"/>
                  </a:lnTo>
                  <a:lnTo>
                    <a:pt x="76468" y="77235"/>
                  </a:lnTo>
                  <a:lnTo>
                    <a:pt x="76277" y="77171"/>
                  </a:lnTo>
                  <a:lnTo>
                    <a:pt x="76021" y="77107"/>
                  </a:lnTo>
                  <a:lnTo>
                    <a:pt x="75829" y="77171"/>
                  </a:lnTo>
                  <a:lnTo>
                    <a:pt x="70591" y="68164"/>
                  </a:lnTo>
                  <a:lnTo>
                    <a:pt x="70783" y="67972"/>
                  </a:lnTo>
                  <a:lnTo>
                    <a:pt x="70847" y="67780"/>
                  </a:lnTo>
                  <a:lnTo>
                    <a:pt x="70974" y="67589"/>
                  </a:lnTo>
                  <a:lnTo>
                    <a:pt x="70974" y="67333"/>
                  </a:lnTo>
                  <a:lnTo>
                    <a:pt x="70910" y="67078"/>
                  </a:lnTo>
                  <a:lnTo>
                    <a:pt x="70847" y="66822"/>
                  </a:lnTo>
                  <a:lnTo>
                    <a:pt x="70719" y="66567"/>
                  </a:lnTo>
                  <a:lnTo>
                    <a:pt x="70463" y="66439"/>
                  </a:lnTo>
                  <a:lnTo>
                    <a:pt x="75829" y="57176"/>
                  </a:lnTo>
                  <a:lnTo>
                    <a:pt x="76085" y="57240"/>
                  </a:lnTo>
                  <a:lnTo>
                    <a:pt x="76468" y="57240"/>
                  </a:lnTo>
                  <a:lnTo>
                    <a:pt x="76660" y="57176"/>
                  </a:lnTo>
                  <a:lnTo>
                    <a:pt x="77043" y="56984"/>
                  </a:lnTo>
                  <a:lnTo>
                    <a:pt x="77235" y="56665"/>
                  </a:lnTo>
                  <a:lnTo>
                    <a:pt x="77363" y="56281"/>
                  </a:lnTo>
                  <a:lnTo>
                    <a:pt x="87967" y="56281"/>
                  </a:lnTo>
                  <a:lnTo>
                    <a:pt x="88031" y="56665"/>
                  </a:lnTo>
                  <a:lnTo>
                    <a:pt x="88287" y="56984"/>
                  </a:lnTo>
                  <a:lnTo>
                    <a:pt x="88606" y="57176"/>
                  </a:lnTo>
                  <a:lnTo>
                    <a:pt x="88798" y="57240"/>
                  </a:lnTo>
                  <a:lnTo>
                    <a:pt x="89245" y="57240"/>
                  </a:lnTo>
                  <a:lnTo>
                    <a:pt x="89437" y="57176"/>
                  </a:lnTo>
                  <a:lnTo>
                    <a:pt x="89628" y="57048"/>
                  </a:lnTo>
                  <a:lnTo>
                    <a:pt x="89756" y="56920"/>
                  </a:lnTo>
                  <a:lnTo>
                    <a:pt x="89884" y="56792"/>
                  </a:lnTo>
                  <a:lnTo>
                    <a:pt x="90012" y="56601"/>
                  </a:lnTo>
                  <a:lnTo>
                    <a:pt x="90075" y="56409"/>
                  </a:lnTo>
                  <a:lnTo>
                    <a:pt x="90075" y="56154"/>
                  </a:lnTo>
                  <a:lnTo>
                    <a:pt x="90075" y="55898"/>
                  </a:lnTo>
                  <a:lnTo>
                    <a:pt x="89948" y="55643"/>
                  </a:lnTo>
                  <a:lnTo>
                    <a:pt x="89820" y="55451"/>
                  </a:lnTo>
                  <a:lnTo>
                    <a:pt x="89628" y="55323"/>
                  </a:lnTo>
                  <a:lnTo>
                    <a:pt x="94931" y="46060"/>
                  </a:lnTo>
                  <a:lnTo>
                    <a:pt x="95250" y="46188"/>
                  </a:lnTo>
                  <a:lnTo>
                    <a:pt x="95569" y="46252"/>
                  </a:lnTo>
                  <a:lnTo>
                    <a:pt x="95761" y="46252"/>
                  </a:lnTo>
                  <a:lnTo>
                    <a:pt x="95953" y="46188"/>
                  </a:lnTo>
                  <a:lnTo>
                    <a:pt x="96272" y="45932"/>
                  </a:lnTo>
                  <a:lnTo>
                    <a:pt x="96528" y="45677"/>
                  </a:lnTo>
                  <a:lnTo>
                    <a:pt x="96592" y="45230"/>
                  </a:lnTo>
                  <a:lnTo>
                    <a:pt x="106941" y="45230"/>
                  </a:lnTo>
                  <a:lnTo>
                    <a:pt x="107068" y="45677"/>
                  </a:lnTo>
                  <a:lnTo>
                    <a:pt x="107260" y="45932"/>
                  </a:lnTo>
                  <a:lnTo>
                    <a:pt x="107579" y="46188"/>
                  </a:lnTo>
                  <a:lnTo>
                    <a:pt x="107771" y="46252"/>
                  </a:lnTo>
                  <a:lnTo>
                    <a:pt x="108218" y="46252"/>
                  </a:lnTo>
                  <a:lnTo>
                    <a:pt x="108410" y="46188"/>
                  </a:lnTo>
                  <a:lnTo>
                    <a:pt x="108602" y="46060"/>
                  </a:lnTo>
                  <a:lnTo>
                    <a:pt x="108793" y="45932"/>
                  </a:lnTo>
                  <a:lnTo>
                    <a:pt x="108921" y="45741"/>
                  </a:lnTo>
                  <a:lnTo>
                    <a:pt x="108985" y="45613"/>
                  </a:lnTo>
                  <a:lnTo>
                    <a:pt x="109049" y="45357"/>
                  </a:lnTo>
                  <a:lnTo>
                    <a:pt x="109113" y="45166"/>
                  </a:lnTo>
                  <a:lnTo>
                    <a:pt x="109049" y="44974"/>
                  </a:lnTo>
                  <a:lnTo>
                    <a:pt x="108985" y="44719"/>
                  </a:lnTo>
                  <a:lnTo>
                    <a:pt x="108921" y="44527"/>
                  </a:lnTo>
                  <a:lnTo>
                    <a:pt x="108793" y="44399"/>
                  </a:lnTo>
                  <a:lnTo>
                    <a:pt x="108602" y="44271"/>
                  </a:lnTo>
                  <a:lnTo>
                    <a:pt x="108410" y="44144"/>
                  </a:lnTo>
                  <a:lnTo>
                    <a:pt x="108218" y="44080"/>
                  </a:lnTo>
                  <a:lnTo>
                    <a:pt x="107771" y="44080"/>
                  </a:lnTo>
                  <a:lnTo>
                    <a:pt x="107579" y="44144"/>
                  </a:lnTo>
                  <a:lnTo>
                    <a:pt x="107260" y="44335"/>
                  </a:lnTo>
                  <a:lnTo>
                    <a:pt x="107068" y="44655"/>
                  </a:lnTo>
                  <a:lnTo>
                    <a:pt x="106941" y="45038"/>
                  </a:lnTo>
                  <a:lnTo>
                    <a:pt x="96592" y="45038"/>
                  </a:lnTo>
                  <a:lnTo>
                    <a:pt x="96528" y="44655"/>
                  </a:lnTo>
                  <a:lnTo>
                    <a:pt x="96272" y="44335"/>
                  </a:lnTo>
                  <a:lnTo>
                    <a:pt x="95953" y="44144"/>
                  </a:lnTo>
                  <a:lnTo>
                    <a:pt x="95761" y="44080"/>
                  </a:lnTo>
                  <a:lnTo>
                    <a:pt x="95569" y="44080"/>
                  </a:lnTo>
                  <a:lnTo>
                    <a:pt x="95250" y="44144"/>
                  </a:lnTo>
                  <a:lnTo>
                    <a:pt x="94931" y="44271"/>
                  </a:lnTo>
                  <a:lnTo>
                    <a:pt x="89628" y="35008"/>
                  </a:lnTo>
                  <a:lnTo>
                    <a:pt x="89820" y="34881"/>
                  </a:lnTo>
                  <a:lnTo>
                    <a:pt x="89948" y="34625"/>
                  </a:lnTo>
                  <a:lnTo>
                    <a:pt x="90075" y="34433"/>
                  </a:lnTo>
                  <a:lnTo>
                    <a:pt x="90075" y="34178"/>
                  </a:lnTo>
                  <a:lnTo>
                    <a:pt x="90075" y="33858"/>
                  </a:lnTo>
                  <a:lnTo>
                    <a:pt x="89948" y="33667"/>
                  </a:lnTo>
                  <a:lnTo>
                    <a:pt x="89820" y="33411"/>
                  </a:lnTo>
                  <a:lnTo>
                    <a:pt x="89628" y="33284"/>
                  </a:lnTo>
                  <a:lnTo>
                    <a:pt x="90395" y="31942"/>
                  </a:lnTo>
                  <a:lnTo>
                    <a:pt x="94931" y="24021"/>
                  </a:lnTo>
                  <a:lnTo>
                    <a:pt x="95250" y="24148"/>
                  </a:lnTo>
                  <a:lnTo>
                    <a:pt x="95569" y="24212"/>
                  </a:lnTo>
                  <a:lnTo>
                    <a:pt x="95761" y="24212"/>
                  </a:lnTo>
                  <a:lnTo>
                    <a:pt x="95953" y="24148"/>
                  </a:lnTo>
                  <a:lnTo>
                    <a:pt x="96272" y="23957"/>
                  </a:lnTo>
                  <a:lnTo>
                    <a:pt x="96528" y="23637"/>
                  </a:lnTo>
                  <a:lnTo>
                    <a:pt x="96592" y="23254"/>
                  </a:lnTo>
                  <a:lnTo>
                    <a:pt x="108027" y="23254"/>
                  </a:lnTo>
                  <a:lnTo>
                    <a:pt x="113840" y="33284"/>
                  </a:lnTo>
                  <a:lnTo>
                    <a:pt x="113648" y="33411"/>
                  </a:lnTo>
                  <a:lnTo>
                    <a:pt x="113521" y="33667"/>
                  </a:lnTo>
                  <a:lnTo>
                    <a:pt x="113393" y="33858"/>
                  </a:lnTo>
                  <a:lnTo>
                    <a:pt x="113393" y="34178"/>
                  </a:lnTo>
                  <a:lnTo>
                    <a:pt x="113393" y="34370"/>
                  </a:lnTo>
                  <a:lnTo>
                    <a:pt x="113457" y="34561"/>
                  </a:lnTo>
                  <a:lnTo>
                    <a:pt x="113585" y="34753"/>
                  </a:lnTo>
                  <a:lnTo>
                    <a:pt x="113712" y="34881"/>
                  </a:lnTo>
                  <a:lnTo>
                    <a:pt x="113840" y="35072"/>
                  </a:lnTo>
                  <a:lnTo>
                    <a:pt x="114032" y="35136"/>
                  </a:lnTo>
                  <a:lnTo>
                    <a:pt x="114223" y="35200"/>
                  </a:lnTo>
                  <a:lnTo>
                    <a:pt x="114671" y="35200"/>
                  </a:lnTo>
                  <a:lnTo>
                    <a:pt x="114862" y="35136"/>
                  </a:lnTo>
                  <a:lnTo>
                    <a:pt x="115054" y="35072"/>
                  </a:lnTo>
                  <a:lnTo>
                    <a:pt x="115245" y="34881"/>
                  </a:lnTo>
                  <a:lnTo>
                    <a:pt x="115373" y="34753"/>
                  </a:lnTo>
                  <a:lnTo>
                    <a:pt x="115437" y="34561"/>
                  </a:lnTo>
                  <a:lnTo>
                    <a:pt x="115501" y="34370"/>
                  </a:lnTo>
                  <a:lnTo>
                    <a:pt x="115501" y="34178"/>
                  </a:lnTo>
                  <a:lnTo>
                    <a:pt x="115501" y="33922"/>
                  </a:lnTo>
                  <a:lnTo>
                    <a:pt x="115437" y="33731"/>
                  </a:lnTo>
                  <a:lnTo>
                    <a:pt x="115373" y="33539"/>
                  </a:lnTo>
                  <a:lnTo>
                    <a:pt x="115245" y="33411"/>
                  </a:lnTo>
                  <a:lnTo>
                    <a:pt x="115054" y="33220"/>
                  </a:lnTo>
                  <a:lnTo>
                    <a:pt x="114862" y="33156"/>
                  </a:lnTo>
                  <a:lnTo>
                    <a:pt x="114671" y="33092"/>
                  </a:lnTo>
                  <a:lnTo>
                    <a:pt x="114223" y="33092"/>
                  </a:lnTo>
                  <a:lnTo>
                    <a:pt x="113968" y="33156"/>
                  </a:lnTo>
                  <a:lnTo>
                    <a:pt x="108154" y="23062"/>
                  </a:lnTo>
                  <a:lnTo>
                    <a:pt x="96592" y="23062"/>
                  </a:lnTo>
                  <a:lnTo>
                    <a:pt x="96528" y="22679"/>
                  </a:lnTo>
                  <a:lnTo>
                    <a:pt x="96272" y="22360"/>
                  </a:lnTo>
                  <a:lnTo>
                    <a:pt x="95953" y="22104"/>
                  </a:lnTo>
                  <a:lnTo>
                    <a:pt x="95761" y="22040"/>
                  </a:lnTo>
                  <a:lnTo>
                    <a:pt x="95569" y="22040"/>
                  </a:lnTo>
                  <a:lnTo>
                    <a:pt x="95250" y="22104"/>
                  </a:lnTo>
                  <a:lnTo>
                    <a:pt x="94931" y="22232"/>
                  </a:lnTo>
                  <a:lnTo>
                    <a:pt x="89628" y="12969"/>
                  </a:lnTo>
                  <a:lnTo>
                    <a:pt x="89820" y="12841"/>
                  </a:lnTo>
                  <a:lnTo>
                    <a:pt x="89948" y="12649"/>
                  </a:lnTo>
                  <a:lnTo>
                    <a:pt x="90075" y="12394"/>
                  </a:lnTo>
                  <a:lnTo>
                    <a:pt x="90075" y="12138"/>
                  </a:lnTo>
                  <a:lnTo>
                    <a:pt x="90075" y="11883"/>
                  </a:lnTo>
                  <a:lnTo>
                    <a:pt x="90012" y="11691"/>
                  </a:lnTo>
                  <a:lnTo>
                    <a:pt x="89884" y="11499"/>
                  </a:lnTo>
                  <a:lnTo>
                    <a:pt x="89756" y="11372"/>
                  </a:lnTo>
                  <a:lnTo>
                    <a:pt x="89628" y="11244"/>
                  </a:lnTo>
                  <a:lnTo>
                    <a:pt x="89437" y="11116"/>
                  </a:lnTo>
                  <a:lnTo>
                    <a:pt x="89245" y="11052"/>
                  </a:lnTo>
                  <a:lnTo>
                    <a:pt x="88798" y="11052"/>
                  </a:lnTo>
                  <a:lnTo>
                    <a:pt x="88606" y="11116"/>
                  </a:lnTo>
                  <a:lnTo>
                    <a:pt x="88287" y="11308"/>
                  </a:lnTo>
                  <a:lnTo>
                    <a:pt x="88031" y="11627"/>
                  </a:lnTo>
                  <a:lnTo>
                    <a:pt x="87967" y="12011"/>
                  </a:lnTo>
                  <a:lnTo>
                    <a:pt x="77363" y="12011"/>
                  </a:lnTo>
                  <a:lnTo>
                    <a:pt x="77235" y="11627"/>
                  </a:lnTo>
                  <a:lnTo>
                    <a:pt x="77043" y="11308"/>
                  </a:lnTo>
                  <a:lnTo>
                    <a:pt x="76660" y="11116"/>
                  </a:lnTo>
                  <a:lnTo>
                    <a:pt x="76468" y="11052"/>
                  </a:lnTo>
                  <a:lnTo>
                    <a:pt x="76085" y="11052"/>
                  </a:lnTo>
                  <a:lnTo>
                    <a:pt x="75829" y="11116"/>
                  </a:lnTo>
                  <a:lnTo>
                    <a:pt x="70527" y="1981"/>
                  </a:lnTo>
                  <a:lnTo>
                    <a:pt x="70719" y="1789"/>
                  </a:lnTo>
                  <a:lnTo>
                    <a:pt x="70910" y="1598"/>
                  </a:lnTo>
                  <a:lnTo>
                    <a:pt x="70974" y="1342"/>
                  </a:lnTo>
                  <a:lnTo>
                    <a:pt x="71038" y="1087"/>
                  </a:lnTo>
                  <a:lnTo>
                    <a:pt x="70974" y="895"/>
                  </a:lnTo>
                  <a:lnTo>
                    <a:pt x="70910" y="703"/>
                  </a:lnTo>
                  <a:lnTo>
                    <a:pt x="70847" y="512"/>
                  </a:lnTo>
                  <a:lnTo>
                    <a:pt x="70719" y="320"/>
                  </a:lnTo>
                  <a:lnTo>
                    <a:pt x="70527" y="192"/>
                  </a:lnTo>
                  <a:lnTo>
                    <a:pt x="70336" y="128"/>
                  </a:lnTo>
                  <a:lnTo>
                    <a:pt x="70144" y="64"/>
                  </a:lnTo>
                  <a:lnTo>
                    <a:pt x="69952" y="1"/>
                  </a:lnTo>
                  <a:close/>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39">
              <a:extLst>
                <a:ext uri="{FF2B5EF4-FFF2-40B4-BE49-F238E27FC236}">
                  <a16:creationId xmlns:a16="http://schemas.microsoft.com/office/drawing/2014/main" id="{8BBEEF18-7948-7086-6B0A-9D193990A25E}"/>
                </a:ext>
              </a:extLst>
            </p:cNvPr>
            <p:cNvSpPr/>
            <p:nvPr/>
          </p:nvSpPr>
          <p:spPr>
            <a:xfrm>
              <a:off x="1399800" y="-802100"/>
              <a:ext cx="2037900" cy="1095625"/>
            </a:xfrm>
            <a:custGeom>
              <a:avLst/>
              <a:gdLst/>
              <a:ahLst/>
              <a:cxnLst/>
              <a:rect l="l" t="t" r="r" b="b"/>
              <a:pathLst>
                <a:path w="81516" h="43825" fill="none" extrusionOk="0">
                  <a:moveTo>
                    <a:pt x="62990" y="959"/>
                  </a:moveTo>
                  <a:lnTo>
                    <a:pt x="62990" y="959"/>
                  </a:lnTo>
                  <a:lnTo>
                    <a:pt x="63181" y="959"/>
                  </a:lnTo>
                  <a:lnTo>
                    <a:pt x="63373" y="895"/>
                  </a:lnTo>
                  <a:lnTo>
                    <a:pt x="63756" y="703"/>
                  </a:lnTo>
                  <a:lnTo>
                    <a:pt x="63948" y="384"/>
                  </a:lnTo>
                  <a:lnTo>
                    <a:pt x="64076" y="1"/>
                  </a:lnTo>
                  <a:lnTo>
                    <a:pt x="74680" y="1"/>
                  </a:lnTo>
                  <a:lnTo>
                    <a:pt x="74680" y="1"/>
                  </a:lnTo>
                  <a:lnTo>
                    <a:pt x="74744" y="384"/>
                  </a:lnTo>
                  <a:lnTo>
                    <a:pt x="75000" y="703"/>
                  </a:lnTo>
                  <a:lnTo>
                    <a:pt x="75319" y="895"/>
                  </a:lnTo>
                  <a:lnTo>
                    <a:pt x="75511" y="959"/>
                  </a:lnTo>
                  <a:lnTo>
                    <a:pt x="75702" y="959"/>
                  </a:lnTo>
                  <a:lnTo>
                    <a:pt x="75702" y="959"/>
                  </a:lnTo>
                  <a:lnTo>
                    <a:pt x="75958" y="959"/>
                  </a:lnTo>
                  <a:lnTo>
                    <a:pt x="76150" y="895"/>
                  </a:lnTo>
                  <a:lnTo>
                    <a:pt x="77747" y="3578"/>
                  </a:lnTo>
                  <a:lnTo>
                    <a:pt x="81516" y="10158"/>
                  </a:lnTo>
                  <a:lnTo>
                    <a:pt x="81516" y="10158"/>
                  </a:lnTo>
                  <a:lnTo>
                    <a:pt x="81388" y="10286"/>
                  </a:lnTo>
                  <a:lnTo>
                    <a:pt x="81260" y="10478"/>
                  </a:lnTo>
                  <a:lnTo>
                    <a:pt x="81196" y="10669"/>
                  </a:lnTo>
                  <a:lnTo>
                    <a:pt x="81196" y="10925"/>
                  </a:lnTo>
                  <a:lnTo>
                    <a:pt x="81196" y="10925"/>
                  </a:lnTo>
                  <a:lnTo>
                    <a:pt x="81196" y="11116"/>
                  </a:lnTo>
                  <a:lnTo>
                    <a:pt x="81260" y="11372"/>
                  </a:lnTo>
                  <a:lnTo>
                    <a:pt x="81388" y="11564"/>
                  </a:lnTo>
                  <a:lnTo>
                    <a:pt x="81516" y="11691"/>
                  </a:lnTo>
                  <a:lnTo>
                    <a:pt x="76150" y="20954"/>
                  </a:lnTo>
                  <a:lnTo>
                    <a:pt x="76150" y="20954"/>
                  </a:lnTo>
                  <a:lnTo>
                    <a:pt x="75958" y="20891"/>
                  </a:lnTo>
                  <a:lnTo>
                    <a:pt x="75702" y="20827"/>
                  </a:lnTo>
                  <a:lnTo>
                    <a:pt x="75702" y="20827"/>
                  </a:lnTo>
                  <a:lnTo>
                    <a:pt x="75511" y="20891"/>
                  </a:lnTo>
                  <a:lnTo>
                    <a:pt x="75319" y="20954"/>
                  </a:lnTo>
                  <a:lnTo>
                    <a:pt x="75000" y="21146"/>
                  </a:lnTo>
                  <a:lnTo>
                    <a:pt x="74744" y="21465"/>
                  </a:lnTo>
                  <a:lnTo>
                    <a:pt x="74680" y="21849"/>
                  </a:lnTo>
                  <a:lnTo>
                    <a:pt x="64076" y="21849"/>
                  </a:lnTo>
                  <a:lnTo>
                    <a:pt x="64076" y="21849"/>
                  </a:lnTo>
                  <a:lnTo>
                    <a:pt x="63948" y="21465"/>
                  </a:lnTo>
                  <a:lnTo>
                    <a:pt x="63756" y="21146"/>
                  </a:lnTo>
                  <a:lnTo>
                    <a:pt x="63373" y="20954"/>
                  </a:lnTo>
                  <a:lnTo>
                    <a:pt x="63181" y="20891"/>
                  </a:lnTo>
                  <a:lnTo>
                    <a:pt x="62990" y="20827"/>
                  </a:lnTo>
                  <a:lnTo>
                    <a:pt x="62990" y="20827"/>
                  </a:lnTo>
                  <a:lnTo>
                    <a:pt x="62798" y="20891"/>
                  </a:lnTo>
                  <a:lnTo>
                    <a:pt x="62606" y="20954"/>
                  </a:lnTo>
                  <a:lnTo>
                    <a:pt x="62415" y="21018"/>
                  </a:lnTo>
                  <a:lnTo>
                    <a:pt x="62223" y="21146"/>
                  </a:lnTo>
                  <a:lnTo>
                    <a:pt x="62095" y="21338"/>
                  </a:lnTo>
                  <a:lnTo>
                    <a:pt x="62031" y="21529"/>
                  </a:lnTo>
                  <a:lnTo>
                    <a:pt x="61968" y="21721"/>
                  </a:lnTo>
                  <a:lnTo>
                    <a:pt x="61904" y="21913"/>
                  </a:lnTo>
                  <a:lnTo>
                    <a:pt x="61904" y="21913"/>
                  </a:lnTo>
                  <a:lnTo>
                    <a:pt x="61968" y="22168"/>
                  </a:lnTo>
                  <a:lnTo>
                    <a:pt x="62031" y="22424"/>
                  </a:lnTo>
                  <a:lnTo>
                    <a:pt x="62223" y="22679"/>
                  </a:lnTo>
                  <a:lnTo>
                    <a:pt x="62415" y="22807"/>
                  </a:lnTo>
                  <a:lnTo>
                    <a:pt x="57049" y="32070"/>
                  </a:lnTo>
                  <a:lnTo>
                    <a:pt x="57049" y="32070"/>
                  </a:lnTo>
                  <a:lnTo>
                    <a:pt x="56857" y="32006"/>
                  </a:lnTo>
                  <a:lnTo>
                    <a:pt x="56601" y="32006"/>
                  </a:lnTo>
                  <a:lnTo>
                    <a:pt x="56601" y="32006"/>
                  </a:lnTo>
                  <a:lnTo>
                    <a:pt x="56218" y="32070"/>
                  </a:lnTo>
                  <a:lnTo>
                    <a:pt x="55899" y="32262"/>
                  </a:lnTo>
                  <a:lnTo>
                    <a:pt x="55707" y="32517"/>
                  </a:lnTo>
                  <a:lnTo>
                    <a:pt x="55579" y="32837"/>
                  </a:lnTo>
                  <a:lnTo>
                    <a:pt x="45038" y="32837"/>
                  </a:lnTo>
                  <a:lnTo>
                    <a:pt x="45038" y="32837"/>
                  </a:lnTo>
                  <a:lnTo>
                    <a:pt x="44911" y="32517"/>
                  </a:lnTo>
                  <a:lnTo>
                    <a:pt x="44655" y="32262"/>
                  </a:lnTo>
                  <a:lnTo>
                    <a:pt x="44336" y="32070"/>
                  </a:lnTo>
                  <a:lnTo>
                    <a:pt x="44016" y="32006"/>
                  </a:lnTo>
                  <a:lnTo>
                    <a:pt x="44016" y="32006"/>
                  </a:lnTo>
                  <a:lnTo>
                    <a:pt x="43761" y="32006"/>
                  </a:lnTo>
                  <a:lnTo>
                    <a:pt x="43569" y="32070"/>
                  </a:lnTo>
                  <a:lnTo>
                    <a:pt x="43377" y="32198"/>
                  </a:lnTo>
                  <a:lnTo>
                    <a:pt x="43250" y="32326"/>
                  </a:lnTo>
                  <a:lnTo>
                    <a:pt x="43122" y="32453"/>
                  </a:lnTo>
                  <a:lnTo>
                    <a:pt x="42994" y="32645"/>
                  </a:lnTo>
                  <a:lnTo>
                    <a:pt x="42930" y="32837"/>
                  </a:lnTo>
                  <a:lnTo>
                    <a:pt x="42930" y="33092"/>
                  </a:lnTo>
                  <a:lnTo>
                    <a:pt x="42930" y="33092"/>
                  </a:lnTo>
                  <a:lnTo>
                    <a:pt x="42930" y="33284"/>
                  </a:lnTo>
                  <a:lnTo>
                    <a:pt x="42994" y="33539"/>
                  </a:lnTo>
                  <a:lnTo>
                    <a:pt x="43122" y="33731"/>
                  </a:lnTo>
                  <a:lnTo>
                    <a:pt x="43250" y="33859"/>
                  </a:lnTo>
                  <a:lnTo>
                    <a:pt x="40247" y="39161"/>
                  </a:lnTo>
                  <a:lnTo>
                    <a:pt x="38011" y="42994"/>
                  </a:lnTo>
                  <a:lnTo>
                    <a:pt x="38011" y="42994"/>
                  </a:lnTo>
                  <a:lnTo>
                    <a:pt x="37820" y="42930"/>
                  </a:lnTo>
                  <a:lnTo>
                    <a:pt x="37564" y="42866"/>
                  </a:lnTo>
                  <a:lnTo>
                    <a:pt x="37564" y="42866"/>
                  </a:lnTo>
                  <a:lnTo>
                    <a:pt x="37372" y="42930"/>
                  </a:lnTo>
                  <a:lnTo>
                    <a:pt x="37181" y="42930"/>
                  </a:lnTo>
                  <a:lnTo>
                    <a:pt x="36861" y="43186"/>
                  </a:lnTo>
                  <a:lnTo>
                    <a:pt x="36606" y="43441"/>
                  </a:lnTo>
                  <a:lnTo>
                    <a:pt x="36478" y="43824"/>
                  </a:lnTo>
                  <a:lnTo>
                    <a:pt x="25937" y="43824"/>
                  </a:lnTo>
                  <a:lnTo>
                    <a:pt x="25937" y="43824"/>
                  </a:lnTo>
                  <a:lnTo>
                    <a:pt x="25873" y="43441"/>
                  </a:lnTo>
                  <a:lnTo>
                    <a:pt x="25618" y="43186"/>
                  </a:lnTo>
                  <a:lnTo>
                    <a:pt x="25299" y="42930"/>
                  </a:lnTo>
                  <a:lnTo>
                    <a:pt x="25107" y="42930"/>
                  </a:lnTo>
                  <a:lnTo>
                    <a:pt x="24915" y="42866"/>
                  </a:lnTo>
                  <a:lnTo>
                    <a:pt x="24915" y="42866"/>
                  </a:lnTo>
                  <a:lnTo>
                    <a:pt x="24660" y="42930"/>
                  </a:lnTo>
                  <a:lnTo>
                    <a:pt x="24404" y="42994"/>
                  </a:lnTo>
                  <a:lnTo>
                    <a:pt x="19102" y="33795"/>
                  </a:lnTo>
                  <a:lnTo>
                    <a:pt x="19102" y="33795"/>
                  </a:lnTo>
                  <a:lnTo>
                    <a:pt x="19293" y="33667"/>
                  </a:lnTo>
                  <a:lnTo>
                    <a:pt x="19421" y="33475"/>
                  </a:lnTo>
                  <a:lnTo>
                    <a:pt x="19549" y="33220"/>
                  </a:lnTo>
                  <a:lnTo>
                    <a:pt x="19549" y="32964"/>
                  </a:lnTo>
                  <a:lnTo>
                    <a:pt x="19549" y="32964"/>
                  </a:lnTo>
                  <a:lnTo>
                    <a:pt x="19549" y="32709"/>
                  </a:lnTo>
                  <a:lnTo>
                    <a:pt x="19421" y="32453"/>
                  </a:lnTo>
                  <a:lnTo>
                    <a:pt x="19293" y="32262"/>
                  </a:lnTo>
                  <a:lnTo>
                    <a:pt x="19102" y="32070"/>
                  </a:lnTo>
                  <a:lnTo>
                    <a:pt x="24404" y="22935"/>
                  </a:lnTo>
                  <a:lnTo>
                    <a:pt x="24404" y="22935"/>
                  </a:lnTo>
                  <a:lnTo>
                    <a:pt x="24596" y="22999"/>
                  </a:lnTo>
                  <a:lnTo>
                    <a:pt x="24851" y="22999"/>
                  </a:lnTo>
                  <a:lnTo>
                    <a:pt x="24851" y="22999"/>
                  </a:lnTo>
                  <a:lnTo>
                    <a:pt x="25043" y="22999"/>
                  </a:lnTo>
                  <a:lnTo>
                    <a:pt x="25299" y="22935"/>
                  </a:lnTo>
                  <a:lnTo>
                    <a:pt x="25426" y="22807"/>
                  </a:lnTo>
                  <a:lnTo>
                    <a:pt x="25618" y="22679"/>
                  </a:lnTo>
                  <a:lnTo>
                    <a:pt x="25746" y="22551"/>
                  </a:lnTo>
                  <a:lnTo>
                    <a:pt x="25873" y="22360"/>
                  </a:lnTo>
                  <a:lnTo>
                    <a:pt x="25937" y="22168"/>
                  </a:lnTo>
                  <a:lnTo>
                    <a:pt x="25937" y="21913"/>
                  </a:lnTo>
                  <a:lnTo>
                    <a:pt x="25937" y="21913"/>
                  </a:lnTo>
                  <a:lnTo>
                    <a:pt x="25937" y="21721"/>
                  </a:lnTo>
                  <a:lnTo>
                    <a:pt x="25873" y="21529"/>
                  </a:lnTo>
                  <a:lnTo>
                    <a:pt x="25746" y="21338"/>
                  </a:lnTo>
                  <a:lnTo>
                    <a:pt x="25618" y="21146"/>
                  </a:lnTo>
                  <a:lnTo>
                    <a:pt x="25426" y="21018"/>
                  </a:lnTo>
                  <a:lnTo>
                    <a:pt x="25299" y="20954"/>
                  </a:lnTo>
                  <a:lnTo>
                    <a:pt x="25043" y="20891"/>
                  </a:lnTo>
                  <a:lnTo>
                    <a:pt x="24851" y="20827"/>
                  </a:lnTo>
                  <a:lnTo>
                    <a:pt x="24851" y="20827"/>
                  </a:lnTo>
                  <a:lnTo>
                    <a:pt x="24660" y="20891"/>
                  </a:lnTo>
                  <a:lnTo>
                    <a:pt x="24404" y="20954"/>
                  </a:lnTo>
                  <a:lnTo>
                    <a:pt x="24276" y="21018"/>
                  </a:lnTo>
                  <a:lnTo>
                    <a:pt x="24085" y="21146"/>
                  </a:lnTo>
                  <a:lnTo>
                    <a:pt x="23957" y="21338"/>
                  </a:lnTo>
                  <a:lnTo>
                    <a:pt x="23829" y="21529"/>
                  </a:lnTo>
                  <a:lnTo>
                    <a:pt x="23765" y="21721"/>
                  </a:lnTo>
                  <a:lnTo>
                    <a:pt x="23765" y="21913"/>
                  </a:lnTo>
                  <a:lnTo>
                    <a:pt x="23765" y="21913"/>
                  </a:lnTo>
                  <a:lnTo>
                    <a:pt x="23829" y="22168"/>
                  </a:lnTo>
                  <a:lnTo>
                    <a:pt x="23893" y="22424"/>
                  </a:lnTo>
                  <a:lnTo>
                    <a:pt x="24021" y="22615"/>
                  </a:lnTo>
                  <a:lnTo>
                    <a:pt x="24212" y="22807"/>
                  </a:lnTo>
                  <a:lnTo>
                    <a:pt x="18910" y="31942"/>
                  </a:lnTo>
                  <a:lnTo>
                    <a:pt x="18910" y="31942"/>
                  </a:lnTo>
                  <a:lnTo>
                    <a:pt x="18719" y="31878"/>
                  </a:lnTo>
                  <a:lnTo>
                    <a:pt x="18463" y="31878"/>
                  </a:lnTo>
                  <a:lnTo>
                    <a:pt x="18463" y="31878"/>
                  </a:lnTo>
                  <a:lnTo>
                    <a:pt x="18271" y="31878"/>
                  </a:lnTo>
                  <a:lnTo>
                    <a:pt x="18080" y="31942"/>
                  </a:lnTo>
                  <a:lnTo>
                    <a:pt x="17760" y="32134"/>
                  </a:lnTo>
                  <a:lnTo>
                    <a:pt x="17505" y="32453"/>
                  </a:lnTo>
                  <a:lnTo>
                    <a:pt x="17441" y="32837"/>
                  </a:lnTo>
                  <a:lnTo>
                    <a:pt x="6900" y="32837"/>
                  </a:lnTo>
                  <a:lnTo>
                    <a:pt x="6900" y="32837"/>
                  </a:lnTo>
                  <a:lnTo>
                    <a:pt x="6772" y="32453"/>
                  </a:lnTo>
                  <a:lnTo>
                    <a:pt x="6517" y="32134"/>
                  </a:lnTo>
                  <a:lnTo>
                    <a:pt x="6197" y="31942"/>
                  </a:lnTo>
                  <a:lnTo>
                    <a:pt x="6006" y="31878"/>
                  </a:lnTo>
                  <a:lnTo>
                    <a:pt x="5814" y="31878"/>
                  </a:lnTo>
                  <a:lnTo>
                    <a:pt x="5814" y="31878"/>
                  </a:lnTo>
                  <a:lnTo>
                    <a:pt x="5559" y="31878"/>
                  </a:lnTo>
                  <a:lnTo>
                    <a:pt x="5303" y="32006"/>
                  </a:lnTo>
                  <a:lnTo>
                    <a:pt x="1" y="22807"/>
                  </a:lnTo>
                  <a:lnTo>
                    <a:pt x="1" y="22807"/>
                  </a:lnTo>
                  <a:lnTo>
                    <a:pt x="256" y="22615"/>
                  </a:lnTo>
                  <a:lnTo>
                    <a:pt x="448" y="22360"/>
                  </a:lnTo>
                  <a:lnTo>
                    <a:pt x="576" y="22104"/>
                  </a:lnTo>
                  <a:lnTo>
                    <a:pt x="640" y="21785"/>
                  </a:lnTo>
                  <a:lnTo>
                    <a:pt x="640" y="21785"/>
                  </a:lnTo>
                  <a:lnTo>
                    <a:pt x="640" y="21529"/>
                  </a:lnTo>
                  <a:lnTo>
                    <a:pt x="512" y="21274"/>
                  </a:lnTo>
                  <a:lnTo>
                    <a:pt x="320" y="21018"/>
                  </a:lnTo>
                  <a:lnTo>
                    <a:pt x="128" y="20891"/>
                  </a:lnTo>
                  <a:lnTo>
                    <a:pt x="5367" y="11819"/>
                  </a:lnTo>
                  <a:lnTo>
                    <a:pt x="5367" y="11819"/>
                  </a:lnTo>
                  <a:lnTo>
                    <a:pt x="5686" y="11883"/>
                  </a:lnTo>
                  <a:lnTo>
                    <a:pt x="5686" y="11883"/>
                  </a:lnTo>
                  <a:lnTo>
                    <a:pt x="6070" y="11819"/>
                  </a:lnTo>
                  <a:lnTo>
                    <a:pt x="6389" y="11627"/>
                  </a:lnTo>
                  <a:lnTo>
                    <a:pt x="6645" y="11372"/>
                  </a:lnTo>
                  <a:lnTo>
                    <a:pt x="6772" y="10989"/>
                  </a:lnTo>
                  <a:lnTo>
                    <a:pt x="17441" y="10989"/>
                  </a:lnTo>
                  <a:lnTo>
                    <a:pt x="17441" y="10989"/>
                  </a:lnTo>
                  <a:lnTo>
                    <a:pt x="17505" y="11372"/>
                  </a:lnTo>
                  <a:lnTo>
                    <a:pt x="17760" y="11691"/>
                  </a:lnTo>
                  <a:lnTo>
                    <a:pt x="18080" y="11883"/>
                  </a:lnTo>
                  <a:lnTo>
                    <a:pt x="18271" y="11947"/>
                  </a:lnTo>
                  <a:lnTo>
                    <a:pt x="18463" y="12011"/>
                  </a:lnTo>
                  <a:lnTo>
                    <a:pt x="18463" y="12011"/>
                  </a:lnTo>
                  <a:lnTo>
                    <a:pt x="18719" y="11947"/>
                  </a:lnTo>
                  <a:lnTo>
                    <a:pt x="18910" y="11883"/>
                  </a:lnTo>
                  <a:lnTo>
                    <a:pt x="19102" y="11819"/>
                  </a:lnTo>
                  <a:lnTo>
                    <a:pt x="19230" y="11691"/>
                  </a:lnTo>
                  <a:lnTo>
                    <a:pt x="19357" y="11500"/>
                  </a:lnTo>
                  <a:lnTo>
                    <a:pt x="19485" y="11308"/>
                  </a:lnTo>
                  <a:lnTo>
                    <a:pt x="19549" y="11116"/>
                  </a:lnTo>
                  <a:lnTo>
                    <a:pt x="19549" y="10925"/>
                  </a:lnTo>
                  <a:lnTo>
                    <a:pt x="19549" y="10925"/>
                  </a:lnTo>
                  <a:lnTo>
                    <a:pt x="19549" y="10669"/>
                  </a:lnTo>
                  <a:lnTo>
                    <a:pt x="19421" y="10414"/>
                  </a:lnTo>
                  <a:lnTo>
                    <a:pt x="19293" y="10222"/>
                  </a:lnTo>
                  <a:lnTo>
                    <a:pt x="19102" y="10030"/>
                  </a:lnTo>
                  <a:lnTo>
                    <a:pt x="24085" y="1406"/>
                  </a:lnTo>
                  <a:lnTo>
                    <a:pt x="24404" y="895"/>
                  </a:lnTo>
                  <a:lnTo>
                    <a:pt x="24404" y="895"/>
                  </a:lnTo>
                  <a:lnTo>
                    <a:pt x="24596" y="959"/>
                  </a:lnTo>
                  <a:lnTo>
                    <a:pt x="24851" y="959"/>
                  </a:lnTo>
                  <a:lnTo>
                    <a:pt x="24851" y="959"/>
                  </a:lnTo>
                  <a:lnTo>
                    <a:pt x="25043" y="959"/>
                  </a:lnTo>
                  <a:lnTo>
                    <a:pt x="25235" y="895"/>
                  </a:lnTo>
                  <a:lnTo>
                    <a:pt x="25554" y="703"/>
                  </a:lnTo>
                  <a:lnTo>
                    <a:pt x="25810" y="384"/>
                  </a:lnTo>
                  <a:lnTo>
                    <a:pt x="25937" y="1"/>
                  </a:lnTo>
                  <a:lnTo>
                    <a:pt x="36478" y="1"/>
                  </a:lnTo>
                  <a:lnTo>
                    <a:pt x="36478" y="1"/>
                  </a:lnTo>
                  <a:lnTo>
                    <a:pt x="36606" y="384"/>
                  </a:lnTo>
                  <a:lnTo>
                    <a:pt x="36861" y="703"/>
                  </a:lnTo>
                  <a:lnTo>
                    <a:pt x="37181" y="895"/>
                  </a:lnTo>
                  <a:lnTo>
                    <a:pt x="37372" y="959"/>
                  </a:lnTo>
                  <a:lnTo>
                    <a:pt x="37564" y="959"/>
                  </a:lnTo>
                  <a:lnTo>
                    <a:pt x="37564" y="959"/>
                  </a:lnTo>
                  <a:lnTo>
                    <a:pt x="37820" y="959"/>
                  </a:lnTo>
                  <a:lnTo>
                    <a:pt x="38011" y="895"/>
                  </a:lnTo>
                  <a:lnTo>
                    <a:pt x="43314" y="10030"/>
                  </a:lnTo>
                  <a:lnTo>
                    <a:pt x="43314" y="10030"/>
                  </a:lnTo>
                  <a:lnTo>
                    <a:pt x="43122" y="10222"/>
                  </a:lnTo>
                  <a:lnTo>
                    <a:pt x="42994" y="10414"/>
                  </a:lnTo>
                  <a:lnTo>
                    <a:pt x="42866" y="10669"/>
                  </a:lnTo>
                  <a:lnTo>
                    <a:pt x="42866" y="10925"/>
                  </a:lnTo>
                  <a:lnTo>
                    <a:pt x="42866" y="10925"/>
                  </a:lnTo>
                  <a:lnTo>
                    <a:pt x="42866" y="11116"/>
                  </a:lnTo>
                  <a:lnTo>
                    <a:pt x="42930" y="11372"/>
                  </a:lnTo>
                  <a:lnTo>
                    <a:pt x="43058" y="11500"/>
                  </a:lnTo>
                  <a:lnTo>
                    <a:pt x="43186" y="11691"/>
                  </a:lnTo>
                  <a:lnTo>
                    <a:pt x="43314" y="11819"/>
                  </a:lnTo>
                  <a:lnTo>
                    <a:pt x="43505" y="11947"/>
                  </a:lnTo>
                  <a:lnTo>
                    <a:pt x="43697" y="12011"/>
                  </a:lnTo>
                  <a:lnTo>
                    <a:pt x="43952" y="12011"/>
                  </a:lnTo>
                  <a:lnTo>
                    <a:pt x="43952" y="12011"/>
                  </a:lnTo>
                  <a:lnTo>
                    <a:pt x="44144" y="12011"/>
                  </a:lnTo>
                  <a:lnTo>
                    <a:pt x="44336" y="11947"/>
                  </a:lnTo>
                  <a:lnTo>
                    <a:pt x="44655" y="11691"/>
                  </a:lnTo>
                  <a:lnTo>
                    <a:pt x="44911" y="11436"/>
                  </a:lnTo>
                  <a:lnTo>
                    <a:pt x="45038" y="10989"/>
                  </a:lnTo>
                  <a:lnTo>
                    <a:pt x="55899" y="10989"/>
                  </a:lnTo>
                  <a:lnTo>
                    <a:pt x="55899" y="10989"/>
                  </a:lnTo>
                  <a:lnTo>
                    <a:pt x="56026" y="11436"/>
                  </a:lnTo>
                  <a:lnTo>
                    <a:pt x="56218" y="11691"/>
                  </a:lnTo>
                  <a:lnTo>
                    <a:pt x="56601" y="11947"/>
                  </a:lnTo>
                  <a:lnTo>
                    <a:pt x="56793" y="12011"/>
                  </a:lnTo>
                  <a:lnTo>
                    <a:pt x="56985" y="12011"/>
                  </a:lnTo>
                  <a:lnTo>
                    <a:pt x="56985" y="12011"/>
                  </a:lnTo>
                  <a:lnTo>
                    <a:pt x="57176" y="12011"/>
                  </a:lnTo>
                  <a:lnTo>
                    <a:pt x="57368" y="11947"/>
                  </a:lnTo>
                  <a:lnTo>
                    <a:pt x="57560" y="11819"/>
                  </a:lnTo>
                  <a:lnTo>
                    <a:pt x="57751" y="11691"/>
                  </a:lnTo>
                  <a:lnTo>
                    <a:pt x="57879" y="11500"/>
                  </a:lnTo>
                  <a:lnTo>
                    <a:pt x="57943" y="11372"/>
                  </a:lnTo>
                  <a:lnTo>
                    <a:pt x="58007" y="11116"/>
                  </a:lnTo>
                  <a:lnTo>
                    <a:pt x="58071" y="10925"/>
                  </a:lnTo>
                  <a:lnTo>
                    <a:pt x="58071" y="10925"/>
                  </a:lnTo>
                  <a:lnTo>
                    <a:pt x="58007" y="10605"/>
                  </a:lnTo>
                  <a:lnTo>
                    <a:pt x="57879" y="10286"/>
                  </a:lnTo>
                  <a:lnTo>
                    <a:pt x="57623" y="10094"/>
                  </a:lnTo>
                  <a:lnTo>
                    <a:pt x="57368" y="9903"/>
                  </a:lnTo>
                  <a:lnTo>
                    <a:pt x="58007" y="8817"/>
                  </a:lnTo>
                  <a:lnTo>
                    <a:pt x="62542" y="895"/>
                  </a:lnTo>
                  <a:lnTo>
                    <a:pt x="62542" y="895"/>
                  </a:lnTo>
                  <a:lnTo>
                    <a:pt x="62798" y="959"/>
                  </a:lnTo>
                  <a:lnTo>
                    <a:pt x="62990" y="959"/>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39">
              <a:extLst>
                <a:ext uri="{FF2B5EF4-FFF2-40B4-BE49-F238E27FC236}">
                  <a16:creationId xmlns:a16="http://schemas.microsoft.com/office/drawing/2014/main" id="{AFAC58D7-27C8-FEED-6B6A-58DC2436FA81}"/>
                </a:ext>
              </a:extLst>
            </p:cNvPr>
            <p:cNvSpPr/>
            <p:nvPr/>
          </p:nvSpPr>
          <p:spPr>
            <a:xfrm>
              <a:off x="2354850" y="-1076800"/>
              <a:ext cx="605325" cy="544625"/>
            </a:xfrm>
            <a:custGeom>
              <a:avLst/>
              <a:gdLst/>
              <a:ahLst/>
              <a:cxnLst/>
              <a:rect l="l" t="t" r="r" b="b"/>
              <a:pathLst>
                <a:path w="24213" h="21785" fill="none" extrusionOk="0">
                  <a:moveTo>
                    <a:pt x="5750" y="959"/>
                  </a:moveTo>
                  <a:lnTo>
                    <a:pt x="5750" y="959"/>
                  </a:lnTo>
                  <a:lnTo>
                    <a:pt x="5942" y="895"/>
                  </a:lnTo>
                  <a:lnTo>
                    <a:pt x="6134" y="895"/>
                  </a:lnTo>
                  <a:lnTo>
                    <a:pt x="6453" y="640"/>
                  </a:lnTo>
                  <a:lnTo>
                    <a:pt x="6709" y="384"/>
                  </a:lnTo>
                  <a:lnTo>
                    <a:pt x="6773" y="1"/>
                  </a:lnTo>
                  <a:lnTo>
                    <a:pt x="17377" y="1"/>
                  </a:lnTo>
                  <a:lnTo>
                    <a:pt x="17377" y="1"/>
                  </a:lnTo>
                  <a:lnTo>
                    <a:pt x="17505" y="384"/>
                  </a:lnTo>
                  <a:lnTo>
                    <a:pt x="17697" y="704"/>
                  </a:lnTo>
                  <a:lnTo>
                    <a:pt x="18080" y="895"/>
                  </a:lnTo>
                  <a:lnTo>
                    <a:pt x="18272" y="959"/>
                  </a:lnTo>
                  <a:lnTo>
                    <a:pt x="18463" y="959"/>
                  </a:lnTo>
                  <a:lnTo>
                    <a:pt x="18463" y="959"/>
                  </a:lnTo>
                  <a:lnTo>
                    <a:pt x="18655" y="959"/>
                  </a:lnTo>
                  <a:lnTo>
                    <a:pt x="18910" y="831"/>
                  </a:lnTo>
                  <a:lnTo>
                    <a:pt x="24213" y="10031"/>
                  </a:lnTo>
                  <a:lnTo>
                    <a:pt x="24213" y="10031"/>
                  </a:lnTo>
                  <a:lnTo>
                    <a:pt x="24021" y="10158"/>
                  </a:lnTo>
                  <a:lnTo>
                    <a:pt x="23829" y="10414"/>
                  </a:lnTo>
                  <a:lnTo>
                    <a:pt x="23766" y="10605"/>
                  </a:lnTo>
                  <a:lnTo>
                    <a:pt x="23702" y="10925"/>
                  </a:lnTo>
                  <a:lnTo>
                    <a:pt x="23702" y="10925"/>
                  </a:lnTo>
                  <a:lnTo>
                    <a:pt x="23766" y="11180"/>
                  </a:lnTo>
                  <a:lnTo>
                    <a:pt x="23829" y="11372"/>
                  </a:lnTo>
                  <a:lnTo>
                    <a:pt x="24021" y="11628"/>
                  </a:lnTo>
                  <a:lnTo>
                    <a:pt x="24213" y="11755"/>
                  </a:lnTo>
                  <a:lnTo>
                    <a:pt x="23957" y="12139"/>
                  </a:lnTo>
                  <a:lnTo>
                    <a:pt x="18974" y="20827"/>
                  </a:lnTo>
                  <a:lnTo>
                    <a:pt x="18974" y="20827"/>
                  </a:lnTo>
                  <a:lnTo>
                    <a:pt x="18783" y="20827"/>
                  </a:lnTo>
                  <a:lnTo>
                    <a:pt x="18783" y="20827"/>
                  </a:lnTo>
                  <a:lnTo>
                    <a:pt x="18591" y="20827"/>
                  </a:lnTo>
                  <a:lnTo>
                    <a:pt x="18399" y="20891"/>
                  </a:lnTo>
                  <a:lnTo>
                    <a:pt x="18016" y="21082"/>
                  </a:lnTo>
                  <a:lnTo>
                    <a:pt x="17824" y="21402"/>
                  </a:lnTo>
                  <a:lnTo>
                    <a:pt x="17697" y="21785"/>
                  </a:lnTo>
                  <a:lnTo>
                    <a:pt x="6836" y="21785"/>
                  </a:lnTo>
                  <a:lnTo>
                    <a:pt x="6836" y="21785"/>
                  </a:lnTo>
                  <a:lnTo>
                    <a:pt x="6709" y="21402"/>
                  </a:lnTo>
                  <a:lnTo>
                    <a:pt x="6453" y="21082"/>
                  </a:lnTo>
                  <a:lnTo>
                    <a:pt x="6134" y="20891"/>
                  </a:lnTo>
                  <a:lnTo>
                    <a:pt x="5942" y="20827"/>
                  </a:lnTo>
                  <a:lnTo>
                    <a:pt x="5750" y="20827"/>
                  </a:lnTo>
                  <a:lnTo>
                    <a:pt x="5750" y="20827"/>
                  </a:lnTo>
                  <a:lnTo>
                    <a:pt x="5495" y="20827"/>
                  </a:lnTo>
                  <a:lnTo>
                    <a:pt x="5303" y="20955"/>
                  </a:lnTo>
                  <a:lnTo>
                    <a:pt x="1" y="11755"/>
                  </a:lnTo>
                  <a:lnTo>
                    <a:pt x="1" y="11755"/>
                  </a:lnTo>
                  <a:lnTo>
                    <a:pt x="193" y="11628"/>
                  </a:lnTo>
                  <a:lnTo>
                    <a:pt x="320" y="11372"/>
                  </a:lnTo>
                  <a:lnTo>
                    <a:pt x="384" y="11180"/>
                  </a:lnTo>
                  <a:lnTo>
                    <a:pt x="448" y="10925"/>
                  </a:lnTo>
                  <a:lnTo>
                    <a:pt x="448" y="10925"/>
                  </a:lnTo>
                  <a:lnTo>
                    <a:pt x="384" y="10605"/>
                  </a:lnTo>
                  <a:lnTo>
                    <a:pt x="320" y="10414"/>
                  </a:lnTo>
                  <a:lnTo>
                    <a:pt x="193" y="10158"/>
                  </a:lnTo>
                  <a:lnTo>
                    <a:pt x="1" y="10031"/>
                  </a:lnTo>
                  <a:lnTo>
                    <a:pt x="5303" y="831"/>
                  </a:lnTo>
                  <a:lnTo>
                    <a:pt x="5303" y="831"/>
                  </a:lnTo>
                  <a:lnTo>
                    <a:pt x="5495" y="895"/>
                  </a:lnTo>
                  <a:lnTo>
                    <a:pt x="5750" y="959"/>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39">
              <a:extLst>
                <a:ext uri="{FF2B5EF4-FFF2-40B4-BE49-F238E27FC236}">
                  <a16:creationId xmlns:a16="http://schemas.microsoft.com/office/drawing/2014/main" id="{36647031-9F17-8B66-28D0-C5DFF3F48918}"/>
                </a:ext>
              </a:extLst>
            </p:cNvPr>
            <p:cNvSpPr/>
            <p:nvPr/>
          </p:nvSpPr>
          <p:spPr>
            <a:xfrm>
              <a:off x="1874150" y="-1353075"/>
              <a:ext cx="608500" cy="546225"/>
            </a:xfrm>
            <a:custGeom>
              <a:avLst/>
              <a:gdLst/>
              <a:ahLst/>
              <a:cxnLst/>
              <a:rect l="l" t="t" r="r" b="b"/>
              <a:pathLst>
                <a:path w="24340" h="21849" fill="none" extrusionOk="0">
                  <a:moveTo>
                    <a:pt x="5877" y="1022"/>
                  </a:moveTo>
                  <a:lnTo>
                    <a:pt x="5877" y="1022"/>
                  </a:lnTo>
                  <a:lnTo>
                    <a:pt x="6069" y="958"/>
                  </a:lnTo>
                  <a:lnTo>
                    <a:pt x="6261" y="895"/>
                  </a:lnTo>
                  <a:lnTo>
                    <a:pt x="6580" y="703"/>
                  </a:lnTo>
                  <a:lnTo>
                    <a:pt x="6836" y="383"/>
                  </a:lnTo>
                  <a:lnTo>
                    <a:pt x="6963" y="0"/>
                  </a:lnTo>
                  <a:lnTo>
                    <a:pt x="17504" y="0"/>
                  </a:lnTo>
                  <a:lnTo>
                    <a:pt x="17504" y="0"/>
                  </a:lnTo>
                  <a:lnTo>
                    <a:pt x="17632" y="383"/>
                  </a:lnTo>
                  <a:lnTo>
                    <a:pt x="17887" y="703"/>
                  </a:lnTo>
                  <a:lnTo>
                    <a:pt x="18207" y="895"/>
                  </a:lnTo>
                  <a:lnTo>
                    <a:pt x="18398" y="958"/>
                  </a:lnTo>
                  <a:lnTo>
                    <a:pt x="18590" y="1022"/>
                  </a:lnTo>
                  <a:lnTo>
                    <a:pt x="18590" y="1022"/>
                  </a:lnTo>
                  <a:lnTo>
                    <a:pt x="18846" y="958"/>
                  </a:lnTo>
                  <a:lnTo>
                    <a:pt x="19037" y="895"/>
                  </a:lnTo>
                  <a:lnTo>
                    <a:pt x="24340" y="10030"/>
                  </a:lnTo>
                  <a:lnTo>
                    <a:pt x="24340" y="10030"/>
                  </a:lnTo>
                  <a:lnTo>
                    <a:pt x="24148" y="10221"/>
                  </a:lnTo>
                  <a:lnTo>
                    <a:pt x="24020" y="10413"/>
                  </a:lnTo>
                  <a:lnTo>
                    <a:pt x="23892" y="10669"/>
                  </a:lnTo>
                  <a:lnTo>
                    <a:pt x="23892" y="10924"/>
                  </a:lnTo>
                  <a:lnTo>
                    <a:pt x="23892" y="10924"/>
                  </a:lnTo>
                  <a:lnTo>
                    <a:pt x="23892" y="11180"/>
                  </a:lnTo>
                  <a:lnTo>
                    <a:pt x="24020" y="11435"/>
                  </a:lnTo>
                  <a:lnTo>
                    <a:pt x="24148" y="11627"/>
                  </a:lnTo>
                  <a:lnTo>
                    <a:pt x="24340" y="11819"/>
                  </a:lnTo>
                  <a:lnTo>
                    <a:pt x="19037" y="20954"/>
                  </a:lnTo>
                  <a:lnTo>
                    <a:pt x="19037" y="20954"/>
                  </a:lnTo>
                  <a:lnTo>
                    <a:pt x="18846" y="20890"/>
                  </a:lnTo>
                  <a:lnTo>
                    <a:pt x="18590" y="20890"/>
                  </a:lnTo>
                  <a:lnTo>
                    <a:pt x="18590" y="20890"/>
                  </a:lnTo>
                  <a:lnTo>
                    <a:pt x="18398" y="20890"/>
                  </a:lnTo>
                  <a:lnTo>
                    <a:pt x="18207" y="20954"/>
                  </a:lnTo>
                  <a:lnTo>
                    <a:pt x="17887" y="21145"/>
                  </a:lnTo>
                  <a:lnTo>
                    <a:pt x="17632" y="21465"/>
                  </a:lnTo>
                  <a:lnTo>
                    <a:pt x="17504" y="21848"/>
                  </a:lnTo>
                  <a:lnTo>
                    <a:pt x="6963" y="21848"/>
                  </a:lnTo>
                  <a:lnTo>
                    <a:pt x="6963" y="21848"/>
                  </a:lnTo>
                  <a:lnTo>
                    <a:pt x="6836" y="21465"/>
                  </a:lnTo>
                  <a:lnTo>
                    <a:pt x="6580" y="21145"/>
                  </a:lnTo>
                  <a:lnTo>
                    <a:pt x="6261" y="20954"/>
                  </a:lnTo>
                  <a:lnTo>
                    <a:pt x="6069" y="20890"/>
                  </a:lnTo>
                  <a:lnTo>
                    <a:pt x="5877" y="20890"/>
                  </a:lnTo>
                  <a:lnTo>
                    <a:pt x="5877" y="20890"/>
                  </a:lnTo>
                  <a:lnTo>
                    <a:pt x="5622" y="20890"/>
                  </a:lnTo>
                  <a:lnTo>
                    <a:pt x="5430" y="20954"/>
                  </a:lnTo>
                  <a:lnTo>
                    <a:pt x="0" y="11563"/>
                  </a:lnTo>
                  <a:lnTo>
                    <a:pt x="0" y="11563"/>
                  </a:lnTo>
                  <a:lnTo>
                    <a:pt x="256" y="11435"/>
                  </a:lnTo>
                  <a:lnTo>
                    <a:pt x="447" y="11180"/>
                  </a:lnTo>
                  <a:lnTo>
                    <a:pt x="575" y="10924"/>
                  </a:lnTo>
                  <a:lnTo>
                    <a:pt x="575" y="10605"/>
                  </a:lnTo>
                  <a:lnTo>
                    <a:pt x="575" y="10605"/>
                  </a:lnTo>
                  <a:lnTo>
                    <a:pt x="575" y="10413"/>
                  </a:lnTo>
                  <a:lnTo>
                    <a:pt x="511" y="10158"/>
                  </a:lnTo>
                  <a:lnTo>
                    <a:pt x="383" y="9966"/>
                  </a:lnTo>
                  <a:lnTo>
                    <a:pt x="256" y="9838"/>
                  </a:lnTo>
                  <a:lnTo>
                    <a:pt x="5430" y="895"/>
                  </a:lnTo>
                  <a:lnTo>
                    <a:pt x="5430" y="895"/>
                  </a:lnTo>
                  <a:lnTo>
                    <a:pt x="5622" y="958"/>
                  </a:lnTo>
                  <a:lnTo>
                    <a:pt x="5877" y="1022"/>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39">
              <a:extLst>
                <a:ext uri="{FF2B5EF4-FFF2-40B4-BE49-F238E27FC236}">
                  <a16:creationId xmlns:a16="http://schemas.microsoft.com/office/drawing/2014/main" id="{3BAABF0C-AC5B-3006-B613-6451167CA036}"/>
                </a:ext>
              </a:extLst>
            </p:cNvPr>
            <p:cNvSpPr/>
            <p:nvPr/>
          </p:nvSpPr>
          <p:spPr>
            <a:xfrm>
              <a:off x="2830800" y="-1353075"/>
              <a:ext cx="606900" cy="546225"/>
            </a:xfrm>
            <a:custGeom>
              <a:avLst/>
              <a:gdLst/>
              <a:ahLst/>
              <a:cxnLst/>
              <a:rect l="l" t="t" r="r" b="b"/>
              <a:pathLst>
                <a:path w="24276" h="21849" fill="none" extrusionOk="0">
                  <a:moveTo>
                    <a:pt x="5750" y="1022"/>
                  </a:moveTo>
                  <a:lnTo>
                    <a:pt x="5750" y="1022"/>
                  </a:lnTo>
                  <a:lnTo>
                    <a:pt x="5941" y="958"/>
                  </a:lnTo>
                  <a:lnTo>
                    <a:pt x="6133" y="895"/>
                  </a:lnTo>
                  <a:lnTo>
                    <a:pt x="6516" y="703"/>
                  </a:lnTo>
                  <a:lnTo>
                    <a:pt x="6708" y="383"/>
                  </a:lnTo>
                  <a:lnTo>
                    <a:pt x="6836" y="0"/>
                  </a:lnTo>
                  <a:lnTo>
                    <a:pt x="17440" y="0"/>
                  </a:lnTo>
                  <a:lnTo>
                    <a:pt x="17440" y="0"/>
                  </a:lnTo>
                  <a:lnTo>
                    <a:pt x="17504" y="383"/>
                  </a:lnTo>
                  <a:lnTo>
                    <a:pt x="17760" y="703"/>
                  </a:lnTo>
                  <a:lnTo>
                    <a:pt x="18079" y="895"/>
                  </a:lnTo>
                  <a:lnTo>
                    <a:pt x="18271" y="958"/>
                  </a:lnTo>
                  <a:lnTo>
                    <a:pt x="18462" y="1022"/>
                  </a:lnTo>
                  <a:lnTo>
                    <a:pt x="18462" y="1022"/>
                  </a:lnTo>
                  <a:lnTo>
                    <a:pt x="18718" y="958"/>
                  </a:lnTo>
                  <a:lnTo>
                    <a:pt x="18910" y="895"/>
                  </a:lnTo>
                  <a:lnTo>
                    <a:pt x="24276" y="10158"/>
                  </a:lnTo>
                  <a:lnTo>
                    <a:pt x="24276" y="10158"/>
                  </a:lnTo>
                  <a:lnTo>
                    <a:pt x="24148" y="10285"/>
                  </a:lnTo>
                  <a:lnTo>
                    <a:pt x="24020" y="10477"/>
                  </a:lnTo>
                  <a:lnTo>
                    <a:pt x="23956" y="10732"/>
                  </a:lnTo>
                  <a:lnTo>
                    <a:pt x="23956" y="10924"/>
                  </a:lnTo>
                  <a:lnTo>
                    <a:pt x="23956" y="10924"/>
                  </a:lnTo>
                  <a:lnTo>
                    <a:pt x="23956" y="11180"/>
                  </a:lnTo>
                  <a:lnTo>
                    <a:pt x="24020" y="11371"/>
                  </a:lnTo>
                  <a:lnTo>
                    <a:pt x="24148" y="11563"/>
                  </a:lnTo>
                  <a:lnTo>
                    <a:pt x="24276" y="11691"/>
                  </a:lnTo>
                  <a:lnTo>
                    <a:pt x="21337" y="16801"/>
                  </a:lnTo>
                  <a:lnTo>
                    <a:pt x="18910" y="20954"/>
                  </a:lnTo>
                  <a:lnTo>
                    <a:pt x="18910" y="20954"/>
                  </a:lnTo>
                  <a:lnTo>
                    <a:pt x="18718" y="20890"/>
                  </a:lnTo>
                  <a:lnTo>
                    <a:pt x="18462" y="20890"/>
                  </a:lnTo>
                  <a:lnTo>
                    <a:pt x="18462" y="20890"/>
                  </a:lnTo>
                  <a:lnTo>
                    <a:pt x="18271" y="20890"/>
                  </a:lnTo>
                  <a:lnTo>
                    <a:pt x="18079" y="20954"/>
                  </a:lnTo>
                  <a:lnTo>
                    <a:pt x="17760" y="21145"/>
                  </a:lnTo>
                  <a:lnTo>
                    <a:pt x="17504" y="21465"/>
                  </a:lnTo>
                  <a:lnTo>
                    <a:pt x="17440" y="21848"/>
                  </a:lnTo>
                  <a:lnTo>
                    <a:pt x="6836" y="21848"/>
                  </a:lnTo>
                  <a:lnTo>
                    <a:pt x="6836" y="21848"/>
                  </a:lnTo>
                  <a:lnTo>
                    <a:pt x="6708" y="21465"/>
                  </a:lnTo>
                  <a:lnTo>
                    <a:pt x="6516" y="21145"/>
                  </a:lnTo>
                  <a:lnTo>
                    <a:pt x="6133" y="20954"/>
                  </a:lnTo>
                  <a:lnTo>
                    <a:pt x="5941" y="20890"/>
                  </a:lnTo>
                  <a:lnTo>
                    <a:pt x="5750" y="20890"/>
                  </a:lnTo>
                  <a:lnTo>
                    <a:pt x="5750" y="20890"/>
                  </a:lnTo>
                  <a:lnTo>
                    <a:pt x="5558" y="20890"/>
                  </a:lnTo>
                  <a:lnTo>
                    <a:pt x="5302" y="20954"/>
                  </a:lnTo>
                  <a:lnTo>
                    <a:pt x="0" y="11819"/>
                  </a:lnTo>
                  <a:lnTo>
                    <a:pt x="0" y="11819"/>
                  </a:lnTo>
                  <a:lnTo>
                    <a:pt x="192" y="11627"/>
                  </a:lnTo>
                  <a:lnTo>
                    <a:pt x="383" y="11435"/>
                  </a:lnTo>
                  <a:lnTo>
                    <a:pt x="447" y="11180"/>
                  </a:lnTo>
                  <a:lnTo>
                    <a:pt x="511" y="10924"/>
                  </a:lnTo>
                  <a:lnTo>
                    <a:pt x="511" y="10924"/>
                  </a:lnTo>
                  <a:lnTo>
                    <a:pt x="447" y="10669"/>
                  </a:lnTo>
                  <a:lnTo>
                    <a:pt x="383" y="10413"/>
                  </a:lnTo>
                  <a:lnTo>
                    <a:pt x="192" y="10221"/>
                  </a:lnTo>
                  <a:lnTo>
                    <a:pt x="0" y="10030"/>
                  </a:lnTo>
                  <a:lnTo>
                    <a:pt x="5175" y="1150"/>
                  </a:lnTo>
                  <a:lnTo>
                    <a:pt x="5302" y="895"/>
                  </a:lnTo>
                  <a:lnTo>
                    <a:pt x="5302" y="895"/>
                  </a:lnTo>
                  <a:lnTo>
                    <a:pt x="5558" y="958"/>
                  </a:lnTo>
                  <a:lnTo>
                    <a:pt x="5750" y="1022"/>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39">
              <a:extLst>
                <a:ext uri="{FF2B5EF4-FFF2-40B4-BE49-F238E27FC236}">
                  <a16:creationId xmlns:a16="http://schemas.microsoft.com/office/drawing/2014/main" id="{AE7D16E3-F52A-09B0-E700-9C646B56B78D}"/>
                </a:ext>
              </a:extLst>
            </p:cNvPr>
            <p:cNvSpPr/>
            <p:nvPr/>
          </p:nvSpPr>
          <p:spPr>
            <a:xfrm>
              <a:off x="1067625" y="-1658125"/>
              <a:ext cx="2887550" cy="2526600"/>
            </a:xfrm>
            <a:custGeom>
              <a:avLst/>
              <a:gdLst/>
              <a:ahLst/>
              <a:cxnLst/>
              <a:rect l="l" t="t" r="r" b="b"/>
              <a:pathLst>
                <a:path w="115502" h="101064" fill="none" extrusionOk="0">
                  <a:moveTo>
                    <a:pt x="69952" y="1"/>
                  </a:moveTo>
                  <a:lnTo>
                    <a:pt x="69952" y="1"/>
                  </a:lnTo>
                  <a:lnTo>
                    <a:pt x="69761" y="64"/>
                  </a:lnTo>
                  <a:lnTo>
                    <a:pt x="69569" y="128"/>
                  </a:lnTo>
                  <a:lnTo>
                    <a:pt x="69186" y="320"/>
                  </a:lnTo>
                  <a:lnTo>
                    <a:pt x="68994" y="639"/>
                  </a:lnTo>
                  <a:lnTo>
                    <a:pt x="68866" y="1023"/>
                  </a:lnTo>
                  <a:lnTo>
                    <a:pt x="57239" y="1023"/>
                  </a:lnTo>
                  <a:lnTo>
                    <a:pt x="57239" y="1214"/>
                  </a:lnTo>
                  <a:lnTo>
                    <a:pt x="68866" y="1214"/>
                  </a:lnTo>
                  <a:lnTo>
                    <a:pt x="68866" y="1214"/>
                  </a:lnTo>
                  <a:lnTo>
                    <a:pt x="68994" y="1598"/>
                  </a:lnTo>
                  <a:lnTo>
                    <a:pt x="69186" y="1917"/>
                  </a:lnTo>
                  <a:lnTo>
                    <a:pt x="69569" y="2109"/>
                  </a:lnTo>
                  <a:lnTo>
                    <a:pt x="69761" y="2173"/>
                  </a:lnTo>
                  <a:lnTo>
                    <a:pt x="69952" y="2173"/>
                  </a:lnTo>
                  <a:lnTo>
                    <a:pt x="69952" y="2173"/>
                  </a:lnTo>
                  <a:lnTo>
                    <a:pt x="70144" y="2173"/>
                  </a:lnTo>
                  <a:lnTo>
                    <a:pt x="70399" y="2109"/>
                  </a:lnTo>
                  <a:lnTo>
                    <a:pt x="75702" y="11244"/>
                  </a:lnTo>
                  <a:lnTo>
                    <a:pt x="75702" y="11244"/>
                  </a:lnTo>
                  <a:lnTo>
                    <a:pt x="75510" y="11436"/>
                  </a:lnTo>
                  <a:lnTo>
                    <a:pt x="75318" y="11627"/>
                  </a:lnTo>
                  <a:lnTo>
                    <a:pt x="75255" y="11883"/>
                  </a:lnTo>
                  <a:lnTo>
                    <a:pt x="75191" y="12138"/>
                  </a:lnTo>
                  <a:lnTo>
                    <a:pt x="75191" y="12138"/>
                  </a:lnTo>
                  <a:lnTo>
                    <a:pt x="75255" y="12394"/>
                  </a:lnTo>
                  <a:lnTo>
                    <a:pt x="75318" y="12649"/>
                  </a:lnTo>
                  <a:lnTo>
                    <a:pt x="75510" y="12841"/>
                  </a:lnTo>
                  <a:lnTo>
                    <a:pt x="75702" y="12969"/>
                  </a:lnTo>
                  <a:lnTo>
                    <a:pt x="73019" y="17568"/>
                  </a:lnTo>
                  <a:lnTo>
                    <a:pt x="70399" y="22168"/>
                  </a:lnTo>
                  <a:lnTo>
                    <a:pt x="70399" y="22168"/>
                  </a:lnTo>
                  <a:lnTo>
                    <a:pt x="70144" y="22104"/>
                  </a:lnTo>
                  <a:lnTo>
                    <a:pt x="69952" y="22040"/>
                  </a:lnTo>
                  <a:lnTo>
                    <a:pt x="69952" y="22040"/>
                  </a:lnTo>
                  <a:lnTo>
                    <a:pt x="69761" y="22040"/>
                  </a:lnTo>
                  <a:lnTo>
                    <a:pt x="69505" y="22104"/>
                  </a:lnTo>
                  <a:lnTo>
                    <a:pt x="69186" y="22360"/>
                  </a:lnTo>
                  <a:lnTo>
                    <a:pt x="68994" y="22679"/>
                  </a:lnTo>
                  <a:lnTo>
                    <a:pt x="68866" y="23062"/>
                  </a:lnTo>
                  <a:lnTo>
                    <a:pt x="58262" y="23062"/>
                  </a:lnTo>
                  <a:lnTo>
                    <a:pt x="58262" y="23062"/>
                  </a:lnTo>
                  <a:lnTo>
                    <a:pt x="58262" y="22807"/>
                  </a:lnTo>
                  <a:lnTo>
                    <a:pt x="58198" y="22615"/>
                  </a:lnTo>
                  <a:lnTo>
                    <a:pt x="57942" y="22296"/>
                  </a:lnTo>
                  <a:lnTo>
                    <a:pt x="57623" y="22104"/>
                  </a:lnTo>
                  <a:lnTo>
                    <a:pt x="57431" y="22040"/>
                  </a:lnTo>
                  <a:lnTo>
                    <a:pt x="57239" y="22040"/>
                  </a:lnTo>
                  <a:lnTo>
                    <a:pt x="57239" y="22040"/>
                  </a:lnTo>
                  <a:lnTo>
                    <a:pt x="56984" y="22040"/>
                  </a:lnTo>
                  <a:lnTo>
                    <a:pt x="56728" y="22168"/>
                  </a:lnTo>
                  <a:lnTo>
                    <a:pt x="55706" y="20379"/>
                  </a:lnTo>
                  <a:lnTo>
                    <a:pt x="51490" y="12969"/>
                  </a:lnTo>
                  <a:lnTo>
                    <a:pt x="51490" y="12969"/>
                  </a:lnTo>
                  <a:lnTo>
                    <a:pt x="51682" y="12841"/>
                  </a:lnTo>
                  <a:lnTo>
                    <a:pt x="51809" y="12649"/>
                  </a:lnTo>
                  <a:lnTo>
                    <a:pt x="51873" y="12394"/>
                  </a:lnTo>
                  <a:lnTo>
                    <a:pt x="51937" y="12138"/>
                  </a:lnTo>
                  <a:lnTo>
                    <a:pt x="51937" y="12138"/>
                  </a:lnTo>
                  <a:lnTo>
                    <a:pt x="51937" y="11883"/>
                  </a:lnTo>
                  <a:lnTo>
                    <a:pt x="51873" y="11691"/>
                  </a:lnTo>
                  <a:lnTo>
                    <a:pt x="51745" y="11499"/>
                  </a:lnTo>
                  <a:lnTo>
                    <a:pt x="51618" y="11372"/>
                  </a:lnTo>
                  <a:lnTo>
                    <a:pt x="51490" y="11244"/>
                  </a:lnTo>
                  <a:lnTo>
                    <a:pt x="51298" y="11116"/>
                  </a:lnTo>
                  <a:lnTo>
                    <a:pt x="51043" y="11052"/>
                  </a:lnTo>
                  <a:lnTo>
                    <a:pt x="50851" y="11052"/>
                  </a:lnTo>
                  <a:lnTo>
                    <a:pt x="50851" y="11052"/>
                  </a:lnTo>
                  <a:lnTo>
                    <a:pt x="50659" y="11052"/>
                  </a:lnTo>
                  <a:lnTo>
                    <a:pt x="50468" y="11116"/>
                  </a:lnTo>
                  <a:lnTo>
                    <a:pt x="50148" y="11308"/>
                  </a:lnTo>
                  <a:lnTo>
                    <a:pt x="49893" y="11627"/>
                  </a:lnTo>
                  <a:lnTo>
                    <a:pt x="49765" y="12011"/>
                  </a:lnTo>
                  <a:lnTo>
                    <a:pt x="39224" y="12011"/>
                  </a:lnTo>
                  <a:lnTo>
                    <a:pt x="39224" y="12011"/>
                  </a:lnTo>
                  <a:lnTo>
                    <a:pt x="39097" y="11627"/>
                  </a:lnTo>
                  <a:lnTo>
                    <a:pt x="38841" y="11308"/>
                  </a:lnTo>
                  <a:lnTo>
                    <a:pt x="38522" y="11116"/>
                  </a:lnTo>
                  <a:lnTo>
                    <a:pt x="38330" y="11052"/>
                  </a:lnTo>
                  <a:lnTo>
                    <a:pt x="38138" y="11052"/>
                  </a:lnTo>
                  <a:lnTo>
                    <a:pt x="38138" y="11052"/>
                  </a:lnTo>
                  <a:lnTo>
                    <a:pt x="37883" y="11052"/>
                  </a:lnTo>
                  <a:lnTo>
                    <a:pt x="37691" y="11116"/>
                  </a:lnTo>
                  <a:lnTo>
                    <a:pt x="31878" y="1023"/>
                  </a:lnTo>
                  <a:lnTo>
                    <a:pt x="31686" y="1150"/>
                  </a:lnTo>
                  <a:lnTo>
                    <a:pt x="37499" y="11244"/>
                  </a:lnTo>
                  <a:lnTo>
                    <a:pt x="37499" y="11244"/>
                  </a:lnTo>
                  <a:lnTo>
                    <a:pt x="37308" y="11436"/>
                  </a:lnTo>
                  <a:lnTo>
                    <a:pt x="37180" y="11627"/>
                  </a:lnTo>
                  <a:lnTo>
                    <a:pt x="37116" y="11883"/>
                  </a:lnTo>
                  <a:lnTo>
                    <a:pt x="37052" y="12138"/>
                  </a:lnTo>
                  <a:lnTo>
                    <a:pt x="37052" y="12138"/>
                  </a:lnTo>
                  <a:lnTo>
                    <a:pt x="37116" y="12394"/>
                  </a:lnTo>
                  <a:lnTo>
                    <a:pt x="37180" y="12649"/>
                  </a:lnTo>
                  <a:lnTo>
                    <a:pt x="37308" y="12841"/>
                  </a:lnTo>
                  <a:lnTo>
                    <a:pt x="37499" y="12969"/>
                  </a:lnTo>
                  <a:lnTo>
                    <a:pt x="32389" y="21912"/>
                  </a:lnTo>
                  <a:lnTo>
                    <a:pt x="32389" y="21912"/>
                  </a:lnTo>
                  <a:lnTo>
                    <a:pt x="32069" y="21785"/>
                  </a:lnTo>
                  <a:lnTo>
                    <a:pt x="31750" y="21721"/>
                  </a:lnTo>
                  <a:lnTo>
                    <a:pt x="31750" y="21721"/>
                  </a:lnTo>
                  <a:lnTo>
                    <a:pt x="31558" y="21721"/>
                  </a:lnTo>
                  <a:lnTo>
                    <a:pt x="31367" y="21785"/>
                  </a:lnTo>
                  <a:lnTo>
                    <a:pt x="31175" y="21912"/>
                  </a:lnTo>
                  <a:lnTo>
                    <a:pt x="30983" y="22040"/>
                  </a:lnTo>
                  <a:lnTo>
                    <a:pt x="30856" y="22232"/>
                  </a:lnTo>
                  <a:lnTo>
                    <a:pt x="30792" y="22360"/>
                  </a:lnTo>
                  <a:lnTo>
                    <a:pt x="30728" y="22615"/>
                  </a:lnTo>
                  <a:lnTo>
                    <a:pt x="30728" y="22807"/>
                  </a:lnTo>
                  <a:lnTo>
                    <a:pt x="30728" y="22807"/>
                  </a:lnTo>
                  <a:lnTo>
                    <a:pt x="30728" y="23062"/>
                  </a:lnTo>
                  <a:lnTo>
                    <a:pt x="19037" y="23062"/>
                  </a:lnTo>
                  <a:lnTo>
                    <a:pt x="19037" y="23062"/>
                  </a:lnTo>
                  <a:lnTo>
                    <a:pt x="19037" y="23254"/>
                  </a:lnTo>
                  <a:lnTo>
                    <a:pt x="19037" y="23254"/>
                  </a:lnTo>
                  <a:lnTo>
                    <a:pt x="30792" y="23254"/>
                  </a:lnTo>
                  <a:lnTo>
                    <a:pt x="30792" y="23254"/>
                  </a:lnTo>
                  <a:lnTo>
                    <a:pt x="30920" y="23509"/>
                  </a:lnTo>
                  <a:lnTo>
                    <a:pt x="31175" y="23701"/>
                  </a:lnTo>
                  <a:lnTo>
                    <a:pt x="31431" y="23829"/>
                  </a:lnTo>
                  <a:lnTo>
                    <a:pt x="31750" y="23893"/>
                  </a:lnTo>
                  <a:lnTo>
                    <a:pt x="31750" y="23893"/>
                  </a:lnTo>
                  <a:lnTo>
                    <a:pt x="32069" y="23829"/>
                  </a:lnTo>
                  <a:lnTo>
                    <a:pt x="37499" y="33284"/>
                  </a:lnTo>
                  <a:lnTo>
                    <a:pt x="37499" y="33284"/>
                  </a:lnTo>
                  <a:lnTo>
                    <a:pt x="37308" y="33411"/>
                  </a:lnTo>
                  <a:lnTo>
                    <a:pt x="37180" y="33667"/>
                  </a:lnTo>
                  <a:lnTo>
                    <a:pt x="37116" y="33858"/>
                  </a:lnTo>
                  <a:lnTo>
                    <a:pt x="37052" y="34178"/>
                  </a:lnTo>
                  <a:lnTo>
                    <a:pt x="37052" y="34178"/>
                  </a:lnTo>
                  <a:lnTo>
                    <a:pt x="37116" y="34433"/>
                  </a:lnTo>
                  <a:lnTo>
                    <a:pt x="37180" y="34625"/>
                  </a:lnTo>
                  <a:lnTo>
                    <a:pt x="37308" y="34881"/>
                  </a:lnTo>
                  <a:lnTo>
                    <a:pt x="37499" y="35008"/>
                  </a:lnTo>
                  <a:lnTo>
                    <a:pt x="32580" y="43633"/>
                  </a:lnTo>
                  <a:lnTo>
                    <a:pt x="32261" y="44144"/>
                  </a:lnTo>
                  <a:lnTo>
                    <a:pt x="32261" y="44144"/>
                  </a:lnTo>
                  <a:lnTo>
                    <a:pt x="32006" y="44080"/>
                  </a:lnTo>
                  <a:lnTo>
                    <a:pt x="31750" y="44080"/>
                  </a:lnTo>
                  <a:lnTo>
                    <a:pt x="31750" y="44080"/>
                  </a:lnTo>
                  <a:lnTo>
                    <a:pt x="31558" y="44080"/>
                  </a:lnTo>
                  <a:lnTo>
                    <a:pt x="31367" y="44144"/>
                  </a:lnTo>
                  <a:lnTo>
                    <a:pt x="31047" y="44335"/>
                  </a:lnTo>
                  <a:lnTo>
                    <a:pt x="30792" y="44655"/>
                  </a:lnTo>
                  <a:lnTo>
                    <a:pt x="30728" y="45038"/>
                  </a:lnTo>
                  <a:lnTo>
                    <a:pt x="20059" y="45038"/>
                  </a:lnTo>
                  <a:lnTo>
                    <a:pt x="20059" y="45038"/>
                  </a:lnTo>
                  <a:lnTo>
                    <a:pt x="20059" y="44846"/>
                  </a:lnTo>
                  <a:lnTo>
                    <a:pt x="19995" y="44655"/>
                  </a:lnTo>
                  <a:lnTo>
                    <a:pt x="19868" y="44463"/>
                  </a:lnTo>
                  <a:lnTo>
                    <a:pt x="19740" y="44271"/>
                  </a:lnTo>
                  <a:lnTo>
                    <a:pt x="19612" y="44144"/>
                  </a:lnTo>
                  <a:lnTo>
                    <a:pt x="19421" y="44080"/>
                  </a:lnTo>
                  <a:lnTo>
                    <a:pt x="19229" y="44016"/>
                  </a:lnTo>
                  <a:lnTo>
                    <a:pt x="18973" y="43952"/>
                  </a:lnTo>
                  <a:lnTo>
                    <a:pt x="18973" y="43952"/>
                  </a:lnTo>
                  <a:lnTo>
                    <a:pt x="18782" y="44016"/>
                  </a:lnTo>
                  <a:lnTo>
                    <a:pt x="18526" y="44080"/>
                  </a:lnTo>
                  <a:lnTo>
                    <a:pt x="12777" y="34114"/>
                  </a:lnTo>
                  <a:lnTo>
                    <a:pt x="12585" y="34178"/>
                  </a:lnTo>
                  <a:lnTo>
                    <a:pt x="18398" y="44144"/>
                  </a:lnTo>
                  <a:lnTo>
                    <a:pt x="18398" y="44144"/>
                  </a:lnTo>
                  <a:lnTo>
                    <a:pt x="18207" y="44335"/>
                  </a:lnTo>
                  <a:lnTo>
                    <a:pt x="18015" y="44527"/>
                  </a:lnTo>
                  <a:lnTo>
                    <a:pt x="17951" y="44782"/>
                  </a:lnTo>
                  <a:lnTo>
                    <a:pt x="17887" y="45038"/>
                  </a:lnTo>
                  <a:lnTo>
                    <a:pt x="17887" y="45038"/>
                  </a:lnTo>
                  <a:lnTo>
                    <a:pt x="17951" y="45357"/>
                  </a:lnTo>
                  <a:lnTo>
                    <a:pt x="18079" y="45613"/>
                  </a:lnTo>
                  <a:lnTo>
                    <a:pt x="18207" y="45805"/>
                  </a:lnTo>
                  <a:lnTo>
                    <a:pt x="18462" y="45996"/>
                  </a:lnTo>
                  <a:lnTo>
                    <a:pt x="13224" y="55004"/>
                  </a:lnTo>
                  <a:lnTo>
                    <a:pt x="13224" y="55004"/>
                  </a:lnTo>
                  <a:lnTo>
                    <a:pt x="12841" y="54940"/>
                  </a:lnTo>
                  <a:lnTo>
                    <a:pt x="12841" y="54940"/>
                  </a:lnTo>
                  <a:lnTo>
                    <a:pt x="12649" y="55004"/>
                  </a:lnTo>
                  <a:lnTo>
                    <a:pt x="12457" y="55068"/>
                  </a:lnTo>
                  <a:lnTo>
                    <a:pt x="12266" y="55132"/>
                  </a:lnTo>
                  <a:lnTo>
                    <a:pt x="12074" y="55259"/>
                  </a:lnTo>
                  <a:lnTo>
                    <a:pt x="11946" y="55451"/>
                  </a:lnTo>
                  <a:lnTo>
                    <a:pt x="11882" y="55643"/>
                  </a:lnTo>
                  <a:lnTo>
                    <a:pt x="11818" y="55834"/>
                  </a:lnTo>
                  <a:lnTo>
                    <a:pt x="11755" y="56026"/>
                  </a:lnTo>
                  <a:lnTo>
                    <a:pt x="11755" y="56090"/>
                  </a:lnTo>
                  <a:lnTo>
                    <a:pt x="0" y="56090"/>
                  </a:lnTo>
                  <a:lnTo>
                    <a:pt x="0" y="56281"/>
                  </a:lnTo>
                  <a:lnTo>
                    <a:pt x="11818" y="56281"/>
                  </a:lnTo>
                  <a:lnTo>
                    <a:pt x="11818" y="56281"/>
                  </a:lnTo>
                  <a:lnTo>
                    <a:pt x="11946" y="56601"/>
                  </a:lnTo>
                  <a:lnTo>
                    <a:pt x="12138" y="56856"/>
                  </a:lnTo>
                  <a:lnTo>
                    <a:pt x="12457" y="57048"/>
                  </a:lnTo>
                  <a:lnTo>
                    <a:pt x="12841" y="57112"/>
                  </a:lnTo>
                  <a:lnTo>
                    <a:pt x="12841" y="57112"/>
                  </a:lnTo>
                  <a:lnTo>
                    <a:pt x="13096" y="57112"/>
                  </a:lnTo>
                  <a:lnTo>
                    <a:pt x="18462" y="66311"/>
                  </a:lnTo>
                  <a:lnTo>
                    <a:pt x="18462" y="66311"/>
                  </a:lnTo>
                  <a:lnTo>
                    <a:pt x="18271" y="66503"/>
                  </a:lnTo>
                  <a:lnTo>
                    <a:pt x="18143" y="66694"/>
                  </a:lnTo>
                  <a:lnTo>
                    <a:pt x="18015" y="66950"/>
                  </a:lnTo>
                  <a:lnTo>
                    <a:pt x="18015" y="67205"/>
                  </a:lnTo>
                  <a:lnTo>
                    <a:pt x="18015" y="67205"/>
                  </a:lnTo>
                  <a:lnTo>
                    <a:pt x="18015" y="67397"/>
                  </a:lnTo>
                  <a:lnTo>
                    <a:pt x="18079" y="67589"/>
                  </a:lnTo>
                  <a:lnTo>
                    <a:pt x="18207" y="67780"/>
                  </a:lnTo>
                  <a:lnTo>
                    <a:pt x="18335" y="67972"/>
                  </a:lnTo>
                  <a:lnTo>
                    <a:pt x="18462" y="68100"/>
                  </a:lnTo>
                  <a:lnTo>
                    <a:pt x="18654" y="68164"/>
                  </a:lnTo>
                  <a:lnTo>
                    <a:pt x="18846" y="68228"/>
                  </a:lnTo>
                  <a:lnTo>
                    <a:pt x="19101" y="68291"/>
                  </a:lnTo>
                  <a:lnTo>
                    <a:pt x="19101" y="68291"/>
                  </a:lnTo>
                  <a:lnTo>
                    <a:pt x="19293" y="68228"/>
                  </a:lnTo>
                  <a:lnTo>
                    <a:pt x="19484" y="68228"/>
                  </a:lnTo>
                  <a:lnTo>
                    <a:pt x="19804" y="67972"/>
                  </a:lnTo>
                  <a:lnTo>
                    <a:pt x="20059" y="67653"/>
                  </a:lnTo>
                  <a:lnTo>
                    <a:pt x="20187" y="67269"/>
                  </a:lnTo>
                  <a:lnTo>
                    <a:pt x="30728" y="67269"/>
                  </a:lnTo>
                  <a:lnTo>
                    <a:pt x="30728" y="67269"/>
                  </a:lnTo>
                  <a:lnTo>
                    <a:pt x="30792" y="67653"/>
                  </a:lnTo>
                  <a:lnTo>
                    <a:pt x="31047" y="67972"/>
                  </a:lnTo>
                  <a:lnTo>
                    <a:pt x="31367" y="68228"/>
                  </a:lnTo>
                  <a:lnTo>
                    <a:pt x="31558" y="68228"/>
                  </a:lnTo>
                  <a:lnTo>
                    <a:pt x="31750" y="68291"/>
                  </a:lnTo>
                  <a:lnTo>
                    <a:pt x="31750" y="68291"/>
                  </a:lnTo>
                  <a:lnTo>
                    <a:pt x="32006" y="68228"/>
                  </a:lnTo>
                  <a:lnTo>
                    <a:pt x="32197" y="68164"/>
                  </a:lnTo>
                  <a:lnTo>
                    <a:pt x="37499" y="77363"/>
                  </a:lnTo>
                  <a:lnTo>
                    <a:pt x="37499" y="77363"/>
                  </a:lnTo>
                  <a:lnTo>
                    <a:pt x="37372" y="77491"/>
                  </a:lnTo>
                  <a:lnTo>
                    <a:pt x="37244" y="77746"/>
                  </a:lnTo>
                  <a:lnTo>
                    <a:pt x="37116" y="77938"/>
                  </a:lnTo>
                  <a:lnTo>
                    <a:pt x="37116" y="78193"/>
                  </a:lnTo>
                  <a:lnTo>
                    <a:pt x="37116" y="78193"/>
                  </a:lnTo>
                  <a:lnTo>
                    <a:pt x="37116" y="78449"/>
                  </a:lnTo>
                  <a:lnTo>
                    <a:pt x="37244" y="78704"/>
                  </a:lnTo>
                  <a:lnTo>
                    <a:pt x="37372" y="78896"/>
                  </a:lnTo>
                  <a:lnTo>
                    <a:pt x="37499" y="79088"/>
                  </a:lnTo>
                  <a:lnTo>
                    <a:pt x="35072" y="83240"/>
                  </a:lnTo>
                  <a:lnTo>
                    <a:pt x="31750" y="89117"/>
                  </a:lnTo>
                  <a:lnTo>
                    <a:pt x="19037" y="89117"/>
                  </a:lnTo>
                  <a:lnTo>
                    <a:pt x="19037" y="89309"/>
                  </a:lnTo>
                  <a:lnTo>
                    <a:pt x="31750" y="89309"/>
                  </a:lnTo>
                  <a:lnTo>
                    <a:pt x="37436" y="99211"/>
                  </a:lnTo>
                  <a:lnTo>
                    <a:pt x="37436" y="99211"/>
                  </a:lnTo>
                  <a:lnTo>
                    <a:pt x="37308" y="99339"/>
                  </a:lnTo>
                  <a:lnTo>
                    <a:pt x="37180" y="99530"/>
                  </a:lnTo>
                  <a:lnTo>
                    <a:pt x="37116" y="99722"/>
                  </a:lnTo>
                  <a:lnTo>
                    <a:pt x="37116" y="99977"/>
                  </a:lnTo>
                  <a:lnTo>
                    <a:pt x="37116" y="99977"/>
                  </a:lnTo>
                  <a:lnTo>
                    <a:pt x="37116" y="100169"/>
                  </a:lnTo>
                  <a:lnTo>
                    <a:pt x="37180" y="100361"/>
                  </a:lnTo>
                  <a:lnTo>
                    <a:pt x="37308" y="100552"/>
                  </a:lnTo>
                  <a:lnTo>
                    <a:pt x="37436" y="100744"/>
                  </a:lnTo>
                  <a:lnTo>
                    <a:pt x="37563" y="100872"/>
                  </a:lnTo>
                  <a:lnTo>
                    <a:pt x="37755" y="100936"/>
                  </a:lnTo>
                  <a:lnTo>
                    <a:pt x="37947" y="100999"/>
                  </a:lnTo>
                  <a:lnTo>
                    <a:pt x="38202" y="101063"/>
                  </a:lnTo>
                  <a:lnTo>
                    <a:pt x="38202" y="101063"/>
                  </a:lnTo>
                  <a:lnTo>
                    <a:pt x="38394" y="100999"/>
                  </a:lnTo>
                  <a:lnTo>
                    <a:pt x="38586" y="100936"/>
                  </a:lnTo>
                  <a:lnTo>
                    <a:pt x="38777" y="100872"/>
                  </a:lnTo>
                  <a:lnTo>
                    <a:pt x="38969" y="100744"/>
                  </a:lnTo>
                  <a:lnTo>
                    <a:pt x="39097" y="100552"/>
                  </a:lnTo>
                  <a:lnTo>
                    <a:pt x="39160" y="100361"/>
                  </a:lnTo>
                  <a:lnTo>
                    <a:pt x="39224" y="100169"/>
                  </a:lnTo>
                  <a:lnTo>
                    <a:pt x="39288" y="99977"/>
                  </a:lnTo>
                  <a:lnTo>
                    <a:pt x="39288" y="99977"/>
                  </a:lnTo>
                  <a:lnTo>
                    <a:pt x="39224" y="99722"/>
                  </a:lnTo>
                  <a:lnTo>
                    <a:pt x="39160" y="99530"/>
                  </a:lnTo>
                  <a:lnTo>
                    <a:pt x="39097" y="99339"/>
                  </a:lnTo>
                  <a:lnTo>
                    <a:pt x="38969" y="99211"/>
                  </a:lnTo>
                  <a:lnTo>
                    <a:pt x="38777" y="99083"/>
                  </a:lnTo>
                  <a:lnTo>
                    <a:pt x="38586" y="98955"/>
                  </a:lnTo>
                  <a:lnTo>
                    <a:pt x="38394" y="98891"/>
                  </a:lnTo>
                  <a:lnTo>
                    <a:pt x="38202" y="98891"/>
                  </a:lnTo>
                  <a:lnTo>
                    <a:pt x="38202" y="98891"/>
                  </a:lnTo>
                  <a:lnTo>
                    <a:pt x="37883" y="98955"/>
                  </a:lnTo>
                  <a:lnTo>
                    <a:pt x="37563" y="99083"/>
                  </a:lnTo>
                  <a:lnTo>
                    <a:pt x="31878" y="89181"/>
                  </a:lnTo>
                  <a:lnTo>
                    <a:pt x="34689" y="84326"/>
                  </a:lnTo>
                  <a:lnTo>
                    <a:pt x="37691" y="79151"/>
                  </a:lnTo>
                  <a:lnTo>
                    <a:pt x="37691" y="79151"/>
                  </a:lnTo>
                  <a:lnTo>
                    <a:pt x="37947" y="79279"/>
                  </a:lnTo>
                  <a:lnTo>
                    <a:pt x="38202" y="79279"/>
                  </a:lnTo>
                  <a:lnTo>
                    <a:pt x="38202" y="79279"/>
                  </a:lnTo>
                  <a:lnTo>
                    <a:pt x="38394" y="79279"/>
                  </a:lnTo>
                  <a:lnTo>
                    <a:pt x="38586" y="79215"/>
                  </a:lnTo>
                  <a:lnTo>
                    <a:pt x="38905" y="79024"/>
                  </a:lnTo>
                  <a:lnTo>
                    <a:pt x="39160" y="78704"/>
                  </a:lnTo>
                  <a:lnTo>
                    <a:pt x="39224" y="78321"/>
                  </a:lnTo>
                  <a:lnTo>
                    <a:pt x="49765" y="78321"/>
                  </a:lnTo>
                  <a:lnTo>
                    <a:pt x="49765" y="78321"/>
                  </a:lnTo>
                  <a:lnTo>
                    <a:pt x="49893" y="78704"/>
                  </a:lnTo>
                  <a:lnTo>
                    <a:pt x="50148" y="79024"/>
                  </a:lnTo>
                  <a:lnTo>
                    <a:pt x="50468" y="79215"/>
                  </a:lnTo>
                  <a:lnTo>
                    <a:pt x="50659" y="79279"/>
                  </a:lnTo>
                  <a:lnTo>
                    <a:pt x="50851" y="79279"/>
                  </a:lnTo>
                  <a:lnTo>
                    <a:pt x="50851" y="79279"/>
                  </a:lnTo>
                  <a:lnTo>
                    <a:pt x="51107" y="79279"/>
                  </a:lnTo>
                  <a:lnTo>
                    <a:pt x="51298" y="79151"/>
                  </a:lnTo>
                  <a:lnTo>
                    <a:pt x="56601" y="88415"/>
                  </a:lnTo>
                  <a:lnTo>
                    <a:pt x="56601" y="88415"/>
                  </a:lnTo>
                  <a:lnTo>
                    <a:pt x="56473" y="88542"/>
                  </a:lnTo>
                  <a:lnTo>
                    <a:pt x="56345" y="88734"/>
                  </a:lnTo>
                  <a:lnTo>
                    <a:pt x="56217" y="88989"/>
                  </a:lnTo>
                  <a:lnTo>
                    <a:pt x="56217" y="89245"/>
                  </a:lnTo>
                  <a:lnTo>
                    <a:pt x="56217" y="89245"/>
                  </a:lnTo>
                  <a:lnTo>
                    <a:pt x="56217" y="89437"/>
                  </a:lnTo>
                  <a:lnTo>
                    <a:pt x="56281" y="89692"/>
                  </a:lnTo>
                  <a:lnTo>
                    <a:pt x="56409" y="89820"/>
                  </a:lnTo>
                  <a:lnTo>
                    <a:pt x="56537" y="90012"/>
                  </a:lnTo>
                  <a:lnTo>
                    <a:pt x="56664" y="90139"/>
                  </a:lnTo>
                  <a:lnTo>
                    <a:pt x="56856" y="90267"/>
                  </a:lnTo>
                  <a:lnTo>
                    <a:pt x="57048" y="90331"/>
                  </a:lnTo>
                  <a:lnTo>
                    <a:pt x="57303" y="90331"/>
                  </a:lnTo>
                  <a:lnTo>
                    <a:pt x="57303" y="90331"/>
                  </a:lnTo>
                  <a:lnTo>
                    <a:pt x="57495" y="90331"/>
                  </a:lnTo>
                  <a:lnTo>
                    <a:pt x="57687" y="90267"/>
                  </a:lnTo>
                  <a:lnTo>
                    <a:pt x="57878" y="90139"/>
                  </a:lnTo>
                  <a:lnTo>
                    <a:pt x="58070" y="90012"/>
                  </a:lnTo>
                  <a:lnTo>
                    <a:pt x="58198" y="89820"/>
                  </a:lnTo>
                  <a:lnTo>
                    <a:pt x="58262" y="89692"/>
                  </a:lnTo>
                  <a:lnTo>
                    <a:pt x="58325" y="89437"/>
                  </a:lnTo>
                  <a:lnTo>
                    <a:pt x="58389" y="89245"/>
                  </a:lnTo>
                  <a:lnTo>
                    <a:pt x="58389" y="89245"/>
                  </a:lnTo>
                  <a:lnTo>
                    <a:pt x="58325" y="89053"/>
                  </a:lnTo>
                  <a:lnTo>
                    <a:pt x="58262" y="88798"/>
                  </a:lnTo>
                  <a:lnTo>
                    <a:pt x="58198" y="88670"/>
                  </a:lnTo>
                  <a:lnTo>
                    <a:pt x="58070" y="88478"/>
                  </a:lnTo>
                  <a:lnTo>
                    <a:pt x="57878" y="88351"/>
                  </a:lnTo>
                  <a:lnTo>
                    <a:pt x="57687" y="88223"/>
                  </a:lnTo>
                  <a:lnTo>
                    <a:pt x="57495" y="88159"/>
                  </a:lnTo>
                  <a:lnTo>
                    <a:pt x="57303" y="88159"/>
                  </a:lnTo>
                  <a:lnTo>
                    <a:pt x="57303" y="88159"/>
                  </a:lnTo>
                  <a:lnTo>
                    <a:pt x="57048" y="88223"/>
                  </a:lnTo>
                  <a:lnTo>
                    <a:pt x="56792" y="88287"/>
                  </a:lnTo>
                  <a:lnTo>
                    <a:pt x="51490" y="79088"/>
                  </a:lnTo>
                  <a:lnTo>
                    <a:pt x="51490" y="79088"/>
                  </a:lnTo>
                  <a:lnTo>
                    <a:pt x="51682" y="78896"/>
                  </a:lnTo>
                  <a:lnTo>
                    <a:pt x="51809" y="78704"/>
                  </a:lnTo>
                  <a:lnTo>
                    <a:pt x="51873" y="78449"/>
                  </a:lnTo>
                  <a:lnTo>
                    <a:pt x="51937" y="78193"/>
                  </a:lnTo>
                  <a:lnTo>
                    <a:pt x="51937" y="78193"/>
                  </a:lnTo>
                  <a:lnTo>
                    <a:pt x="51873" y="77938"/>
                  </a:lnTo>
                  <a:lnTo>
                    <a:pt x="51809" y="77682"/>
                  </a:lnTo>
                  <a:lnTo>
                    <a:pt x="51682" y="77491"/>
                  </a:lnTo>
                  <a:lnTo>
                    <a:pt x="51490" y="77299"/>
                  </a:lnTo>
                  <a:lnTo>
                    <a:pt x="56728" y="68228"/>
                  </a:lnTo>
                  <a:lnTo>
                    <a:pt x="56728" y="68228"/>
                  </a:lnTo>
                  <a:lnTo>
                    <a:pt x="56984" y="68355"/>
                  </a:lnTo>
                  <a:lnTo>
                    <a:pt x="57303" y="68419"/>
                  </a:lnTo>
                  <a:lnTo>
                    <a:pt x="57303" y="68419"/>
                  </a:lnTo>
                  <a:lnTo>
                    <a:pt x="57495" y="68355"/>
                  </a:lnTo>
                  <a:lnTo>
                    <a:pt x="57687" y="68291"/>
                  </a:lnTo>
                  <a:lnTo>
                    <a:pt x="57878" y="68228"/>
                  </a:lnTo>
                  <a:lnTo>
                    <a:pt x="58070" y="68100"/>
                  </a:lnTo>
                  <a:lnTo>
                    <a:pt x="58198" y="67908"/>
                  </a:lnTo>
                  <a:lnTo>
                    <a:pt x="58262" y="67716"/>
                  </a:lnTo>
                  <a:lnTo>
                    <a:pt x="58325" y="67525"/>
                  </a:lnTo>
                  <a:lnTo>
                    <a:pt x="58389" y="67333"/>
                  </a:lnTo>
                  <a:lnTo>
                    <a:pt x="58389" y="67269"/>
                  </a:lnTo>
                  <a:lnTo>
                    <a:pt x="68802" y="67269"/>
                  </a:lnTo>
                  <a:lnTo>
                    <a:pt x="68802" y="67333"/>
                  </a:lnTo>
                  <a:lnTo>
                    <a:pt x="68802" y="67333"/>
                  </a:lnTo>
                  <a:lnTo>
                    <a:pt x="68802" y="67525"/>
                  </a:lnTo>
                  <a:lnTo>
                    <a:pt x="68866" y="67716"/>
                  </a:lnTo>
                  <a:lnTo>
                    <a:pt x="68994" y="67908"/>
                  </a:lnTo>
                  <a:lnTo>
                    <a:pt x="69122" y="68100"/>
                  </a:lnTo>
                  <a:lnTo>
                    <a:pt x="69313" y="68228"/>
                  </a:lnTo>
                  <a:lnTo>
                    <a:pt x="69441" y="68291"/>
                  </a:lnTo>
                  <a:lnTo>
                    <a:pt x="69697" y="68355"/>
                  </a:lnTo>
                  <a:lnTo>
                    <a:pt x="69888" y="68419"/>
                  </a:lnTo>
                  <a:lnTo>
                    <a:pt x="69888" y="68419"/>
                  </a:lnTo>
                  <a:lnTo>
                    <a:pt x="70208" y="68355"/>
                  </a:lnTo>
                  <a:lnTo>
                    <a:pt x="70463" y="68228"/>
                  </a:lnTo>
                  <a:lnTo>
                    <a:pt x="75638" y="77235"/>
                  </a:lnTo>
                  <a:lnTo>
                    <a:pt x="75638" y="77235"/>
                  </a:lnTo>
                  <a:lnTo>
                    <a:pt x="75318" y="77363"/>
                  </a:lnTo>
                  <a:lnTo>
                    <a:pt x="75127" y="77618"/>
                  </a:lnTo>
                  <a:lnTo>
                    <a:pt x="74999" y="77874"/>
                  </a:lnTo>
                  <a:lnTo>
                    <a:pt x="74935" y="78193"/>
                  </a:lnTo>
                  <a:lnTo>
                    <a:pt x="74935" y="78193"/>
                  </a:lnTo>
                  <a:lnTo>
                    <a:pt x="74999" y="78513"/>
                  </a:lnTo>
                  <a:lnTo>
                    <a:pt x="75127" y="78832"/>
                  </a:lnTo>
                  <a:lnTo>
                    <a:pt x="75318" y="79024"/>
                  </a:lnTo>
                  <a:lnTo>
                    <a:pt x="75574" y="79215"/>
                  </a:lnTo>
                  <a:lnTo>
                    <a:pt x="70399" y="88223"/>
                  </a:lnTo>
                  <a:lnTo>
                    <a:pt x="70399" y="88223"/>
                  </a:lnTo>
                  <a:lnTo>
                    <a:pt x="70144" y="88159"/>
                  </a:lnTo>
                  <a:lnTo>
                    <a:pt x="70144" y="88159"/>
                  </a:lnTo>
                  <a:lnTo>
                    <a:pt x="69888" y="88159"/>
                  </a:lnTo>
                  <a:lnTo>
                    <a:pt x="69697" y="88223"/>
                  </a:lnTo>
                  <a:lnTo>
                    <a:pt x="69505" y="88351"/>
                  </a:lnTo>
                  <a:lnTo>
                    <a:pt x="69377" y="88478"/>
                  </a:lnTo>
                  <a:lnTo>
                    <a:pt x="69186" y="88670"/>
                  </a:lnTo>
                  <a:lnTo>
                    <a:pt x="69122" y="88798"/>
                  </a:lnTo>
                  <a:lnTo>
                    <a:pt x="69058" y="89053"/>
                  </a:lnTo>
                  <a:lnTo>
                    <a:pt x="69058" y="89245"/>
                  </a:lnTo>
                  <a:lnTo>
                    <a:pt x="69058" y="89245"/>
                  </a:lnTo>
                  <a:lnTo>
                    <a:pt x="69058" y="89437"/>
                  </a:lnTo>
                  <a:lnTo>
                    <a:pt x="69122" y="89692"/>
                  </a:lnTo>
                  <a:lnTo>
                    <a:pt x="69186" y="89820"/>
                  </a:lnTo>
                  <a:lnTo>
                    <a:pt x="69377" y="90012"/>
                  </a:lnTo>
                  <a:lnTo>
                    <a:pt x="69505" y="90139"/>
                  </a:lnTo>
                  <a:lnTo>
                    <a:pt x="69697" y="90267"/>
                  </a:lnTo>
                  <a:lnTo>
                    <a:pt x="69888" y="90331"/>
                  </a:lnTo>
                  <a:lnTo>
                    <a:pt x="70144" y="90331"/>
                  </a:lnTo>
                  <a:lnTo>
                    <a:pt x="70144" y="90331"/>
                  </a:lnTo>
                  <a:lnTo>
                    <a:pt x="70336" y="90331"/>
                  </a:lnTo>
                  <a:lnTo>
                    <a:pt x="70527" y="90267"/>
                  </a:lnTo>
                  <a:lnTo>
                    <a:pt x="70719" y="90139"/>
                  </a:lnTo>
                  <a:lnTo>
                    <a:pt x="70847" y="90012"/>
                  </a:lnTo>
                  <a:lnTo>
                    <a:pt x="71038" y="89820"/>
                  </a:lnTo>
                  <a:lnTo>
                    <a:pt x="71102" y="89692"/>
                  </a:lnTo>
                  <a:lnTo>
                    <a:pt x="71166" y="89437"/>
                  </a:lnTo>
                  <a:lnTo>
                    <a:pt x="71166" y="89245"/>
                  </a:lnTo>
                  <a:lnTo>
                    <a:pt x="71166" y="89245"/>
                  </a:lnTo>
                  <a:lnTo>
                    <a:pt x="71166" y="88926"/>
                  </a:lnTo>
                  <a:lnTo>
                    <a:pt x="71038" y="88670"/>
                  </a:lnTo>
                  <a:lnTo>
                    <a:pt x="70847" y="88415"/>
                  </a:lnTo>
                  <a:lnTo>
                    <a:pt x="70591" y="88287"/>
                  </a:lnTo>
                  <a:lnTo>
                    <a:pt x="75766" y="79279"/>
                  </a:lnTo>
                  <a:lnTo>
                    <a:pt x="75766" y="79279"/>
                  </a:lnTo>
                  <a:lnTo>
                    <a:pt x="76021" y="79279"/>
                  </a:lnTo>
                  <a:lnTo>
                    <a:pt x="76021" y="79279"/>
                  </a:lnTo>
                  <a:lnTo>
                    <a:pt x="76277" y="79279"/>
                  </a:lnTo>
                  <a:lnTo>
                    <a:pt x="76468" y="79215"/>
                  </a:lnTo>
                  <a:lnTo>
                    <a:pt x="76660" y="79088"/>
                  </a:lnTo>
                  <a:lnTo>
                    <a:pt x="76788" y="78960"/>
                  </a:lnTo>
                  <a:lnTo>
                    <a:pt x="76915" y="78832"/>
                  </a:lnTo>
                  <a:lnTo>
                    <a:pt x="77043" y="78640"/>
                  </a:lnTo>
                  <a:lnTo>
                    <a:pt x="77107" y="78449"/>
                  </a:lnTo>
                  <a:lnTo>
                    <a:pt x="77107" y="78193"/>
                  </a:lnTo>
                  <a:lnTo>
                    <a:pt x="77107" y="78193"/>
                  </a:lnTo>
                  <a:lnTo>
                    <a:pt x="77107" y="78002"/>
                  </a:lnTo>
                  <a:lnTo>
                    <a:pt x="77043" y="77810"/>
                  </a:lnTo>
                  <a:lnTo>
                    <a:pt x="76915" y="77618"/>
                  </a:lnTo>
                  <a:lnTo>
                    <a:pt x="76788" y="77427"/>
                  </a:lnTo>
                  <a:lnTo>
                    <a:pt x="76660" y="77299"/>
                  </a:lnTo>
                  <a:lnTo>
                    <a:pt x="76468" y="77235"/>
                  </a:lnTo>
                  <a:lnTo>
                    <a:pt x="76277" y="77171"/>
                  </a:lnTo>
                  <a:lnTo>
                    <a:pt x="76021" y="77107"/>
                  </a:lnTo>
                  <a:lnTo>
                    <a:pt x="76021" y="77107"/>
                  </a:lnTo>
                  <a:lnTo>
                    <a:pt x="75829" y="77171"/>
                  </a:lnTo>
                  <a:lnTo>
                    <a:pt x="70591" y="68164"/>
                  </a:lnTo>
                  <a:lnTo>
                    <a:pt x="70591" y="68164"/>
                  </a:lnTo>
                  <a:lnTo>
                    <a:pt x="70783" y="67972"/>
                  </a:lnTo>
                  <a:lnTo>
                    <a:pt x="70847" y="67780"/>
                  </a:lnTo>
                  <a:lnTo>
                    <a:pt x="70974" y="67589"/>
                  </a:lnTo>
                  <a:lnTo>
                    <a:pt x="70974" y="67333"/>
                  </a:lnTo>
                  <a:lnTo>
                    <a:pt x="70974" y="67333"/>
                  </a:lnTo>
                  <a:lnTo>
                    <a:pt x="70910" y="67078"/>
                  </a:lnTo>
                  <a:lnTo>
                    <a:pt x="70847" y="66822"/>
                  </a:lnTo>
                  <a:lnTo>
                    <a:pt x="70719" y="66567"/>
                  </a:lnTo>
                  <a:lnTo>
                    <a:pt x="70463" y="66439"/>
                  </a:lnTo>
                  <a:lnTo>
                    <a:pt x="75829" y="57176"/>
                  </a:lnTo>
                  <a:lnTo>
                    <a:pt x="75829" y="57176"/>
                  </a:lnTo>
                  <a:lnTo>
                    <a:pt x="76085" y="57240"/>
                  </a:lnTo>
                  <a:lnTo>
                    <a:pt x="76277" y="57240"/>
                  </a:lnTo>
                  <a:lnTo>
                    <a:pt x="76277" y="57240"/>
                  </a:lnTo>
                  <a:lnTo>
                    <a:pt x="76468" y="57240"/>
                  </a:lnTo>
                  <a:lnTo>
                    <a:pt x="76660" y="57176"/>
                  </a:lnTo>
                  <a:lnTo>
                    <a:pt x="77043" y="56984"/>
                  </a:lnTo>
                  <a:lnTo>
                    <a:pt x="77235" y="56665"/>
                  </a:lnTo>
                  <a:lnTo>
                    <a:pt x="77363" y="56281"/>
                  </a:lnTo>
                  <a:lnTo>
                    <a:pt x="87967" y="56281"/>
                  </a:lnTo>
                  <a:lnTo>
                    <a:pt x="87967" y="56281"/>
                  </a:lnTo>
                  <a:lnTo>
                    <a:pt x="88031" y="56665"/>
                  </a:lnTo>
                  <a:lnTo>
                    <a:pt x="88287" y="56984"/>
                  </a:lnTo>
                  <a:lnTo>
                    <a:pt x="88606" y="57176"/>
                  </a:lnTo>
                  <a:lnTo>
                    <a:pt x="88798" y="57240"/>
                  </a:lnTo>
                  <a:lnTo>
                    <a:pt x="88989" y="57240"/>
                  </a:lnTo>
                  <a:lnTo>
                    <a:pt x="88989" y="57240"/>
                  </a:lnTo>
                  <a:lnTo>
                    <a:pt x="89245" y="57240"/>
                  </a:lnTo>
                  <a:lnTo>
                    <a:pt x="89437" y="57176"/>
                  </a:lnTo>
                  <a:lnTo>
                    <a:pt x="89628" y="57048"/>
                  </a:lnTo>
                  <a:lnTo>
                    <a:pt x="89756" y="56920"/>
                  </a:lnTo>
                  <a:lnTo>
                    <a:pt x="89884" y="56792"/>
                  </a:lnTo>
                  <a:lnTo>
                    <a:pt x="90012" y="56601"/>
                  </a:lnTo>
                  <a:lnTo>
                    <a:pt x="90075" y="56409"/>
                  </a:lnTo>
                  <a:lnTo>
                    <a:pt x="90075" y="56154"/>
                  </a:lnTo>
                  <a:lnTo>
                    <a:pt x="90075" y="56154"/>
                  </a:lnTo>
                  <a:lnTo>
                    <a:pt x="90075" y="55898"/>
                  </a:lnTo>
                  <a:lnTo>
                    <a:pt x="89948" y="55643"/>
                  </a:lnTo>
                  <a:lnTo>
                    <a:pt x="89820" y="55451"/>
                  </a:lnTo>
                  <a:lnTo>
                    <a:pt x="89628" y="55323"/>
                  </a:lnTo>
                  <a:lnTo>
                    <a:pt x="94931" y="46060"/>
                  </a:lnTo>
                  <a:lnTo>
                    <a:pt x="94931" y="46060"/>
                  </a:lnTo>
                  <a:lnTo>
                    <a:pt x="95250" y="46188"/>
                  </a:lnTo>
                  <a:lnTo>
                    <a:pt x="95569" y="46252"/>
                  </a:lnTo>
                  <a:lnTo>
                    <a:pt x="95569" y="46252"/>
                  </a:lnTo>
                  <a:lnTo>
                    <a:pt x="95761" y="46252"/>
                  </a:lnTo>
                  <a:lnTo>
                    <a:pt x="95953" y="46188"/>
                  </a:lnTo>
                  <a:lnTo>
                    <a:pt x="96272" y="45932"/>
                  </a:lnTo>
                  <a:lnTo>
                    <a:pt x="96528" y="45677"/>
                  </a:lnTo>
                  <a:lnTo>
                    <a:pt x="96592" y="45230"/>
                  </a:lnTo>
                  <a:lnTo>
                    <a:pt x="106941" y="45230"/>
                  </a:lnTo>
                  <a:lnTo>
                    <a:pt x="106941" y="45230"/>
                  </a:lnTo>
                  <a:lnTo>
                    <a:pt x="107068" y="45677"/>
                  </a:lnTo>
                  <a:lnTo>
                    <a:pt x="107260" y="45932"/>
                  </a:lnTo>
                  <a:lnTo>
                    <a:pt x="107579" y="46188"/>
                  </a:lnTo>
                  <a:lnTo>
                    <a:pt x="107771" y="46252"/>
                  </a:lnTo>
                  <a:lnTo>
                    <a:pt x="108027" y="46252"/>
                  </a:lnTo>
                  <a:lnTo>
                    <a:pt x="108027" y="46252"/>
                  </a:lnTo>
                  <a:lnTo>
                    <a:pt x="108218" y="46252"/>
                  </a:lnTo>
                  <a:lnTo>
                    <a:pt x="108410" y="46188"/>
                  </a:lnTo>
                  <a:lnTo>
                    <a:pt x="108602" y="46060"/>
                  </a:lnTo>
                  <a:lnTo>
                    <a:pt x="108793" y="45932"/>
                  </a:lnTo>
                  <a:lnTo>
                    <a:pt x="108921" y="45741"/>
                  </a:lnTo>
                  <a:lnTo>
                    <a:pt x="108985" y="45613"/>
                  </a:lnTo>
                  <a:lnTo>
                    <a:pt x="109049" y="45357"/>
                  </a:lnTo>
                  <a:lnTo>
                    <a:pt x="109113" y="45166"/>
                  </a:lnTo>
                  <a:lnTo>
                    <a:pt x="109113" y="45166"/>
                  </a:lnTo>
                  <a:lnTo>
                    <a:pt x="109049" y="44974"/>
                  </a:lnTo>
                  <a:lnTo>
                    <a:pt x="108985" y="44719"/>
                  </a:lnTo>
                  <a:lnTo>
                    <a:pt x="108921" y="44527"/>
                  </a:lnTo>
                  <a:lnTo>
                    <a:pt x="108793" y="44399"/>
                  </a:lnTo>
                  <a:lnTo>
                    <a:pt x="108602" y="44271"/>
                  </a:lnTo>
                  <a:lnTo>
                    <a:pt x="108410" y="44144"/>
                  </a:lnTo>
                  <a:lnTo>
                    <a:pt x="108218" y="44080"/>
                  </a:lnTo>
                  <a:lnTo>
                    <a:pt x="108027" y="44080"/>
                  </a:lnTo>
                  <a:lnTo>
                    <a:pt x="108027" y="44080"/>
                  </a:lnTo>
                  <a:lnTo>
                    <a:pt x="107771" y="44080"/>
                  </a:lnTo>
                  <a:lnTo>
                    <a:pt x="107579" y="44144"/>
                  </a:lnTo>
                  <a:lnTo>
                    <a:pt x="107260" y="44335"/>
                  </a:lnTo>
                  <a:lnTo>
                    <a:pt x="107068" y="44655"/>
                  </a:lnTo>
                  <a:lnTo>
                    <a:pt x="106941" y="45038"/>
                  </a:lnTo>
                  <a:lnTo>
                    <a:pt x="96592" y="45038"/>
                  </a:lnTo>
                  <a:lnTo>
                    <a:pt x="96592" y="45038"/>
                  </a:lnTo>
                  <a:lnTo>
                    <a:pt x="96528" y="44655"/>
                  </a:lnTo>
                  <a:lnTo>
                    <a:pt x="96272" y="44335"/>
                  </a:lnTo>
                  <a:lnTo>
                    <a:pt x="95953" y="44144"/>
                  </a:lnTo>
                  <a:lnTo>
                    <a:pt x="95761" y="44080"/>
                  </a:lnTo>
                  <a:lnTo>
                    <a:pt x="95569" y="44080"/>
                  </a:lnTo>
                  <a:lnTo>
                    <a:pt x="95569" y="44080"/>
                  </a:lnTo>
                  <a:lnTo>
                    <a:pt x="95250" y="44144"/>
                  </a:lnTo>
                  <a:lnTo>
                    <a:pt x="94931" y="44271"/>
                  </a:lnTo>
                  <a:lnTo>
                    <a:pt x="89628" y="35008"/>
                  </a:lnTo>
                  <a:lnTo>
                    <a:pt x="89628" y="35008"/>
                  </a:lnTo>
                  <a:lnTo>
                    <a:pt x="89820" y="34881"/>
                  </a:lnTo>
                  <a:lnTo>
                    <a:pt x="89948" y="34625"/>
                  </a:lnTo>
                  <a:lnTo>
                    <a:pt x="90075" y="34433"/>
                  </a:lnTo>
                  <a:lnTo>
                    <a:pt x="90075" y="34178"/>
                  </a:lnTo>
                  <a:lnTo>
                    <a:pt x="90075" y="34178"/>
                  </a:lnTo>
                  <a:lnTo>
                    <a:pt x="90075" y="33858"/>
                  </a:lnTo>
                  <a:lnTo>
                    <a:pt x="89948" y="33667"/>
                  </a:lnTo>
                  <a:lnTo>
                    <a:pt x="89820" y="33411"/>
                  </a:lnTo>
                  <a:lnTo>
                    <a:pt x="89628" y="33284"/>
                  </a:lnTo>
                  <a:lnTo>
                    <a:pt x="90395" y="31942"/>
                  </a:lnTo>
                  <a:lnTo>
                    <a:pt x="94931" y="24021"/>
                  </a:lnTo>
                  <a:lnTo>
                    <a:pt x="94931" y="24021"/>
                  </a:lnTo>
                  <a:lnTo>
                    <a:pt x="95250" y="24148"/>
                  </a:lnTo>
                  <a:lnTo>
                    <a:pt x="95569" y="24212"/>
                  </a:lnTo>
                  <a:lnTo>
                    <a:pt x="95569" y="24212"/>
                  </a:lnTo>
                  <a:lnTo>
                    <a:pt x="95761" y="24212"/>
                  </a:lnTo>
                  <a:lnTo>
                    <a:pt x="95953" y="24148"/>
                  </a:lnTo>
                  <a:lnTo>
                    <a:pt x="96272" y="23957"/>
                  </a:lnTo>
                  <a:lnTo>
                    <a:pt x="96528" y="23637"/>
                  </a:lnTo>
                  <a:lnTo>
                    <a:pt x="96592" y="23254"/>
                  </a:lnTo>
                  <a:lnTo>
                    <a:pt x="108027" y="23254"/>
                  </a:lnTo>
                  <a:lnTo>
                    <a:pt x="113840" y="33284"/>
                  </a:lnTo>
                  <a:lnTo>
                    <a:pt x="113840" y="33284"/>
                  </a:lnTo>
                  <a:lnTo>
                    <a:pt x="113648" y="33411"/>
                  </a:lnTo>
                  <a:lnTo>
                    <a:pt x="113521" y="33667"/>
                  </a:lnTo>
                  <a:lnTo>
                    <a:pt x="113393" y="33858"/>
                  </a:lnTo>
                  <a:lnTo>
                    <a:pt x="113393" y="34178"/>
                  </a:lnTo>
                  <a:lnTo>
                    <a:pt x="113393" y="34178"/>
                  </a:lnTo>
                  <a:lnTo>
                    <a:pt x="113393" y="34370"/>
                  </a:lnTo>
                  <a:lnTo>
                    <a:pt x="113457" y="34561"/>
                  </a:lnTo>
                  <a:lnTo>
                    <a:pt x="113585" y="34753"/>
                  </a:lnTo>
                  <a:lnTo>
                    <a:pt x="113712" y="34881"/>
                  </a:lnTo>
                  <a:lnTo>
                    <a:pt x="113840" y="35072"/>
                  </a:lnTo>
                  <a:lnTo>
                    <a:pt x="114032" y="35136"/>
                  </a:lnTo>
                  <a:lnTo>
                    <a:pt x="114223" y="35200"/>
                  </a:lnTo>
                  <a:lnTo>
                    <a:pt x="114479" y="35200"/>
                  </a:lnTo>
                  <a:lnTo>
                    <a:pt x="114479" y="35200"/>
                  </a:lnTo>
                  <a:lnTo>
                    <a:pt x="114671" y="35200"/>
                  </a:lnTo>
                  <a:lnTo>
                    <a:pt x="114862" y="35136"/>
                  </a:lnTo>
                  <a:lnTo>
                    <a:pt x="115054" y="35072"/>
                  </a:lnTo>
                  <a:lnTo>
                    <a:pt x="115245" y="34881"/>
                  </a:lnTo>
                  <a:lnTo>
                    <a:pt x="115373" y="34753"/>
                  </a:lnTo>
                  <a:lnTo>
                    <a:pt x="115437" y="34561"/>
                  </a:lnTo>
                  <a:lnTo>
                    <a:pt x="115501" y="34370"/>
                  </a:lnTo>
                  <a:lnTo>
                    <a:pt x="115501" y="34178"/>
                  </a:lnTo>
                  <a:lnTo>
                    <a:pt x="115501" y="34178"/>
                  </a:lnTo>
                  <a:lnTo>
                    <a:pt x="115501" y="33922"/>
                  </a:lnTo>
                  <a:lnTo>
                    <a:pt x="115437" y="33731"/>
                  </a:lnTo>
                  <a:lnTo>
                    <a:pt x="115373" y="33539"/>
                  </a:lnTo>
                  <a:lnTo>
                    <a:pt x="115245" y="33411"/>
                  </a:lnTo>
                  <a:lnTo>
                    <a:pt x="115054" y="33220"/>
                  </a:lnTo>
                  <a:lnTo>
                    <a:pt x="114862" y="33156"/>
                  </a:lnTo>
                  <a:lnTo>
                    <a:pt x="114671" y="33092"/>
                  </a:lnTo>
                  <a:lnTo>
                    <a:pt x="114479" y="33092"/>
                  </a:lnTo>
                  <a:lnTo>
                    <a:pt x="114479" y="33092"/>
                  </a:lnTo>
                  <a:lnTo>
                    <a:pt x="114223" y="33092"/>
                  </a:lnTo>
                  <a:lnTo>
                    <a:pt x="113968" y="33156"/>
                  </a:lnTo>
                  <a:lnTo>
                    <a:pt x="108154" y="23062"/>
                  </a:lnTo>
                  <a:lnTo>
                    <a:pt x="108154" y="23062"/>
                  </a:lnTo>
                  <a:lnTo>
                    <a:pt x="96592" y="23062"/>
                  </a:lnTo>
                  <a:lnTo>
                    <a:pt x="96592" y="23062"/>
                  </a:lnTo>
                  <a:lnTo>
                    <a:pt x="96528" y="22679"/>
                  </a:lnTo>
                  <a:lnTo>
                    <a:pt x="96272" y="22360"/>
                  </a:lnTo>
                  <a:lnTo>
                    <a:pt x="95953" y="22104"/>
                  </a:lnTo>
                  <a:lnTo>
                    <a:pt x="95761" y="22040"/>
                  </a:lnTo>
                  <a:lnTo>
                    <a:pt x="95569" y="22040"/>
                  </a:lnTo>
                  <a:lnTo>
                    <a:pt x="95569" y="22040"/>
                  </a:lnTo>
                  <a:lnTo>
                    <a:pt x="95250" y="22104"/>
                  </a:lnTo>
                  <a:lnTo>
                    <a:pt x="94931" y="22232"/>
                  </a:lnTo>
                  <a:lnTo>
                    <a:pt x="89628" y="12969"/>
                  </a:lnTo>
                  <a:lnTo>
                    <a:pt x="89628" y="12969"/>
                  </a:lnTo>
                  <a:lnTo>
                    <a:pt x="89820" y="12841"/>
                  </a:lnTo>
                  <a:lnTo>
                    <a:pt x="89948" y="12649"/>
                  </a:lnTo>
                  <a:lnTo>
                    <a:pt x="90075" y="12394"/>
                  </a:lnTo>
                  <a:lnTo>
                    <a:pt x="90075" y="12138"/>
                  </a:lnTo>
                  <a:lnTo>
                    <a:pt x="90075" y="12138"/>
                  </a:lnTo>
                  <a:lnTo>
                    <a:pt x="90075" y="11883"/>
                  </a:lnTo>
                  <a:lnTo>
                    <a:pt x="90012" y="11691"/>
                  </a:lnTo>
                  <a:lnTo>
                    <a:pt x="89884" y="11499"/>
                  </a:lnTo>
                  <a:lnTo>
                    <a:pt x="89756" y="11372"/>
                  </a:lnTo>
                  <a:lnTo>
                    <a:pt x="89628" y="11244"/>
                  </a:lnTo>
                  <a:lnTo>
                    <a:pt x="89437" y="11116"/>
                  </a:lnTo>
                  <a:lnTo>
                    <a:pt x="89245" y="11052"/>
                  </a:lnTo>
                  <a:lnTo>
                    <a:pt x="88989" y="11052"/>
                  </a:lnTo>
                  <a:lnTo>
                    <a:pt x="88989" y="11052"/>
                  </a:lnTo>
                  <a:lnTo>
                    <a:pt x="88798" y="11052"/>
                  </a:lnTo>
                  <a:lnTo>
                    <a:pt x="88606" y="11116"/>
                  </a:lnTo>
                  <a:lnTo>
                    <a:pt x="88287" y="11308"/>
                  </a:lnTo>
                  <a:lnTo>
                    <a:pt x="88031" y="11627"/>
                  </a:lnTo>
                  <a:lnTo>
                    <a:pt x="87967" y="12011"/>
                  </a:lnTo>
                  <a:lnTo>
                    <a:pt x="77363" y="12011"/>
                  </a:lnTo>
                  <a:lnTo>
                    <a:pt x="77363" y="12011"/>
                  </a:lnTo>
                  <a:lnTo>
                    <a:pt x="77235" y="11627"/>
                  </a:lnTo>
                  <a:lnTo>
                    <a:pt x="77043" y="11308"/>
                  </a:lnTo>
                  <a:lnTo>
                    <a:pt x="76660" y="11116"/>
                  </a:lnTo>
                  <a:lnTo>
                    <a:pt x="76468" y="11052"/>
                  </a:lnTo>
                  <a:lnTo>
                    <a:pt x="76277" y="11052"/>
                  </a:lnTo>
                  <a:lnTo>
                    <a:pt x="76277" y="11052"/>
                  </a:lnTo>
                  <a:lnTo>
                    <a:pt x="76085" y="11052"/>
                  </a:lnTo>
                  <a:lnTo>
                    <a:pt x="75829" y="11116"/>
                  </a:lnTo>
                  <a:lnTo>
                    <a:pt x="70527" y="1981"/>
                  </a:lnTo>
                  <a:lnTo>
                    <a:pt x="70527" y="1981"/>
                  </a:lnTo>
                  <a:lnTo>
                    <a:pt x="70719" y="1789"/>
                  </a:lnTo>
                  <a:lnTo>
                    <a:pt x="70910" y="1598"/>
                  </a:lnTo>
                  <a:lnTo>
                    <a:pt x="70974" y="1342"/>
                  </a:lnTo>
                  <a:lnTo>
                    <a:pt x="71038" y="1087"/>
                  </a:lnTo>
                  <a:lnTo>
                    <a:pt x="71038" y="1087"/>
                  </a:lnTo>
                  <a:lnTo>
                    <a:pt x="70974" y="895"/>
                  </a:lnTo>
                  <a:lnTo>
                    <a:pt x="70910" y="703"/>
                  </a:lnTo>
                  <a:lnTo>
                    <a:pt x="70847" y="512"/>
                  </a:lnTo>
                  <a:lnTo>
                    <a:pt x="70719" y="320"/>
                  </a:lnTo>
                  <a:lnTo>
                    <a:pt x="70527" y="192"/>
                  </a:lnTo>
                  <a:lnTo>
                    <a:pt x="70336" y="128"/>
                  </a:lnTo>
                  <a:lnTo>
                    <a:pt x="70144" y="64"/>
                  </a:lnTo>
                  <a:lnTo>
                    <a:pt x="69952" y="1"/>
                  </a:lnTo>
                </a:path>
              </a:pathLst>
            </a:custGeom>
            <a:gradFill>
              <a:gsLst>
                <a:gs pos="0">
                  <a:schemeClr val="lt2"/>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1066887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descr="Une image contenant texte, diagramme, capture d’écran, conception&#10;&#10;Le contenu généré par l’IA peut être incorrect.">
            <a:extLst>
              <a:ext uri="{FF2B5EF4-FFF2-40B4-BE49-F238E27FC236}">
                <a16:creationId xmlns:a16="http://schemas.microsoft.com/office/drawing/2014/main" id="{A40FC6F8-6162-EDFB-CA9C-98CD3DD86461}"/>
              </a:ext>
            </a:extLst>
          </p:cNvPr>
          <p:cNvPicPr>
            <a:picLocks noChangeAspect="1"/>
          </p:cNvPicPr>
          <p:nvPr/>
        </p:nvPicPr>
        <p:blipFill>
          <a:blip r:embed="rId3"/>
          <a:stretch>
            <a:fillRect/>
          </a:stretch>
        </p:blipFill>
        <p:spPr>
          <a:xfrm>
            <a:off x="0" y="1600200"/>
            <a:ext cx="9144000" cy="1943100"/>
          </a:xfrm>
          <a:prstGeom prst="rect">
            <a:avLst/>
          </a:prstGeom>
        </p:spPr>
      </p:pic>
    </p:spTree>
    <p:extLst>
      <p:ext uri="{BB962C8B-B14F-4D97-AF65-F5344CB8AC3E}">
        <p14:creationId xmlns:p14="http://schemas.microsoft.com/office/powerpoint/2010/main" val="4120577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AAF42-61A5-78C7-0117-40BDC4A270DC}"/>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7575D244-D520-8282-4A05-42AC17DAACAF}"/>
              </a:ext>
            </a:extLst>
          </p:cNvPr>
          <p:cNvSpPr txBox="1"/>
          <p:nvPr/>
        </p:nvSpPr>
        <p:spPr>
          <a:xfrm>
            <a:off x="1812975" y="2202418"/>
            <a:ext cx="5193134" cy="584775"/>
          </a:xfrm>
          <a:prstGeom prst="rect">
            <a:avLst/>
          </a:prstGeom>
          <a:noFill/>
        </p:spPr>
        <p:txBody>
          <a:bodyPr wrap="square" rtlCol="0">
            <a:spAutoFit/>
          </a:bodyPr>
          <a:lstStyle/>
          <a:p>
            <a:r>
              <a:rPr lang="fr-FR" sz="3200" b="1" dirty="0"/>
              <a:t>Traitement des donnees </a:t>
            </a:r>
          </a:p>
        </p:txBody>
      </p:sp>
    </p:spTree>
    <p:extLst>
      <p:ext uri="{BB962C8B-B14F-4D97-AF65-F5344CB8AC3E}">
        <p14:creationId xmlns:p14="http://schemas.microsoft.com/office/powerpoint/2010/main" val="11720837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CDAD6-87E8-BE5A-D73E-D49B17F33BCA}"/>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A60F69D0-03B7-8A23-E13E-EA024547D1DE}"/>
              </a:ext>
            </a:extLst>
          </p:cNvPr>
          <p:cNvSpPr txBox="1"/>
          <p:nvPr/>
        </p:nvSpPr>
        <p:spPr>
          <a:xfrm>
            <a:off x="2046266" y="2279362"/>
            <a:ext cx="5051467" cy="584775"/>
          </a:xfrm>
          <a:prstGeom prst="rect">
            <a:avLst/>
          </a:prstGeom>
          <a:noFill/>
        </p:spPr>
        <p:txBody>
          <a:bodyPr wrap="square" rtlCol="0">
            <a:spAutoFit/>
          </a:bodyPr>
          <a:lstStyle/>
          <a:p>
            <a:r>
              <a:rPr lang="fr-FR" sz="3200" b="1" dirty="0"/>
              <a:t>Nettoyage des donnees</a:t>
            </a:r>
          </a:p>
        </p:txBody>
      </p:sp>
    </p:spTree>
    <p:extLst>
      <p:ext uri="{BB962C8B-B14F-4D97-AF65-F5344CB8AC3E}">
        <p14:creationId xmlns:p14="http://schemas.microsoft.com/office/powerpoint/2010/main" val="28908629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560E2-6923-8CB8-C1A2-1C2C2EAAFC4E}"/>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88FF0E86-3644-1F57-7D32-518CDB318B9E}"/>
              </a:ext>
            </a:extLst>
          </p:cNvPr>
          <p:cNvSpPr txBox="1"/>
          <p:nvPr/>
        </p:nvSpPr>
        <p:spPr>
          <a:xfrm>
            <a:off x="2302368" y="2279362"/>
            <a:ext cx="4961315" cy="584775"/>
          </a:xfrm>
          <a:prstGeom prst="rect">
            <a:avLst/>
          </a:prstGeom>
          <a:noFill/>
        </p:spPr>
        <p:txBody>
          <a:bodyPr wrap="square" rtlCol="0">
            <a:spAutoFit/>
          </a:bodyPr>
          <a:lstStyle/>
          <a:p>
            <a:r>
              <a:rPr lang="fr-FR" sz="3200" b="1" dirty="0"/>
              <a:t>Analyse de donnees :</a:t>
            </a:r>
          </a:p>
        </p:txBody>
      </p:sp>
    </p:spTree>
    <p:extLst>
      <p:ext uri="{BB962C8B-B14F-4D97-AF65-F5344CB8AC3E}">
        <p14:creationId xmlns:p14="http://schemas.microsoft.com/office/powerpoint/2010/main" val="22582669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F25AF-6B19-DBD7-1A8B-E23E945AA80B}"/>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C738114D-FD2F-F1BC-77A3-9EF1C0215764}"/>
              </a:ext>
            </a:extLst>
          </p:cNvPr>
          <p:cNvSpPr txBox="1"/>
          <p:nvPr/>
        </p:nvSpPr>
        <p:spPr>
          <a:xfrm>
            <a:off x="1835006" y="2279362"/>
            <a:ext cx="5473987" cy="584775"/>
          </a:xfrm>
          <a:prstGeom prst="rect">
            <a:avLst/>
          </a:prstGeom>
          <a:noFill/>
        </p:spPr>
        <p:txBody>
          <a:bodyPr wrap="square" rtlCol="0">
            <a:spAutoFit/>
          </a:bodyPr>
          <a:lstStyle/>
          <a:p>
            <a:r>
              <a:rPr lang="fr-FR" sz="3200" b="1" dirty="0"/>
              <a:t>Visualisation des donnees </a:t>
            </a:r>
          </a:p>
        </p:txBody>
      </p:sp>
    </p:spTree>
    <p:extLst>
      <p:ext uri="{BB962C8B-B14F-4D97-AF65-F5344CB8AC3E}">
        <p14:creationId xmlns:p14="http://schemas.microsoft.com/office/powerpoint/2010/main" val="1309123843"/>
      </p:ext>
    </p:extLst>
  </p:cSld>
  <p:clrMapOvr>
    <a:masterClrMapping/>
  </p:clrMapOvr>
</p:sld>
</file>

<file path=ppt/theme/theme1.xml><?xml version="1.0" encoding="utf-8"?>
<a:theme xmlns:a="http://schemas.openxmlformats.org/drawingml/2006/main" name="Network Connections Style Pitch Deck by Slidesgo">
  <a:themeElements>
    <a:clrScheme name="Simple Light">
      <a:dk1>
        <a:srgbClr val="363636"/>
      </a:dk1>
      <a:lt1>
        <a:srgbClr val="F3F3F2"/>
      </a:lt1>
      <a:dk2>
        <a:srgbClr val="C9DAF8"/>
      </a:dk2>
      <a:lt2>
        <a:srgbClr val="A2B5D6"/>
      </a:lt2>
      <a:accent1>
        <a:srgbClr val="AABBC8"/>
      </a:accent1>
      <a:accent2>
        <a:srgbClr val="FFFFFF"/>
      </a:accent2>
      <a:accent3>
        <a:srgbClr val="FFFFFF"/>
      </a:accent3>
      <a:accent4>
        <a:srgbClr val="FFFFFF"/>
      </a:accent4>
      <a:accent5>
        <a:srgbClr val="FFFFFF"/>
      </a:accent5>
      <a:accent6>
        <a:srgbClr val="FFFFFF"/>
      </a:accent6>
      <a:hlink>
        <a:srgbClr val="36363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712</TotalTime>
  <Words>1001</Words>
  <Application>Microsoft Office PowerPoint</Application>
  <PresentationFormat>Affichage à l'écran (16:9)</PresentationFormat>
  <Paragraphs>124</Paragraphs>
  <Slides>18</Slides>
  <Notes>12</Notes>
  <HiddenSlides>0</HiddenSlides>
  <MMClips>0</MMClips>
  <ScaleCrop>false</ScaleCrop>
  <HeadingPairs>
    <vt:vector size="6" baseType="variant">
      <vt:variant>
        <vt:lpstr>Polices utilisées</vt:lpstr>
      </vt:variant>
      <vt:variant>
        <vt:i4>11</vt:i4>
      </vt:variant>
      <vt:variant>
        <vt:lpstr>Thème</vt:lpstr>
      </vt:variant>
      <vt:variant>
        <vt:i4>1</vt:i4>
      </vt:variant>
      <vt:variant>
        <vt:lpstr>Titres des diapositives</vt:lpstr>
      </vt:variant>
      <vt:variant>
        <vt:i4>18</vt:i4>
      </vt:variant>
    </vt:vector>
  </HeadingPairs>
  <TitlesOfParts>
    <vt:vector size="30" baseType="lpstr">
      <vt:lpstr>Roboto Mono</vt:lpstr>
      <vt:lpstr>Amasis MT Pro Light</vt:lpstr>
      <vt:lpstr>Roboto</vt:lpstr>
      <vt:lpstr>Amasis MT Pro Medium</vt:lpstr>
      <vt:lpstr>Amasis MT Pro</vt:lpstr>
      <vt:lpstr>Arial</vt:lpstr>
      <vt:lpstr>Roboto Mono SemiBold</vt:lpstr>
      <vt:lpstr>Zen Antique</vt:lpstr>
      <vt:lpstr>Aptos Display</vt:lpstr>
      <vt:lpstr>Wingdings</vt:lpstr>
      <vt:lpstr>Times New Roman</vt:lpstr>
      <vt:lpstr>Network Connections Style Pitch Deck by Slidesgo</vt:lpstr>
      <vt:lpstr>Présentation PowerPoint</vt:lpstr>
      <vt:lpstr>Sommaire </vt:lpstr>
      <vt:lpstr>Contexte du projet</vt:lpstr>
      <vt:lpstr>Présentation PowerPoint</vt:lpstr>
      <vt:lpstr>Présentation PowerPoint</vt:lpstr>
      <vt:lpstr>Problematique</vt:lpstr>
      <vt:lpstr>Présentation PowerPoint</vt:lpstr>
      <vt:lpstr>Objectifs du projet</vt:lpstr>
      <vt:lpstr>Présentation PowerPoint</vt:lpstr>
      <vt:lpstr>Presentation de Bluesky</vt:lpstr>
      <vt:lpstr>Architecutre et outils utilises</vt:lpstr>
      <vt:lpstr>Présentation PowerPoint</vt:lpstr>
      <vt:lpstr>Realisation</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dc:creator>
  <cp:lastModifiedBy>BOUAOUICH ACHRAF</cp:lastModifiedBy>
  <cp:revision>4</cp:revision>
  <dcterms:modified xsi:type="dcterms:W3CDTF">2026-02-03T21:42:42Z</dcterms:modified>
</cp:coreProperties>
</file>